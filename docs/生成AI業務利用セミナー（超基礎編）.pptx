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2" r:id="rId4"/>
  </p:sldMasterIdLst>
  <p:notesMasterIdLst>
    <p:notesMasterId r:id="rId66"/>
  </p:notesMasterIdLst>
  <p:handoutMasterIdLst>
    <p:handoutMasterId r:id="rId67"/>
  </p:handoutMasterIdLst>
  <p:sldIdLst>
    <p:sldId id="2561" r:id="rId5"/>
    <p:sldId id="2630" r:id="rId6"/>
    <p:sldId id="2562" r:id="rId7"/>
    <p:sldId id="2563" r:id="rId8"/>
    <p:sldId id="2564" r:id="rId9"/>
    <p:sldId id="2565" r:id="rId10"/>
    <p:sldId id="2566" r:id="rId11"/>
    <p:sldId id="2567" r:id="rId12"/>
    <p:sldId id="2147476585" r:id="rId13"/>
    <p:sldId id="2570" r:id="rId14"/>
    <p:sldId id="2571" r:id="rId15"/>
    <p:sldId id="2620" r:id="rId16"/>
    <p:sldId id="2621" r:id="rId17"/>
    <p:sldId id="2622" r:id="rId18"/>
    <p:sldId id="2587" r:id="rId19"/>
    <p:sldId id="2600" r:id="rId20"/>
    <p:sldId id="2588" r:id="rId21"/>
    <p:sldId id="2589" r:id="rId22"/>
    <p:sldId id="2627" r:id="rId23"/>
    <p:sldId id="2572" r:id="rId24"/>
    <p:sldId id="2573" r:id="rId25"/>
    <p:sldId id="2623" r:id="rId26"/>
    <p:sldId id="2624" r:id="rId27"/>
    <p:sldId id="2625" r:id="rId28"/>
    <p:sldId id="2626" r:id="rId29"/>
    <p:sldId id="2586" r:id="rId30"/>
    <p:sldId id="2596" r:id="rId31"/>
    <p:sldId id="2614" r:id="rId32"/>
    <p:sldId id="2615" r:id="rId33"/>
    <p:sldId id="2617" r:id="rId34"/>
    <p:sldId id="2618" r:id="rId35"/>
    <p:sldId id="2616" r:id="rId36"/>
    <p:sldId id="2629" r:id="rId37"/>
    <p:sldId id="394" r:id="rId38"/>
    <p:sldId id="2597" r:id="rId39"/>
    <p:sldId id="398" r:id="rId40"/>
    <p:sldId id="2612" r:id="rId41"/>
    <p:sldId id="2598" r:id="rId42"/>
    <p:sldId id="2599" r:id="rId43"/>
    <p:sldId id="2628" r:id="rId44"/>
    <p:sldId id="2603" r:id="rId45"/>
    <p:sldId id="2604" r:id="rId46"/>
    <p:sldId id="2584" r:id="rId47"/>
    <p:sldId id="2585" r:id="rId48"/>
    <p:sldId id="2590" r:id="rId49"/>
    <p:sldId id="315" r:id="rId50"/>
    <p:sldId id="308" r:id="rId51"/>
    <p:sldId id="311" r:id="rId52"/>
    <p:sldId id="2591" r:id="rId53"/>
    <p:sldId id="2147476574" r:id="rId54"/>
    <p:sldId id="2147476580" r:id="rId55"/>
    <p:sldId id="2147476581" r:id="rId56"/>
    <p:sldId id="2147476582" r:id="rId57"/>
    <p:sldId id="2147476575" r:id="rId58"/>
    <p:sldId id="2147476576" r:id="rId59"/>
    <p:sldId id="2147476577" r:id="rId60"/>
    <p:sldId id="2147476578" r:id="rId61"/>
    <p:sldId id="2147476579" r:id="rId62"/>
    <p:sldId id="2147476583" r:id="rId63"/>
    <p:sldId id="2147476584" r:id="rId64"/>
    <p:sldId id="336" r:id="rId65"/>
  </p:sldIdLst>
  <p:sldSz cx="12192000" cy="6858000"/>
  <p:notesSz cx="6858000" cy="9144000"/>
  <p:defaultTex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生成AI業務利用セミナー ～Microsoft Copilotで業務をもっと効率化～" id="{5EA1D378-67F8-458B-822C-613235EEF168}">
          <p14:sldIdLst>
            <p14:sldId id="2561"/>
            <p14:sldId id="2630"/>
          </p14:sldIdLst>
        </p14:section>
        <p14:section name="イントロダクション" id="{C2C3490C-78FA-40B3-80AF-1FF3FE3C3DB9}">
          <p14:sldIdLst>
            <p14:sldId id="2562"/>
            <p14:sldId id="2563"/>
          </p14:sldIdLst>
        </p14:section>
        <p14:section name="生成AIとは何か" id="{609E8902-0B8C-4BE3-A38B-660FA2DC5B04}">
          <p14:sldIdLst>
            <p14:sldId id="2564"/>
            <p14:sldId id="2565"/>
          </p14:sldIdLst>
        </p14:section>
        <p14:section name="なぜ今、生成AIなのか" id="{39912A7A-E7D1-4114-8D41-6621F69340FA}">
          <p14:sldIdLst>
            <p14:sldId id="2566"/>
            <p14:sldId id="2567"/>
            <p14:sldId id="2147476585"/>
          </p14:sldIdLst>
        </p14:section>
        <p14:section name="推奨される生成AI利活用方法" id="{460DDB11-BE46-4140-B764-DB9B24D5A748}">
          <p14:sldIdLst>
            <p14:sldId id="2570"/>
            <p14:sldId id="2571"/>
            <p14:sldId id="2620"/>
            <p14:sldId id="2621"/>
            <p14:sldId id="2622"/>
          </p14:sldIdLst>
        </p14:section>
        <p14:section name="ハンズオン①" id="{48566AEC-E5E1-4BEA-ABF9-F106AB1CB2F8}">
          <p14:sldIdLst>
            <p14:sldId id="2587"/>
            <p14:sldId id="2600"/>
            <p14:sldId id="2588"/>
            <p14:sldId id="2589"/>
            <p14:sldId id="2627"/>
          </p14:sldIdLst>
        </p14:section>
        <p14:section name="推奨されない利用" id="{A46C28E0-1228-4D06-8F34-DBEC4232CABB}">
          <p14:sldIdLst>
            <p14:sldId id="2572"/>
            <p14:sldId id="2573"/>
            <p14:sldId id="2623"/>
            <p14:sldId id="2624"/>
            <p14:sldId id="2625"/>
            <p14:sldId id="2626"/>
          </p14:sldIdLst>
        </p14:section>
        <p14:section name="生成AIって大丈夫？" id="{DD76FB4A-3800-4EAA-BA21-AFA8C419CE3E}">
          <p14:sldIdLst>
            <p14:sldId id="2586"/>
            <p14:sldId id="2596"/>
            <p14:sldId id="2614"/>
            <p14:sldId id="2615"/>
            <p14:sldId id="2617"/>
            <p14:sldId id="2618"/>
            <p14:sldId id="2616"/>
            <p14:sldId id="2629"/>
            <p14:sldId id="394"/>
            <p14:sldId id="2597"/>
            <p14:sldId id="398"/>
            <p14:sldId id="2612"/>
            <p14:sldId id="2598"/>
            <p14:sldId id="2599"/>
          </p14:sldIdLst>
        </p14:section>
        <p14:section name="ハンズオン②" id="{DFF7801B-927E-46C6-83AF-646880944128}">
          <p14:sldIdLst>
            <p14:sldId id="2628"/>
            <p14:sldId id="2603"/>
            <p14:sldId id="2604"/>
          </p14:sldIdLst>
        </p14:section>
        <p14:section name="まとめ" id="{6D793578-90C1-4935-9FBE-929B82265A75}">
          <p14:sldIdLst>
            <p14:sldId id="2584"/>
            <p14:sldId id="2585"/>
          </p14:sldIdLst>
        </p14:section>
        <p14:section name="Appendix：イーストの紹介" id="{B54ABA4A-962E-4AAD-9B01-2ADEE17F037F}">
          <p14:sldIdLst>
            <p14:sldId id="2590"/>
            <p14:sldId id="315"/>
            <p14:sldId id="308"/>
            <p14:sldId id="311"/>
            <p14:sldId id="2591"/>
            <p14:sldId id="2147476574"/>
            <p14:sldId id="2147476580"/>
            <p14:sldId id="2147476581"/>
            <p14:sldId id="2147476582"/>
            <p14:sldId id="2147476575"/>
            <p14:sldId id="2147476576"/>
            <p14:sldId id="2147476577"/>
            <p14:sldId id="2147476578"/>
            <p14:sldId id="2147476579"/>
            <p14:sldId id="2147476583"/>
            <p14:sldId id="2147476584"/>
            <p14:sldId id="33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F130DA-6239-4591-BEC1-A28AF3CAEF6D}" v="1" dt="2026-06-17T04:53:07.30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71" autoAdjust="0"/>
    <p:restoredTop sz="80685" autoAdjust="0"/>
  </p:normalViewPr>
  <p:slideViewPr>
    <p:cSldViewPr snapToGrid="0">
      <p:cViewPr varScale="1">
        <p:scale>
          <a:sx n="82" d="100"/>
          <a:sy n="82" d="100"/>
        </p:scale>
        <p:origin x="294" y="84"/>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74" Type="http://schemas.microsoft.com/office/2018/10/relationships/authors" Target="author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AST/和田柊平" userId="314b8539-ac08-4018-aae9-55edced55e76" providerId="ADAL" clId="{39B46042-94F0-4AA4-904A-CE62640A5EC3}"/>
    <pc:docChg chg="undo custSel addSld delSld modSld sldOrd addSection delSection modSection">
      <pc:chgData name="EAST/和田柊平" userId="314b8539-ac08-4018-aae9-55edced55e76" providerId="ADAL" clId="{39B46042-94F0-4AA4-904A-CE62640A5EC3}" dt="2026-06-08T07:56:36.344" v="11558" actId="20577"/>
      <pc:docMkLst>
        <pc:docMk/>
      </pc:docMkLst>
      <pc:sldChg chg="ord">
        <pc:chgData name="EAST/和田柊平" userId="314b8539-ac08-4018-aae9-55edced55e76" providerId="ADAL" clId="{39B46042-94F0-4AA4-904A-CE62640A5EC3}" dt="2026-06-04T05:25:02.269" v="4105"/>
        <pc:sldMkLst>
          <pc:docMk/>
          <pc:sldMk cId="1309116190" sldId="308"/>
        </pc:sldMkLst>
      </pc:sldChg>
      <pc:sldChg chg="ord">
        <pc:chgData name="EAST/和田柊平" userId="314b8539-ac08-4018-aae9-55edced55e76" providerId="ADAL" clId="{39B46042-94F0-4AA4-904A-CE62640A5EC3}" dt="2026-06-04T05:24:47.044" v="4103"/>
        <pc:sldMkLst>
          <pc:docMk/>
          <pc:sldMk cId="3301972792" sldId="311"/>
        </pc:sldMkLst>
      </pc:sldChg>
      <pc:sldChg chg="ord">
        <pc:chgData name="EAST/和田柊平" userId="314b8539-ac08-4018-aae9-55edced55e76" providerId="ADAL" clId="{39B46042-94F0-4AA4-904A-CE62640A5EC3}" dt="2026-06-04T05:25:20.426" v="4107"/>
        <pc:sldMkLst>
          <pc:docMk/>
          <pc:sldMk cId="4248720698" sldId="315"/>
        </pc:sldMkLst>
      </pc:sldChg>
      <pc:sldChg chg="modNotesTx">
        <pc:chgData name="EAST/和田柊平" userId="314b8539-ac08-4018-aae9-55edced55e76" providerId="ADAL" clId="{39B46042-94F0-4AA4-904A-CE62640A5EC3}" dt="2026-06-05T02:52:53.672" v="4378" actId="20577"/>
        <pc:sldMkLst>
          <pc:docMk/>
          <pc:sldMk cId="2540013636" sldId="394"/>
        </pc:sldMkLst>
      </pc:sldChg>
      <pc:sldChg chg="modNotesTx">
        <pc:chgData name="EAST/和田柊平" userId="314b8539-ac08-4018-aae9-55edced55e76" providerId="ADAL" clId="{39B46042-94F0-4AA4-904A-CE62640A5EC3}" dt="2026-06-05T02:55:53.274" v="4645" actId="20577"/>
        <pc:sldMkLst>
          <pc:docMk/>
          <pc:sldMk cId="0" sldId="398"/>
        </pc:sldMkLst>
      </pc:sldChg>
      <pc:sldChg chg="addSp delSp modSp mod">
        <pc:chgData name="EAST/和田柊平" userId="314b8539-ac08-4018-aae9-55edced55e76" providerId="ADAL" clId="{39B46042-94F0-4AA4-904A-CE62640A5EC3}" dt="2026-06-04T02:29:56.227" v="19" actId="14100"/>
        <pc:sldMkLst>
          <pc:docMk/>
          <pc:sldMk cId="1728027043" sldId="2561"/>
        </pc:sldMkLst>
      </pc:sldChg>
      <pc:sldChg chg="modSp mod modNotesTx">
        <pc:chgData name="EAST/和田柊平" userId="314b8539-ac08-4018-aae9-55edced55e76" providerId="ADAL" clId="{39B46042-94F0-4AA4-904A-CE62640A5EC3}" dt="2026-06-08T02:08:34.217" v="7512" actId="20577"/>
        <pc:sldMkLst>
          <pc:docMk/>
          <pc:sldMk cId="2108715840" sldId="2563"/>
        </pc:sldMkLst>
        <pc:spChg chg="mod">
          <ac:chgData name="EAST/和田柊平" userId="314b8539-ac08-4018-aae9-55edced55e76" providerId="ADAL" clId="{39B46042-94F0-4AA4-904A-CE62640A5EC3}" dt="2026-06-04T02:32:01.837" v="146" actId="20577"/>
          <ac:spMkLst>
            <pc:docMk/>
            <pc:sldMk cId="2108715840" sldId="2563"/>
            <ac:spMk id="4" creationId="{D626D67F-2B4E-CE75-09F0-F8CCB2F2A79A}"/>
          </ac:spMkLst>
        </pc:spChg>
      </pc:sldChg>
      <pc:sldChg chg="modNotesTx">
        <pc:chgData name="EAST/和田柊平" userId="314b8539-ac08-4018-aae9-55edced55e76" providerId="ADAL" clId="{39B46042-94F0-4AA4-904A-CE62640A5EC3}" dt="2026-06-08T02:08:52.570" v="7515" actId="20577"/>
        <pc:sldMkLst>
          <pc:docMk/>
          <pc:sldMk cId="3912891813" sldId="2565"/>
        </pc:sldMkLst>
      </pc:sldChg>
      <pc:sldChg chg="modNotesTx">
        <pc:chgData name="EAST/和田柊平" userId="314b8539-ac08-4018-aae9-55edced55e76" providerId="ADAL" clId="{39B46042-94F0-4AA4-904A-CE62640A5EC3}" dt="2026-06-08T02:08:06.868" v="7508" actId="20577"/>
        <pc:sldMkLst>
          <pc:docMk/>
          <pc:sldMk cId="3443239318" sldId="2567"/>
        </pc:sldMkLst>
      </pc:sldChg>
      <pc:sldChg chg="modSp ord">
        <pc:chgData name="EAST/和田柊平" userId="314b8539-ac08-4018-aae9-55edced55e76" providerId="ADAL" clId="{39B46042-94F0-4AA4-904A-CE62640A5EC3}" dt="2026-06-05T05:42:56.920" v="4833" actId="20577"/>
        <pc:sldMkLst>
          <pc:docMk/>
          <pc:sldMk cId="119276428" sldId="2570"/>
        </pc:sldMkLst>
        <pc:spChg chg="mod">
          <ac:chgData name="EAST/和田柊平" userId="314b8539-ac08-4018-aae9-55edced55e76" providerId="ADAL" clId="{39B46042-94F0-4AA4-904A-CE62640A5EC3}" dt="2026-06-05T05:42:56.920" v="4833" actId="20577"/>
          <ac:spMkLst>
            <pc:docMk/>
            <pc:sldMk cId="119276428" sldId="2570"/>
            <ac:spMk id="2" creationId="{DC08DBCF-DFC6-5ABE-EA7E-1C4E3FF5A6F9}"/>
          </ac:spMkLst>
        </pc:spChg>
      </pc:sldChg>
      <pc:sldChg chg="addSp delSp modSp mod ord modNotes modNotesTx">
        <pc:chgData name="EAST/和田柊平" userId="314b8539-ac08-4018-aae9-55edced55e76" providerId="ADAL" clId="{39B46042-94F0-4AA4-904A-CE62640A5EC3}" dt="2026-06-08T02:58:25.590" v="8947" actId="27636"/>
        <pc:sldMkLst>
          <pc:docMk/>
          <pc:sldMk cId="517265123" sldId="2571"/>
        </pc:sldMkLst>
        <pc:spChg chg="mod">
          <ac:chgData name="EAST/和田柊平" userId="314b8539-ac08-4018-aae9-55edced55e76" providerId="ADAL" clId="{39B46042-94F0-4AA4-904A-CE62640A5EC3}" dt="2026-06-05T06:00:20.938" v="4907" actId="20577"/>
          <ac:spMkLst>
            <pc:docMk/>
            <pc:sldMk cId="517265123" sldId="2571"/>
            <ac:spMk id="2" creationId="{542F60B8-5A5C-B232-9381-426B63097517}"/>
          </ac:spMkLst>
        </pc:spChg>
        <pc:spChg chg="mod">
          <ac:chgData name="EAST/和田柊平" userId="314b8539-ac08-4018-aae9-55edced55e76" providerId="ADAL" clId="{39B46042-94F0-4AA4-904A-CE62640A5EC3}" dt="2026-06-08T02:10:29.134" v="7554" actId="20577"/>
          <ac:spMkLst>
            <pc:docMk/>
            <pc:sldMk cId="517265123" sldId="2571"/>
            <ac:spMk id="4" creationId="{17947439-44A8-5B56-68C2-084838376A59}"/>
          </ac:spMkLst>
        </pc:spChg>
      </pc:sldChg>
      <pc:sldChg chg="modSp ord">
        <pc:chgData name="EAST/和田柊平" userId="314b8539-ac08-4018-aae9-55edced55e76" providerId="ADAL" clId="{39B46042-94F0-4AA4-904A-CE62640A5EC3}" dt="2026-06-05T05:45:49.767" v="4842"/>
        <pc:sldMkLst>
          <pc:docMk/>
          <pc:sldMk cId="1327825581" sldId="2572"/>
        </pc:sldMkLst>
        <pc:spChg chg="mod">
          <ac:chgData name="EAST/和田柊平" userId="314b8539-ac08-4018-aae9-55edced55e76" providerId="ADAL" clId="{39B46042-94F0-4AA4-904A-CE62640A5EC3}" dt="2026-06-05T03:01:57.906" v="4759" actId="20577"/>
          <ac:spMkLst>
            <pc:docMk/>
            <pc:sldMk cId="1327825581" sldId="2572"/>
            <ac:spMk id="2" creationId="{AC468BDD-F344-29CC-A062-B9A4539389C8}"/>
          </ac:spMkLst>
        </pc:spChg>
      </pc:sldChg>
      <pc:sldChg chg="addSp modSp mod ord modAnim modNotesTx">
        <pc:chgData name="EAST/和田柊平" userId="314b8539-ac08-4018-aae9-55edced55e76" providerId="ADAL" clId="{39B46042-94F0-4AA4-904A-CE62640A5EC3}" dt="2026-06-05T07:16:57.835" v="7498" actId="20577"/>
        <pc:sldMkLst>
          <pc:docMk/>
          <pc:sldMk cId="1790349942" sldId="2573"/>
        </pc:sldMkLst>
        <pc:spChg chg="mod">
          <ac:chgData name="EAST/和田柊平" userId="314b8539-ac08-4018-aae9-55edced55e76" providerId="ADAL" clId="{39B46042-94F0-4AA4-904A-CE62640A5EC3}" dt="2026-06-05T07:03:01.117" v="7038" actId="1076"/>
          <ac:spMkLst>
            <pc:docMk/>
            <pc:sldMk cId="1790349942" sldId="2573"/>
            <ac:spMk id="2" creationId="{ABB58635-E94B-30CA-7098-B2CBFD97E46C}"/>
          </ac:spMkLst>
        </pc:spChg>
        <pc:spChg chg="mod">
          <ac:chgData name="EAST/和田柊平" userId="314b8539-ac08-4018-aae9-55edced55e76" providerId="ADAL" clId="{39B46042-94F0-4AA4-904A-CE62640A5EC3}" dt="2026-06-05T07:16:57.835" v="7498" actId="20577"/>
          <ac:spMkLst>
            <pc:docMk/>
            <pc:sldMk cId="1790349942" sldId="2573"/>
            <ac:spMk id="4" creationId="{977A8EB3-065C-C708-109E-51BB351F9A8B}"/>
          </ac:spMkLst>
        </pc:spChg>
      </pc:sldChg>
      <pc:sldChg chg="modSp mod modNotesTx">
        <pc:chgData name="EAST/和田柊平" userId="314b8539-ac08-4018-aae9-55edced55e76" providerId="ADAL" clId="{39B46042-94F0-4AA4-904A-CE62640A5EC3}" dt="2026-06-08T07:19:20.464" v="10252" actId="20577"/>
        <pc:sldMkLst>
          <pc:docMk/>
          <pc:sldMk cId="1828389754" sldId="2585"/>
        </pc:sldMkLst>
        <pc:graphicFrameChg chg="mod modGraphic">
          <ac:chgData name="EAST/和田柊平" userId="314b8539-ac08-4018-aae9-55edced55e76" providerId="ADAL" clId="{39B46042-94F0-4AA4-904A-CE62640A5EC3}" dt="2026-06-08T07:09:49.611" v="10201" actId="14100"/>
          <ac:graphicFrameMkLst>
            <pc:docMk/>
            <pc:sldMk cId="1828389754" sldId="2585"/>
            <ac:graphicFrameMk id="4" creationId="{C38821F6-21E5-4588-9F4B-A31B770C639D}"/>
          </ac:graphicFrameMkLst>
        </pc:graphicFrameChg>
      </pc:sldChg>
      <pc:sldChg chg="ord">
        <pc:chgData name="EAST/和田柊平" userId="314b8539-ac08-4018-aae9-55edced55e76" providerId="ADAL" clId="{39B46042-94F0-4AA4-904A-CE62640A5EC3}" dt="2026-06-08T02:31:03.130" v="7936"/>
        <pc:sldMkLst>
          <pc:docMk/>
          <pc:sldMk cId="3790864889" sldId="2587"/>
        </pc:sldMkLst>
      </pc:sldChg>
      <pc:sldChg chg="modSp mod ord modNotesTx">
        <pc:chgData name="EAST/和田柊平" userId="314b8539-ac08-4018-aae9-55edced55e76" providerId="ADAL" clId="{39B46042-94F0-4AA4-904A-CE62640A5EC3}" dt="2026-06-08T04:06:01.103" v="9108" actId="255"/>
        <pc:sldMkLst>
          <pc:docMk/>
          <pc:sldMk cId="4077101625" sldId="2588"/>
        </pc:sldMkLst>
        <pc:spChg chg="mod">
          <ac:chgData name="EAST/和田柊平" userId="314b8539-ac08-4018-aae9-55edced55e76" providerId="ADAL" clId="{39B46042-94F0-4AA4-904A-CE62640A5EC3}" dt="2026-06-08T02:47:23.687" v="8476" actId="20577"/>
          <ac:spMkLst>
            <pc:docMk/>
            <pc:sldMk cId="4077101625" sldId="2588"/>
            <ac:spMk id="2" creationId="{CCCB9CEE-995D-BD63-2357-53EFBF8E9FAA}"/>
          </ac:spMkLst>
        </pc:spChg>
        <pc:spChg chg="mod">
          <ac:chgData name="EAST/和田柊平" userId="314b8539-ac08-4018-aae9-55edced55e76" providerId="ADAL" clId="{39B46042-94F0-4AA4-904A-CE62640A5EC3}" dt="2026-06-08T04:06:01.103" v="9108" actId="255"/>
          <ac:spMkLst>
            <pc:docMk/>
            <pc:sldMk cId="4077101625" sldId="2588"/>
            <ac:spMk id="4" creationId="{68551F63-721C-128C-5BC6-EF48BF640B05}"/>
          </ac:spMkLst>
        </pc:spChg>
      </pc:sldChg>
      <pc:sldChg chg="addSp modSp mod ord modNotesTx">
        <pc:chgData name="EAST/和田柊平" userId="314b8539-ac08-4018-aae9-55edced55e76" providerId="ADAL" clId="{39B46042-94F0-4AA4-904A-CE62640A5EC3}" dt="2026-06-08T04:06:34.579" v="9119" actId="20577"/>
        <pc:sldMkLst>
          <pc:docMk/>
          <pc:sldMk cId="2227012190" sldId="2589"/>
        </pc:sldMkLst>
        <pc:spChg chg="mod">
          <ac:chgData name="EAST/和田柊平" userId="314b8539-ac08-4018-aae9-55edced55e76" providerId="ADAL" clId="{39B46042-94F0-4AA4-904A-CE62640A5EC3}" dt="2026-06-08T02:58:45.707" v="9000" actId="20577"/>
          <ac:spMkLst>
            <pc:docMk/>
            <pc:sldMk cId="2227012190" sldId="2589"/>
            <ac:spMk id="2" creationId="{DFDC833F-88E9-B4CA-FDA0-40F70AC2FF7A}"/>
          </ac:spMkLst>
        </pc:spChg>
        <pc:spChg chg="mod">
          <ac:chgData name="EAST/和田柊平" userId="314b8539-ac08-4018-aae9-55edced55e76" providerId="ADAL" clId="{39B46042-94F0-4AA4-904A-CE62640A5EC3}" dt="2026-06-08T04:06:34.579" v="9119" actId="20577"/>
          <ac:spMkLst>
            <pc:docMk/>
            <pc:sldMk cId="2227012190" sldId="2589"/>
            <ac:spMk id="4" creationId="{73D162F3-9735-0FC4-0986-5CA4C54E11B3}"/>
          </ac:spMkLst>
        </pc:spChg>
      </pc:sldChg>
      <pc:sldChg chg="modSp ord">
        <pc:chgData name="EAST/和田柊平" userId="314b8539-ac08-4018-aae9-55edced55e76" providerId="ADAL" clId="{39B46042-94F0-4AA4-904A-CE62640A5EC3}" dt="2026-06-04T05:26:32.601" v="4127" actId="20577"/>
        <pc:sldMkLst>
          <pc:docMk/>
          <pc:sldMk cId="3957733536" sldId="2590"/>
        </pc:sldMkLst>
        <pc:spChg chg="mod">
          <ac:chgData name="EAST/和田柊平" userId="314b8539-ac08-4018-aae9-55edced55e76" providerId="ADAL" clId="{39B46042-94F0-4AA4-904A-CE62640A5EC3}" dt="2026-06-04T05:26:32.601" v="4127" actId="20577"/>
          <ac:spMkLst>
            <pc:docMk/>
            <pc:sldMk cId="3957733536" sldId="2590"/>
            <ac:spMk id="2" creationId="{5F52FA47-9FA5-7788-7A5B-0997485A763C}"/>
          </ac:spMkLst>
        </pc:spChg>
      </pc:sldChg>
      <pc:sldChg chg="ord">
        <pc:chgData name="EAST/和田柊平" userId="314b8539-ac08-4018-aae9-55edced55e76" providerId="ADAL" clId="{39B46042-94F0-4AA4-904A-CE62640A5EC3}" dt="2026-06-04T05:24:26.781" v="4101"/>
        <pc:sldMkLst>
          <pc:docMk/>
          <pc:sldMk cId="1404169927" sldId="2591"/>
        </pc:sldMkLst>
      </pc:sldChg>
      <pc:sldChg chg="modNotesTx">
        <pc:chgData name="EAST/和田柊平" userId="314b8539-ac08-4018-aae9-55edced55e76" providerId="ADAL" clId="{39B46042-94F0-4AA4-904A-CE62640A5EC3}" dt="2026-06-05T02:58:46.526" v="4737" actId="20577"/>
        <pc:sldMkLst>
          <pc:docMk/>
          <pc:sldMk cId="523016390" sldId="2596"/>
        </pc:sldMkLst>
      </pc:sldChg>
      <pc:sldChg chg="modSp mod modNotesTx">
        <pc:chgData name="EAST/和田柊平" userId="314b8539-ac08-4018-aae9-55edced55e76" providerId="ADAL" clId="{39B46042-94F0-4AA4-904A-CE62640A5EC3}" dt="2026-06-08T07:52:35.618" v="11545" actId="20577"/>
        <pc:sldMkLst>
          <pc:docMk/>
          <pc:sldMk cId="152424389" sldId="2597"/>
        </pc:sldMkLst>
        <pc:spChg chg="mod">
          <ac:chgData name="EAST/和田柊平" userId="314b8539-ac08-4018-aae9-55edced55e76" providerId="ADAL" clId="{39B46042-94F0-4AA4-904A-CE62640A5EC3}" dt="2026-06-04T05:27:14.421" v="4131" actId="27636"/>
          <ac:spMkLst>
            <pc:docMk/>
            <pc:sldMk cId="152424389" sldId="2597"/>
            <ac:spMk id="2" creationId="{80C483E6-7B51-EAEC-E975-B3D5F5DADC59}"/>
          </ac:spMkLst>
        </pc:spChg>
      </pc:sldChg>
      <pc:sldChg chg="modSp mod modNotesTx">
        <pc:chgData name="EAST/和田柊平" userId="314b8539-ac08-4018-aae9-55edced55e76" providerId="ADAL" clId="{39B46042-94F0-4AA4-904A-CE62640A5EC3}" dt="2026-06-05T02:59:09.358" v="4739" actId="20577"/>
        <pc:sldMkLst>
          <pc:docMk/>
          <pc:sldMk cId="3769303149" sldId="2598"/>
        </pc:sldMkLst>
        <pc:spChg chg="mod">
          <ac:chgData name="EAST/和田柊平" userId="314b8539-ac08-4018-aae9-55edced55e76" providerId="ADAL" clId="{39B46042-94F0-4AA4-904A-CE62640A5EC3}" dt="2026-06-04T02:41:39.735" v="497" actId="20577"/>
          <ac:spMkLst>
            <pc:docMk/>
            <pc:sldMk cId="3769303149" sldId="2598"/>
            <ac:spMk id="2" creationId="{8A93D82E-C818-86CE-6BA2-02F96C865AD9}"/>
          </ac:spMkLst>
        </pc:spChg>
      </pc:sldChg>
      <pc:sldChg chg="addSp modSp mod">
        <pc:chgData name="EAST/和田柊平" userId="314b8539-ac08-4018-aae9-55edced55e76" providerId="ADAL" clId="{39B46042-94F0-4AA4-904A-CE62640A5EC3}" dt="2026-06-04T06:10:42.190" v="4233" actId="113"/>
        <pc:sldMkLst>
          <pc:docMk/>
          <pc:sldMk cId="1241212404" sldId="2599"/>
        </pc:sldMkLst>
        <pc:spChg chg="mod">
          <ac:chgData name="EAST/和田柊平" userId="314b8539-ac08-4018-aae9-55edced55e76" providerId="ADAL" clId="{39B46042-94F0-4AA4-904A-CE62640A5EC3}" dt="2026-06-04T06:10:42.190" v="4233" actId="113"/>
          <ac:spMkLst>
            <pc:docMk/>
            <pc:sldMk cId="1241212404" sldId="2599"/>
            <ac:spMk id="4" creationId="{D0619F5B-54FC-A2DA-6F91-D272C5D7A489}"/>
          </ac:spMkLst>
        </pc:spChg>
      </pc:sldChg>
      <pc:sldChg chg="addSp modSp mod ord modNotesTx">
        <pc:chgData name="EAST/和田柊平" userId="314b8539-ac08-4018-aae9-55edced55e76" providerId="ADAL" clId="{39B46042-94F0-4AA4-904A-CE62640A5EC3}" dt="2026-06-08T02:59:39.983" v="9036" actId="20577"/>
        <pc:sldMkLst>
          <pc:docMk/>
          <pc:sldMk cId="3744181181" sldId="2600"/>
        </pc:sldMkLst>
        <pc:spChg chg="mod">
          <ac:chgData name="EAST/和田柊平" userId="314b8539-ac08-4018-aae9-55edced55e76" providerId="ADAL" clId="{39B46042-94F0-4AA4-904A-CE62640A5EC3}" dt="2026-06-08T02:42:40.751" v="7966" actId="20577"/>
          <ac:spMkLst>
            <pc:docMk/>
            <pc:sldMk cId="3744181181" sldId="2600"/>
            <ac:spMk id="2" creationId="{1ED0AC25-4DA1-86CF-193D-5CF3AF703154}"/>
          </ac:spMkLst>
        </pc:spChg>
        <pc:spChg chg="add mod">
          <ac:chgData name="EAST/和田柊平" userId="314b8539-ac08-4018-aae9-55edced55e76" providerId="ADAL" clId="{39B46042-94F0-4AA4-904A-CE62640A5EC3}" dt="2026-06-08T02:43:25.941" v="7975" actId="1076"/>
          <ac:spMkLst>
            <pc:docMk/>
            <pc:sldMk cId="3744181181" sldId="2600"/>
            <ac:spMk id="3" creationId="{C19C7190-6F3C-14D2-D77A-35B395362AC8}"/>
          </ac:spMkLst>
        </pc:spChg>
      </pc:sldChg>
      <pc:sldChg chg="modSp mod ord">
        <pc:chgData name="EAST/和田柊平" userId="314b8539-ac08-4018-aae9-55edced55e76" providerId="ADAL" clId="{39B46042-94F0-4AA4-904A-CE62640A5EC3}" dt="2026-06-08T07:53:40.935" v="11548" actId="20577"/>
        <pc:sldMkLst>
          <pc:docMk/>
          <pc:sldMk cId="1235866794" sldId="2603"/>
        </pc:sldMkLst>
        <pc:spChg chg="mod">
          <ac:chgData name="EAST/和田柊平" userId="314b8539-ac08-4018-aae9-55edced55e76" providerId="ADAL" clId="{39B46042-94F0-4AA4-904A-CE62640A5EC3}" dt="2026-06-08T07:53:40.935" v="11548" actId="20577"/>
          <ac:spMkLst>
            <pc:docMk/>
            <pc:sldMk cId="1235866794" sldId="2603"/>
            <ac:spMk id="2" creationId="{52D622FA-CB6B-DF9F-2C09-ADCDDF2CFD44}"/>
          </ac:spMkLst>
        </pc:spChg>
      </pc:sldChg>
      <pc:sldChg chg="modSp ord">
        <pc:chgData name="EAST/和田柊平" userId="314b8539-ac08-4018-aae9-55edced55e76" providerId="ADAL" clId="{39B46042-94F0-4AA4-904A-CE62640A5EC3}" dt="2026-06-08T07:24:38.551" v="10565" actId="20577"/>
        <pc:sldMkLst>
          <pc:docMk/>
          <pc:sldMk cId="4068897006" sldId="2604"/>
        </pc:sldMkLst>
        <pc:spChg chg="mod">
          <ac:chgData name="EAST/和田柊平" userId="314b8539-ac08-4018-aae9-55edced55e76" providerId="ADAL" clId="{39B46042-94F0-4AA4-904A-CE62640A5EC3}" dt="2026-06-08T07:24:38.551" v="10565" actId="20577"/>
          <ac:spMkLst>
            <pc:docMk/>
            <pc:sldMk cId="4068897006" sldId="2604"/>
            <ac:spMk id="4" creationId="{B58AA1DA-048D-61B0-3BB8-9F532200CF5F}"/>
          </ac:spMkLst>
        </pc:spChg>
      </pc:sldChg>
      <pc:sldChg chg="modSp mod modNotesTx">
        <pc:chgData name="EAST/和田柊平" userId="314b8539-ac08-4018-aae9-55edced55e76" providerId="ADAL" clId="{39B46042-94F0-4AA4-904A-CE62640A5EC3}" dt="2026-06-08T05:44:04.168" v="9511" actId="1035"/>
        <pc:sldMkLst>
          <pc:docMk/>
          <pc:sldMk cId="948537170" sldId="2612"/>
        </pc:sldMkLst>
        <pc:spChg chg="mod">
          <ac:chgData name="EAST/和田柊平" userId="314b8539-ac08-4018-aae9-55edced55e76" providerId="ADAL" clId="{39B46042-94F0-4AA4-904A-CE62640A5EC3}" dt="2026-06-08T05:44:04.168" v="9511" actId="1035"/>
          <ac:spMkLst>
            <pc:docMk/>
            <pc:sldMk cId="948537170" sldId="2612"/>
            <ac:spMk id="11" creationId="{E158728F-DF30-70D3-185E-B3D5D2E60668}"/>
          </ac:spMkLst>
        </pc:spChg>
        <pc:graphicFrameChg chg="mod modGraphic">
          <ac:chgData name="EAST/和田柊平" userId="314b8539-ac08-4018-aae9-55edced55e76" providerId="ADAL" clId="{39B46042-94F0-4AA4-904A-CE62640A5EC3}" dt="2026-06-08T05:43:40.620" v="9495" actId="14100"/>
          <ac:graphicFrameMkLst>
            <pc:docMk/>
            <pc:sldMk cId="948537170" sldId="2612"/>
            <ac:graphicFrameMk id="9" creationId="{AA9CA59E-0844-582B-98A8-570F64CC1016}"/>
          </ac:graphicFrameMkLst>
        </pc:graphicFrameChg>
      </pc:sldChg>
      <pc:sldChg chg="addSp delSp modSp add mod modAnim modNotesTx">
        <pc:chgData name="EAST/和田柊平" userId="314b8539-ac08-4018-aae9-55edced55e76" providerId="ADAL" clId="{39B46042-94F0-4AA4-904A-CE62640A5EC3}" dt="2026-06-05T02:48:34.556" v="4340" actId="20577"/>
        <pc:sldMkLst>
          <pc:docMk/>
          <pc:sldMk cId="1915107383" sldId="2614"/>
        </pc:sldMkLst>
        <pc:spChg chg="mod">
          <ac:chgData name="EAST/和田柊平" userId="314b8539-ac08-4018-aae9-55edced55e76" providerId="ADAL" clId="{39B46042-94F0-4AA4-904A-CE62640A5EC3}" dt="2026-06-04T02:44:36.834" v="611" actId="20577"/>
          <ac:spMkLst>
            <pc:docMk/>
            <pc:sldMk cId="1915107383" sldId="2614"/>
            <ac:spMk id="2" creationId="{A1358705-9BB2-9692-BE59-2B6A006564FB}"/>
          </ac:spMkLst>
        </pc:spChg>
        <pc:spChg chg="mod">
          <ac:chgData name="EAST/和田柊平" userId="314b8539-ac08-4018-aae9-55edced55e76" providerId="ADAL" clId="{39B46042-94F0-4AA4-904A-CE62640A5EC3}" dt="2026-06-04T04:32:18.770" v="1578" actId="20577"/>
          <ac:spMkLst>
            <pc:docMk/>
            <pc:sldMk cId="1915107383" sldId="2614"/>
            <ac:spMk id="4" creationId="{9675EA69-EECF-D75B-97DC-0F82AAF276FB}"/>
          </ac:spMkLst>
        </pc:spChg>
        <pc:picChg chg="add mod">
          <ac:chgData name="EAST/和田柊平" userId="314b8539-ac08-4018-aae9-55edced55e76" providerId="ADAL" clId="{39B46042-94F0-4AA4-904A-CE62640A5EC3}" dt="2026-06-04T02:58:16.149" v="826" actId="1076"/>
          <ac:picMkLst>
            <pc:docMk/>
            <pc:sldMk cId="1915107383" sldId="2614"/>
            <ac:picMk id="6" creationId="{1C75AE19-4119-C436-166B-2C8135A5B185}"/>
          </ac:picMkLst>
        </pc:picChg>
      </pc:sldChg>
      <pc:sldChg chg="modSp add mod modAnim modNotesTx">
        <pc:chgData name="EAST/和田柊平" userId="314b8539-ac08-4018-aae9-55edced55e76" providerId="ADAL" clId="{39B46042-94F0-4AA4-904A-CE62640A5EC3}" dt="2026-06-08T04:28:27.085" v="9471" actId="20577"/>
        <pc:sldMkLst>
          <pc:docMk/>
          <pc:sldMk cId="3476745104" sldId="2615"/>
        </pc:sldMkLst>
        <pc:spChg chg="mod">
          <ac:chgData name="EAST/和田柊平" userId="314b8539-ac08-4018-aae9-55edced55e76" providerId="ADAL" clId="{39B46042-94F0-4AA4-904A-CE62640A5EC3}" dt="2026-06-04T04:04:49.842" v="966" actId="20577"/>
          <ac:spMkLst>
            <pc:docMk/>
            <pc:sldMk cId="3476745104" sldId="2615"/>
            <ac:spMk id="2" creationId="{266FF9FF-003F-07A9-A15A-0235661428E9}"/>
          </ac:spMkLst>
        </pc:spChg>
        <pc:spChg chg="mod">
          <ac:chgData name="EAST/和田柊平" userId="314b8539-ac08-4018-aae9-55edced55e76" providerId="ADAL" clId="{39B46042-94F0-4AA4-904A-CE62640A5EC3}" dt="2026-06-08T04:27:40.689" v="9358" actId="20577"/>
          <ac:spMkLst>
            <pc:docMk/>
            <pc:sldMk cId="3476745104" sldId="2615"/>
            <ac:spMk id="4" creationId="{DC6C5D38-F693-C093-9912-80F6C060D74B}"/>
          </ac:spMkLst>
        </pc:spChg>
      </pc:sldChg>
      <pc:sldChg chg="addSp delSp modSp add mod modAnim modNotesTx">
        <pc:chgData name="EAST/和田柊平" userId="314b8539-ac08-4018-aae9-55edced55e76" providerId="ADAL" clId="{39B46042-94F0-4AA4-904A-CE62640A5EC3}" dt="2026-06-05T02:49:53.498" v="4345" actId="20577"/>
        <pc:sldMkLst>
          <pc:docMk/>
          <pc:sldMk cId="3764656922" sldId="2616"/>
        </pc:sldMkLst>
        <pc:spChg chg="mod">
          <ac:chgData name="EAST/和田柊平" userId="314b8539-ac08-4018-aae9-55edced55e76" providerId="ADAL" clId="{39B46042-94F0-4AA4-904A-CE62640A5EC3}" dt="2026-06-04T05:18:46.264" v="4004" actId="20577"/>
          <ac:spMkLst>
            <pc:docMk/>
            <pc:sldMk cId="3764656922" sldId="2616"/>
            <ac:spMk id="2" creationId="{C004130D-3B91-31B4-0708-CBA4B44EFEE9}"/>
          </ac:spMkLst>
        </pc:spChg>
        <pc:spChg chg="mod">
          <ac:chgData name="EAST/和田柊平" userId="314b8539-ac08-4018-aae9-55edced55e76" providerId="ADAL" clId="{39B46042-94F0-4AA4-904A-CE62640A5EC3}" dt="2026-06-05T02:49:53.498" v="4345" actId="20577"/>
          <ac:spMkLst>
            <pc:docMk/>
            <pc:sldMk cId="3764656922" sldId="2616"/>
            <ac:spMk id="4" creationId="{99CC6A28-8731-2A2D-AEAA-C6CF7588AB50}"/>
          </ac:spMkLst>
        </pc:spChg>
        <pc:picChg chg="add mod">
          <ac:chgData name="EAST/和田柊平" userId="314b8539-ac08-4018-aae9-55edced55e76" providerId="ADAL" clId="{39B46042-94F0-4AA4-904A-CE62640A5EC3}" dt="2026-06-04T06:19:07.192" v="4259" actId="1076"/>
          <ac:picMkLst>
            <pc:docMk/>
            <pc:sldMk cId="3764656922" sldId="2616"/>
            <ac:picMk id="9" creationId="{79E02015-C396-DE64-1ECD-C91F23B1E7A3}"/>
          </ac:picMkLst>
        </pc:picChg>
      </pc:sldChg>
      <pc:sldChg chg="addSp delSp modSp add mod modAnim modNotesTx">
        <pc:chgData name="EAST/和田柊平" userId="314b8539-ac08-4018-aae9-55edced55e76" providerId="ADAL" clId="{39B46042-94F0-4AA4-904A-CE62640A5EC3}" dt="2026-06-05T02:41:07.708" v="4296" actId="20577"/>
        <pc:sldMkLst>
          <pc:docMk/>
          <pc:sldMk cId="200320461" sldId="2617"/>
        </pc:sldMkLst>
        <pc:spChg chg="mod">
          <ac:chgData name="EAST/和田柊平" userId="314b8539-ac08-4018-aae9-55edced55e76" providerId="ADAL" clId="{39B46042-94F0-4AA4-904A-CE62640A5EC3}" dt="2026-06-04T05:04:58.833" v="3692" actId="20577"/>
          <ac:spMkLst>
            <pc:docMk/>
            <pc:sldMk cId="200320461" sldId="2617"/>
            <ac:spMk id="2" creationId="{4B45E235-1773-BC8C-EB8D-CB73F7F598E5}"/>
          </ac:spMkLst>
        </pc:spChg>
        <pc:spChg chg="mod">
          <ac:chgData name="EAST/和田柊平" userId="314b8539-ac08-4018-aae9-55edced55e76" providerId="ADAL" clId="{39B46042-94F0-4AA4-904A-CE62640A5EC3}" dt="2026-06-04T05:07:58.093" v="3839" actId="20577"/>
          <ac:spMkLst>
            <pc:docMk/>
            <pc:sldMk cId="200320461" sldId="2617"/>
            <ac:spMk id="4" creationId="{B1A7C9CC-4A3C-8195-37C4-42E5BB5B2C58}"/>
          </ac:spMkLst>
        </pc:spChg>
        <pc:picChg chg="add mod">
          <ac:chgData name="EAST/和田柊平" userId="314b8539-ac08-4018-aae9-55edced55e76" providerId="ADAL" clId="{39B46042-94F0-4AA4-904A-CE62640A5EC3}" dt="2026-06-04T06:15:09.699" v="4244" actId="1076"/>
          <ac:picMkLst>
            <pc:docMk/>
            <pc:sldMk cId="200320461" sldId="2617"/>
            <ac:picMk id="8" creationId="{7EAD9532-D51A-3F1A-BC70-D7649B9FE162}"/>
          </ac:picMkLst>
        </pc:picChg>
      </pc:sldChg>
      <pc:sldChg chg="addSp delSp modSp add mod modNotesTx">
        <pc:chgData name="EAST/和田柊平" userId="314b8539-ac08-4018-aae9-55edced55e76" providerId="ADAL" clId="{39B46042-94F0-4AA4-904A-CE62640A5EC3}" dt="2026-06-05T02:42:12.431" v="4309" actId="20577"/>
        <pc:sldMkLst>
          <pc:docMk/>
          <pc:sldMk cId="1646108366" sldId="2618"/>
        </pc:sldMkLst>
        <pc:spChg chg="mod">
          <ac:chgData name="EAST/和田柊平" userId="314b8539-ac08-4018-aae9-55edced55e76" providerId="ADAL" clId="{39B46042-94F0-4AA4-904A-CE62640A5EC3}" dt="2026-06-04T05:09:37.101" v="3856" actId="20577"/>
          <ac:spMkLst>
            <pc:docMk/>
            <pc:sldMk cId="1646108366" sldId="2618"/>
            <ac:spMk id="2" creationId="{C024A2C3-4D1D-82E2-DC82-70B9B5AC6153}"/>
          </ac:spMkLst>
        </pc:spChg>
        <pc:spChg chg="mod">
          <ac:chgData name="EAST/和田柊平" userId="314b8539-ac08-4018-aae9-55edced55e76" providerId="ADAL" clId="{39B46042-94F0-4AA4-904A-CE62640A5EC3}" dt="2026-06-05T02:21:48.434" v="4282" actId="20577"/>
          <ac:spMkLst>
            <pc:docMk/>
            <pc:sldMk cId="1646108366" sldId="2618"/>
            <ac:spMk id="4" creationId="{69BAF819-A04F-A95F-D0C0-34D4F7461B54}"/>
          </ac:spMkLst>
        </pc:spChg>
        <pc:picChg chg="add mod">
          <ac:chgData name="EAST/和田柊平" userId="314b8539-ac08-4018-aae9-55edced55e76" providerId="ADAL" clId="{39B46042-94F0-4AA4-904A-CE62640A5EC3}" dt="2026-06-04T06:16:18.840" v="4250" actId="1076"/>
          <ac:picMkLst>
            <pc:docMk/>
            <pc:sldMk cId="1646108366" sldId="2618"/>
            <ac:picMk id="8" creationId="{7EC7108C-BE4C-65CC-60F4-C4D85F9553B2}"/>
          </ac:picMkLst>
        </pc:picChg>
      </pc:sldChg>
      <pc:sldChg chg="addSp modSp add mod modAnim modNotes modNotesTx">
        <pc:chgData name="EAST/和田柊平" userId="314b8539-ac08-4018-aae9-55edced55e76" providerId="ADAL" clId="{39B46042-94F0-4AA4-904A-CE62640A5EC3}" dt="2026-06-08T02:58:25.598" v="8948" actId="27636"/>
        <pc:sldMkLst>
          <pc:docMk/>
          <pc:sldMk cId="2286128" sldId="2620"/>
        </pc:sldMkLst>
        <pc:spChg chg="mod">
          <ac:chgData name="EAST/和田柊平" userId="314b8539-ac08-4018-aae9-55edced55e76" providerId="ADAL" clId="{39B46042-94F0-4AA4-904A-CE62640A5EC3}" dt="2026-06-08T02:18:18.153" v="7871" actId="20577"/>
          <ac:spMkLst>
            <pc:docMk/>
            <pc:sldMk cId="2286128" sldId="2620"/>
            <ac:spMk id="2" creationId="{B4E564F1-4658-A9E1-CD50-BADDBF8738CC}"/>
          </ac:spMkLst>
        </pc:spChg>
        <pc:spChg chg="mod">
          <ac:chgData name="EAST/和田柊平" userId="314b8539-ac08-4018-aae9-55edced55e76" providerId="ADAL" clId="{39B46042-94F0-4AA4-904A-CE62640A5EC3}" dt="2026-06-08T02:17:23.729" v="7864" actId="20577"/>
          <ac:spMkLst>
            <pc:docMk/>
            <pc:sldMk cId="2286128" sldId="2620"/>
            <ac:spMk id="4" creationId="{7FD3B8F3-A053-D44D-95A3-3270052648A4}"/>
          </ac:spMkLst>
        </pc:spChg>
      </pc:sldChg>
      <pc:sldChg chg="addSp modSp add mod modAnim modNotes modNotesTx">
        <pc:chgData name="EAST/和田柊平" userId="314b8539-ac08-4018-aae9-55edced55e76" providerId="ADAL" clId="{39B46042-94F0-4AA4-904A-CE62640A5EC3}" dt="2026-06-08T02:58:25.605" v="8949" actId="27636"/>
        <pc:sldMkLst>
          <pc:docMk/>
          <pc:sldMk cId="3008273960" sldId="2621"/>
        </pc:sldMkLst>
        <pc:spChg chg="mod">
          <ac:chgData name="EAST/和田柊平" userId="314b8539-ac08-4018-aae9-55edced55e76" providerId="ADAL" clId="{39B46042-94F0-4AA4-904A-CE62640A5EC3}" dt="2026-06-08T02:25:55.760" v="7909" actId="20577"/>
          <ac:spMkLst>
            <pc:docMk/>
            <pc:sldMk cId="3008273960" sldId="2621"/>
            <ac:spMk id="2" creationId="{865C1B93-34E6-4CBF-0F96-BED689A1E3F2}"/>
          </ac:spMkLst>
        </pc:spChg>
        <pc:spChg chg="mod">
          <ac:chgData name="EAST/和田柊平" userId="314b8539-ac08-4018-aae9-55edced55e76" providerId="ADAL" clId="{39B46042-94F0-4AA4-904A-CE62640A5EC3}" dt="2026-06-05T06:42:07.268" v="6320" actId="20577"/>
          <ac:spMkLst>
            <pc:docMk/>
            <pc:sldMk cId="3008273960" sldId="2621"/>
            <ac:spMk id="4" creationId="{FDEEE2F1-317D-9656-EDEE-61A5A1FCD12E}"/>
          </ac:spMkLst>
        </pc:spChg>
      </pc:sldChg>
      <pc:sldChg chg="addSp modSp add mod modNotes modNotesTx">
        <pc:chgData name="EAST/和田柊平" userId="314b8539-ac08-4018-aae9-55edced55e76" providerId="ADAL" clId="{39B46042-94F0-4AA4-904A-CE62640A5EC3}" dt="2026-06-08T02:58:25.614" v="8950" actId="27636"/>
        <pc:sldMkLst>
          <pc:docMk/>
          <pc:sldMk cId="3548435111" sldId="2622"/>
        </pc:sldMkLst>
        <pc:spChg chg="mod">
          <ac:chgData name="EAST/和田柊平" userId="314b8539-ac08-4018-aae9-55edced55e76" providerId="ADAL" clId="{39B46042-94F0-4AA4-904A-CE62640A5EC3}" dt="2026-06-05T06:38:53.698" v="6198" actId="20577"/>
          <ac:spMkLst>
            <pc:docMk/>
            <pc:sldMk cId="3548435111" sldId="2622"/>
            <ac:spMk id="2" creationId="{B10CE1F4-DE77-63FA-4886-174B0C340AD8}"/>
          </ac:spMkLst>
        </pc:spChg>
        <pc:spChg chg="mod">
          <ac:chgData name="EAST/和田柊平" userId="314b8539-ac08-4018-aae9-55edced55e76" providerId="ADAL" clId="{39B46042-94F0-4AA4-904A-CE62640A5EC3}" dt="2026-06-05T06:45:19.289" v="6340" actId="20577"/>
          <ac:spMkLst>
            <pc:docMk/>
            <pc:sldMk cId="3548435111" sldId="2622"/>
            <ac:spMk id="4" creationId="{E3A934A3-73AB-8AFB-9F09-F482FE4B302D}"/>
          </ac:spMkLst>
        </pc:spChg>
      </pc:sldChg>
      <pc:sldChg chg="addSp modSp add mod modAnim modNotes modNotesTx">
        <pc:chgData name="EAST/和田柊平" userId="314b8539-ac08-4018-aae9-55edced55e76" providerId="ADAL" clId="{39B46042-94F0-4AA4-904A-CE62640A5EC3}" dt="2026-06-08T07:20:59.141" v="10260" actId="27636"/>
        <pc:sldMkLst>
          <pc:docMk/>
          <pc:sldMk cId="1988064624" sldId="2623"/>
        </pc:sldMkLst>
        <pc:spChg chg="mod">
          <ac:chgData name="EAST/和田柊平" userId="314b8539-ac08-4018-aae9-55edced55e76" providerId="ADAL" clId="{39B46042-94F0-4AA4-904A-CE62640A5EC3}" dt="2026-06-05T07:02:33.946" v="7037" actId="1076"/>
          <ac:spMkLst>
            <pc:docMk/>
            <pc:sldMk cId="1988064624" sldId="2623"/>
            <ac:spMk id="2" creationId="{16ECAF33-FEEB-A9C5-23DA-C328531E818F}"/>
          </ac:spMkLst>
        </pc:spChg>
        <pc:spChg chg="mod">
          <ac:chgData name="EAST/和田柊平" userId="314b8539-ac08-4018-aae9-55edced55e76" providerId="ADAL" clId="{39B46042-94F0-4AA4-904A-CE62640A5EC3}" dt="2026-06-08T04:23:24.948" v="9293" actId="20577"/>
          <ac:spMkLst>
            <pc:docMk/>
            <pc:sldMk cId="1988064624" sldId="2623"/>
            <ac:spMk id="4" creationId="{9A4308EA-D7F1-3B42-52E0-AC34D6763C4E}"/>
          </ac:spMkLst>
        </pc:spChg>
      </pc:sldChg>
      <pc:sldChg chg="addSp modSp add mod modAnim modNotes modNotesTx">
        <pc:chgData name="EAST/和田柊平" userId="314b8539-ac08-4018-aae9-55edced55e76" providerId="ADAL" clId="{39B46042-94F0-4AA4-904A-CE62640A5EC3}" dt="2026-06-08T07:20:59.166" v="10261" actId="27636"/>
        <pc:sldMkLst>
          <pc:docMk/>
          <pc:sldMk cId="2905712137" sldId="2624"/>
        </pc:sldMkLst>
        <pc:spChg chg="mod">
          <ac:chgData name="EAST/和田柊平" userId="314b8539-ac08-4018-aae9-55edced55e76" providerId="ADAL" clId="{39B46042-94F0-4AA4-904A-CE62640A5EC3}" dt="2026-06-05T07:04:20.008" v="7043" actId="1076"/>
          <ac:spMkLst>
            <pc:docMk/>
            <pc:sldMk cId="2905712137" sldId="2624"/>
            <ac:spMk id="2" creationId="{6896DAA7-6FC6-EE9B-F82F-C15C1A1BE9C3}"/>
          </ac:spMkLst>
        </pc:spChg>
        <pc:spChg chg="mod">
          <ac:chgData name="EAST/和田柊平" userId="314b8539-ac08-4018-aae9-55edced55e76" providerId="ADAL" clId="{39B46042-94F0-4AA4-904A-CE62640A5EC3}" dt="2026-06-08T04:23:37.191" v="9306" actId="20577"/>
          <ac:spMkLst>
            <pc:docMk/>
            <pc:sldMk cId="2905712137" sldId="2624"/>
            <ac:spMk id="4" creationId="{99A6B27F-DDA8-5E64-4F65-50660E54F9C6}"/>
          </ac:spMkLst>
        </pc:spChg>
      </pc:sldChg>
      <pc:sldChg chg="addSp delSp modSp add mod modAnim modNotes modNotesTx">
        <pc:chgData name="EAST/和田柊平" userId="314b8539-ac08-4018-aae9-55edced55e76" providerId="ADAL" clId="{39B46042-94F0-4AA4-904A-CE62640A5EC3}" dt="2026-06-08T07:20:59.203" v="10263" actId="27636"/>
        <pc:sldMkLst>
          <pc:docMk/>
          <pc:sldMk cId="2640119312" sldId="2625"/>
        </pc:sldMkLst>
        <pc:spChg chg="mod">
          <ac:chgData name="EAST/和田柊平" userId="314b8539-ac08-4018-aae9-55edced55e76" providerId="ADAL" clId="{39B46042-94F0-4AA4-904A-CE62640A5EC3}" dt="2026-06-05T07:17:14.421" v="7502" actId="20577"/>
          <ac:spMkLst>
            <pc:docMk/>
            <pc:sldMk cId="2640119312" sldId="2625"/>
            <ac:spMk id="2" creationId="{C44AA3C0-061B-09E1-67D9-AD8AE122C51B}"/>
          </ac:spMkLst>
        </pc:spChg>
        <pc:spChg chg="add mod">
          <ac:chgData name="EAST/和田柊平" userId="314b8539-ac08-4018-aae9-55edced55e76" providerId="ADAL" clId="{39B46042-94F0-4AA4-904A-CE62640A5EC3}" dt="2026-06-08T04:24:03.265" v="9320" actId="20577"/>
          <ac:spMkLst>
            <pc:docMk/>
            <pc:sldMk cId="2640119312" sldId="2625"/>
            <ac:spMk id="3" creationId="{8435C41E-BCB3-025D-D377-1C5F12AA95F1}"/>
          </ac:spMkLst>
        </pc:spChg>
      </pc:sldChg>
      <pc:sldChg chg="addSp delSp modSp add mod modAnim modNotes modNotesTx">
        <pc:chgData name="EAST/和田柊平" userId="314b8539-ac08-4018-aae9-55edced55e76" providerId="ADAL" clId="{39B46042-94F0-4AA4-904A-CE62640A5EC3}" dt="2026-06-08T07:20:59.219" v="10264" actId="27636"/>
        <pc:sldMkLst>
          <pc:docMk/>
          <pc:sldMk cId="3285190190" sldId="2626"/>
        </pc:sldMkLst>
        <pc:spChg chg="mod">
          <ac:chgData name="EAST/和田柊平" userId="314b8539-ac08-4018-aae9-55edced55e76" providerId="ADAL" clId="{39B46042-94F0-4AA4-904A-CE62640A5EC3}" dt="2026-06-08T04:17:04.730" v="9147" actId="1076"/>
          <ac:spMkLst>
            <pc:docMk/>
            <pc:sldMk cId="3285190190" sldId="2626"/>
            <ac:spMk id="2" creationId="{0DF9CEBE-373E-60FD-3BB1-A73CAD6C7987}"/>
          </ac:spMkLst>
        </pc:spChg>
        <pc:spChg chg="add mod">
          <ac:chgData name="EAST/和田柊平" userId="314b8539-ac08-4018-aae9-55edced55e76" providerId="ADAL" clId="{39B46042-94F0-4AA4-904A-CE62640A5EC3}" dt="2026-06-08T04:19:35.002" v="9161" actId="113"/>
          <ac:spMkLst>
            <pc:docMk/>
            <pc:sldMk cId="3285190190" sldId="2626"/>
            <ac:spMk id="11" creationId="{33638942-711F-7741-F97A-894FCB327A85}"/>
          </ac:spMkLst>
        </pc:spChg>
      </pc:sldChg>
      <pc:sldChg chg="addSp delSp modSp add mod modAnim modNotesTx">
        <pc:chgData name="EAST/和田柊平" userId="314b8539-ac08-4018-aae9-55edced55e76" providerId="ADAL" clId="{39B46042-94F0-4AA4-904A-CE62640A5EC3}" dt="2026-06-08T04:02:17.968" v="9107" actId="20577"/>
        <pc:sldMkLst>
          <pc:docMk/>
          <pc:sldMk cId="900391416" sldId="2627"/>
        </pc:sldMkLst>
        <pc:spChg chg="mod">
          <ac:chgData name="EAST/和田柊平" userId="314b8539-ac08-4018-aae9-55edced55e76" providerId="ADAL" clId="{39B46042-94F0-4AA4-904A-CE62640A5EC3}" dt="2026-06-08T03:02:07.113" v="9071" actId="20577"/>
          <ac:spMkLst>
            <pc:docMk/>
            <pc:sldMk cId="900391416" sldId="2627"/>
            <ac:spMk id="2" creationId="{F180A0E9-97F8-841D-8180-D9CFCC935666}"/>
          </ac:spMkLst>
        </pc:spChg>
        <pc:spChg chg="add mod">
          <ac:chgData name="EAST/和田柊平" userId="314b8539-ac08-4018-aae9-55edced55e76" providerId="ADAL" clId="{39B46042-94F0-4AA4-904A-CE62640A5EC3}" dt="2026-06-08T03:03:12.458" v="9093" actId="255"/>
          <ac:spMkLst>
            <pc:docMk/>
            <pc:sldMk cId="900391416" sldId="2627"/>
            <ac:spMk id="8" creationId="{F0DD2AF1-EC81-BA61-6EB1-5B5A39254CCA}"/>
          </ac:spMkLst>
        </pc:spChg>
      </pc:sldChg>
      <pc:sldChg chg="add">
        <pc:chgData name="EAST/和田柊平" userId="314b8539-ac08-4018-aae9-55edced55e76" providerId="ADAL" clId="{39B46042-94F0-4AA4-904A-CE62640A5EC3}" dt="2026-06-08T05:46:18.526" v="9515"/>
        <pc:sldMkLst>
          <pc:docMk/>
          <pc:sldMk cId="1255134978" sldId="2628"/>
        </pc:sldMkLst>
      </pc:sldChg>
      <pc:sldChg chg="addSp modSp add mod modAnim modNotes modNotesTx">
        <pc:chgData name="EAST/和田柊平" userId="314b8539-ac08-4018-aae9-55edced55e76" providerId="ADAL" clId="{39B46042-94F0-4AA4-904A-CE62640A5EC3}" dt="2026-06-08T07:56:36.344" v="11558" actId="20577"/>
        <pc:sldMkLst>
          <pc:docMk/>
          <pc:sldMk cId="3514912003" sldId="2629"/>
        </pc:sldMkLst>
        <pc:spChg chg="mod">
          <ac:chgData name="EAST/和田柊平" userId="314b8539-ac08-4018-aae9-55edced55e76" providerId="ADAL" clId="{39B46042-94F0-4AA4-904A-CE62640A5EC3}" dt="2026-06-08T07:46:50.958" v="11200" actId="20577"/>
          <ac:spMkLst>
            <pc:docMk/>
            <pc:sldMk cId="3514912003" sldId="2629"/>
            <ac:spMk id="2" creationId="{05305983-4174-E66A-9461-8E58B415C400}"/>
          </ac:spMkLst>
        </pc:spChg>
        <pc:spChg chg="mod">
          <ac:chgData name="EAST/和田柊平" userId="314b8539-ac08-4018-aae9-55edced55e76" providerId="ADAL" clId="{39B46042-94F0-4AA4-904A-CE62640A5EC3}" dt="2026-06-08T07:56:36.344" v="11558" actId="20577"/>
          <ac:spMkLst>
            <pc:docMk/>
            <pc:sldMk cId="3514912003" sldId="2629"/>
            <ac:spMk id="4" creationId="{3C3E9DBF-302D-BD55-4147-27BF8A972F78}"/>
          </ac:spMkLst>
        </pc:spChg>
      </pc:sldChg>
      <pc:sldMasterChg chg="delSldLayout">
        <pc:chgData name="EAST/和田柊平" userId="314b8539-ac08-4018-aae9-55edced55e76" providerId="ADAL" clId="{39B46042-94F0-4AA4-904A-CE62640A5EC3}" dt="2026-06-05T03:02:55.579" v="4761" actId="47"/>
        <pc:sldMasterMkLst>
          <pc:docMk/>
          <pc:sldMasterMk cId="3335085557" sldId="2147483892"/>
        </pc:sldMasterMkLst>
      </pc:sldMasterChg>
    </pc:docChg>
  </pc:docChgLst>
  <pc:docChgLst>
    <pc:chgData name="EAST/毛海 直樹" userId="e5343150-16c0-4a78-93de-87362e9ada33" providerId="ADAL" clId="{8A53EBC0-F97F-403F-B6D9-C95740CE7A18}"/>
    <pc:docChg chg="custSel addSld delSld modSld modSection">
      <pc:chgData name="EAST/毛海 直樹" userId="e5343150-16c0-4a78-93de-87362e9ada33" providerId="ADAL" clId="{8A53EBC0-F97F-403F-B6D9-C95740CE7A18}" dt="2026-06-17T04:54:35.251" v="51" actId="1038"/>
      <pc:docMkLst>
        <pc:docMk/>
      </pc:docMkLst>
      <pc:sldChg chg="addSp delSp modSp add del mod">
        <pc:chgData name="EAST/毛海 直樹" userId="e5343150-16c0-4a78-93de-87362e9ada33" providerId="ADAL" clId="{8A53EBC0-F97F-403F-B6D9-C95740CE7A18}" dt="2026-06-17T04:53:17.646" v="2" actId="2696"/>
        <pc:sldMkLst>
          <pc:docMk/>
          <pc:sldMk cId="3151240820" sldId="2147476585"/>
        </pc:sldMkLst>
        <pc:spChg chg="add mod">
          <ac:chgData name="EAST/毛海 直樹" userId="e5343150-16c0-4a78-93de-87362e9ada33" providerId="ADAL" clId="{8A53EBC0-F97F-403F-B6D9-C95740CE7A18}" dt="2026-06-17T04:53:10.678" v="1" actId="478"/>
          <ac:spMkLst>
            <pc:docMk/>
            <pc:sldMk cId="3151240820" sldId="2147476585"/>
            <ac:spMk id="7" creationId="{723755AA-7E60-D3F1-C331-A97608385FDC}"/>
          </ac:spMkLst>
        </pc:spChg>
        <pc:picChg chg="del">
          <ac:chgData name="EAST/毛海 直樹" userId="e5343150-16c0-4a78-93de-87362e9ada33" providerId="ADAL" clId="{8A53EBC0-F97F-403F-B6D9-C95740CE7A18}" dt="2026-06-17T04:53:10.678" v="1" actId="478"/>
          <ac:picMkLst>
            <pc:docMk/>
            <pc:sldMk cId="3151240820" sldId="2147476585"/>
            <ac:picMk id="5" creationId="{F845BBA5-295E-3A01-A0C0-E8D442567EB4}"/>
          </ac:picMkLst>
        </pc:picChg>
      </pc:sldChg>
      <pc:sldChg chg="addSp delSp modSp new mod">
        <pc:chgData name="EAST/毛海 直樹" userId="e5343150-16c0-4a78-93de-87362e9ada33" providerId="ADAL" clId="{8A53EBC0-F97F-403F-B6D9-C95740CE7A18}" dt="2026-06-17T04:54:35.251" v="51" actId="1038"/>
        <pc:sldMkLst>
          <pc:docMk/>
          <pc:sldMk cId="4156305548" sldId="2147476585"/>
        </pc:sldMkLst>
        <pc:spChg chg="del">
          <ac:chgData name="EAST/毛海 直樹" userId="e5343150-16c0-4a78-93de-87362e9ada33" providerId="ADAL" clId="{8A53EBC0-F97F-403F-B6D9-C95740CE7A18}" dt="2026-06-17T04:53:37.122" v="4" actId="478"/>
          <ac:spMkLst>
            <pc:docMk/>
            <pc:sldMk cId="4156305548" sldId="2147476585"/>
            <ac:spMk id="2" creationId="{D83EBD6C-B70F-F749-BB08-E98A8AA2C184}"/>
          </ac:spMkLst>
        </pc:spChg>
        <pc:spChg chg="del">
          <ac:chgData name="EAST/毛海 直樹" userId="e5343150-16c0-4a78-93de-87362e9ada33" providerId="ADAL" clId="{8A53EBC0-F97F-403F-B6D9-C95740CE7A18}" dt="2026-06-17T04:53:37.122" v="4" actId="478"/>
          <ac:spMkLst>
            <pc:docMk/>
            <pc:sldMk cId="4156305548" sldId="2147476585"/>
            <ac:spMk id="4" creationId="{B4324419-5533-15C4-CEA8-3AF754883028}"/>
          </ac:spMkLst>
        </pc:spChg>
        <pc:picChg chg="add mod">
          <ac:chgData name="EAST/毛海 直樹" userId="e5343150-16c0-4a78-93de-87362e9ada33" providerId="ADAL" clId="{8A53EBC0-F97F-403F-B6D9-C95740CE7A18}" dt="2026-06-17T04:54:35.251" v="51" actId="1038"/>
          <ac:picMkLst>
            <pc:docMk/>
            <pc:sldMk cId="4156305548" sldId="2147476585"/>
            <ac:picMk id="6" creationId="{D2F76405-B25E-3E4A-B9FE-CEB21FF2F645}"/>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image" Target="../media/image37.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image" Target="../media/image37.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3B7737-8F5D-4061-AF36-3720B22DB5B3}"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3D66692B-B5E6-46F3-AB85-45F201A00EEC}">
      <dgm:prSet custT="1"/>
      <dgm:spPr/>
      <dgm:t>
        <a:bodyPr/>
        <a:lstStyle/>
        <a:p>
          <a:pPr>
            <a:lnSpc>
              <a:spcPct val="100000"/>
            </a:lnSpc>
            <a:defRPr b="1"/>
          </a:pPr>
          <a:r>
            <a:rPr lang="en-US" sz="2000">
              <a:latin typeface="メイリオ" panose="020B0604030504040204" pitchFamily="50" charset="-128"/>
              <a:ea typeface="メイリオ" panose="020B0604030504040204" pitchFamily="50" charset="-128"/>
            </a:rPr>
            <a:t>業務効率化ツール</a:t>
          </a:r>
        </a:p>
      </dgm:t>
    </dgm:pt>
    <dgm:pt modelId="{85542217-A0FD-4FC1-9B95-630957CC5EA0}" type="parTrans" cxnId="{CE31E128-CF16-4615-825F-84BF33C4F5F8}">
      <dgm:prSet/>
      <dgm:spPr/>
      <dgm:t>
        <a:bodyPr/>
        <a:lstStyle/>
        <a:p>
          <a:endParaRPr lang="en-US" sz="2000">
            <a:latin typeface="メイリオ" panose="020B0604030504040204" pitchFamily="50" charset="-128"/>
            <a:ea typeface="メイリオ" panose="020B0604030504040204" pitchFamily="50" charset="-128"/>
          </a:endParaRPr>
        </a:p>
      </dgm:t>
    </dgm:pt>
    <dgm:pt modelId="{92B6D6A5-C370-4F53-B26E-DF1BB4E59D78}" type="sibTrans" cxnId="{CE31E128-CF16-4615-825F-84BF33C4F5F8}">
      <dgm:prSet/>
      <dgm:spPr/>
      <dgm:t>
        <a:bodyPr/>
        <a:lstStyle/>
        <a:p>
          <a:pPr>
            <a:lnSpc>
              <a:spcPct val="100000"/>
            </a:lnSpc>
            <a:defRPr b="1"/>
          </a:pPr>
          <a:endParaRPr lang="en-US" sz="2000">
            <a:latin typeface="メイリオ" panose="020B0604030504040204" pitchFamily="50" charset="-128"/>
            <a:ea typeface="メイリオ" panose="020B0604030504040204" pitchFamily="50" charset="-128"/>
          </a:endParaRPr>
        </a:p>
      </dgm:t>
    </dgm:pt>
    <dgm:pt modelId="{FE543CA3-0C05-4148-96ED-BB4495E6D381}">
      <dgm:prSet custT="1"/>
      <dgm:spPr/>
      <dgm:t>
        <a:bodyPr/>
        <a:lstStyle/>
        <a:p>
          <a:pPr>
            <a:lnSpc>
              <a:spcPct val="100000"/>
            </a:lnSpc>
          </a:pPr>
          <a:r>
            <a:rPr lang="en-US" sz="2000" dirty="0">
              <a:latin typeface="メイリオ" panose="020B0604030504040204" pitchFamily="50" charset="-128"/>
              <a:ea typeface="メイリオ" panose="020B0604030504040204" pitchFamily="50" charset="-128"/>
            </a:rPr>
            <a:t>Microsoft </a:t>
          </a:r>
          <a:r>
            <a:rPr lang="en-US" sz="2000" dirty="0" err="1">
              <a:latin typeface="メイリオ" panose="020B0604030504040204" pitchFamily="50" charset="-128"/>
              <a:ea typeface="メイリオ" panose="020B0604030504040204" pitchFamily="50" charset="-128"/>
            </a:rPr>
            <a:t>Copilotは業務の効率化を支援し、生産性の向上に貢献します</a:t>
          </a:r>
          <a:r>
            <a:rPr lang="en-US" sz="2000" dirty="0">
              <a:latin typeface="メイリオ" panose="020B0604030504040204" pitchFamily="50" charset="-128"/>
              <a:ea typeface="メイリオ" panose="020B0604030504040204" pitchFamily="50" charset="-128"/>
            </a:rPr>
            <a:t>。</a:t>
          </a:r>
        </a:p>
      </dgm:t>
    </dgm:pt>
    <dgm:pt modelId="{5D1F5890-BD8C-4D81-8078-8FC7D14C51A0}" type="parTrans" cxnId="{D1884A9D-1B40-48E8-8EB3-B65C56AF56F7}">
      <dgm:prSet/>
      <dgm:spPr/>
      <dgm:t>
        <a:bodyPr/>
        <a:lstStyle/>
        <a:p>
          <a:endParaRPr lang="en-US" sz="2000">
            <a:latin typeface="メイリオ" panose="020B0604030504040204" pitchFamily="50" charset="-128"/>
            <a:ea typeface="メイリオ" panose="020B0604030504040204" pitchFamily="50" charset="-128"/>
          </a:endParaRPr>
        </a:p>
      </dgm:t>
    </dgm:pt>
    <dgm:pt modelId="{00F37145-6019-482B-B826-9487E9027E51}" type="sibTrans" cxnId="{D1884A9D-1B40-48E8-8EB3-B65C56AF56F7}">
      <dgm:prSet/>
      <dgm:spPr/>
      <dgm:t>
        <a:bodyPr/>
        <a:lstStyle/>
        <a:p>
          <a:endParaRPr lang="en-US" sz="2000">
            <a:latin typeface="メイリオ" panose="020B0604030504040204" pitchFamily="50" charset="-128"/>
            <a:ea typeface="メイリオ" panose="020B0604030504040204" pitchFamily="50" charset="-128"/>
          </a:endParaRPr>
        </a:p>
      </dgm:t>
    </dgm:pt>
    <dgm:pt modelId="{C4E7B9CD-CF1B-4D5D-A1E4-10E33327B3E0}">
      <dgm:prSet custT="1"/>
      <dgm:spPr/>
      <dgm:t>
        <a:bodyPr/>
        <a:lstStyle/>
        <a:p>
          <a:pPr>
            <a:lnSpc>
              <a:spcPct val="100000"/>
            </a:lnSpc>
            <a:defRPr b="1"/>
          </a:pPr>
          <a:r>
            <a:rPr lang="en-US" sz="2000">
              <a:latin typeface="メイリオ" panose="020B0604030504040204" pitchFamily="50" charset="-128"/>
              <a:ea typeface="メイリオ" panose="020B0604030504040204" pitchFamily="50" charset="-128"/>
            </a:rPr>
            <a:t>法令遵守の重要性</a:t>
          </a:r>
        </a:p>
      </dgm:t>
    </dgm:pt>
    <dgm:pt modelId="{FF4E4BF2-4FC4-462F-A9BC-6FDB3265B7E4}" type="parTrans" cxnId="{5FFB0C96-7FA6-455C-A915-323911812B55}">
      <dgm:prSet/>
      <dgm:spPr/>
      <dgm:t>
        <a:bodyPr/>
        <a:lstStyle/>
        <a:p>
          <a:endParaRPr lang="en-US" sz="2000">
            <a:latin typeface="メイリオ" panose="020B0604030504040204" pitchFamily="50" charset="-128"/>
            <a:ea typeface="メイリオ" panose="020B0604030504040204" pitchFamily="50" charset="-128"/>
          </a:endParaRPr>
        </a:p>
      </dgm:t>
    </dgm:pt>
    <dgm:pt modelId="{D2869B8A-3B82-441E-849F-A48BCB33E220}" type="sibTrans" cxnId="{5FFB0C96-7FA6-455C-A915-323911812B55}">
      <dgm:prSet/>
      <dgm:spPr/>
      <dgm:t>
        <a:bodyPr/>
        <a:lstStyle/>
        <a:p>
          <a:pPr>
            <a:lnSpc>
              <a:spcPct val="100000"/>
            </a:lnSpc>
            <a:defRPr b="1"/>
          </a:pPr>
          <a:endParaRPr lang="en-US" sz="2000">
            <a:latin typeface="メイリオ" panose="020B0604030504040204" pitchFamily="50" charset="-128"/>
            <a:ea typeface="メイリオ" panose="020B0604030504040204" pitchFamily="50" charset="-128"/>
          </a:endParaRPr>
        </a:p>
      </dgm:t>
    </dgm:pt>
    <dgm:pt modelId="{D37650A6-8202-409B-84AB-189EC859F7E4}">
      <dgm:prSet custT="1"/>
      <dgm:spPr/>
      <dgm:t>
        <a:bodyPr/>
        <a:lstStyle/>
        <a:p>
          <a:pPr>
            <a:lnSpc>
              <a:spcPct val="100000"/>
            </a:lnSpc>
          </a:pPr>
          <a:r>
            <a:rPr lang="en-US" altLang="ja-JP" sz="2000" dirty="0">
              <a:latin typeface="メイリオ" panose="020B0604030504040204" pitchFamily="50" charset="-128"/>
              <a:ea typeface="メイリオ" panose="020B0604030504040204" pitchFamily="50" charset="-128"/>
            </a:rPr>
            <a:t>AI</a:t>
          </a:r>
          <a:r>
            <a:rPr lang="ja-JP" altLang="en-US" sz="2000" dirty="0">
              <a:latin typeface="メイリオ" panose="020B0604030504040204" pitchFamily="50" charset="-128"/>
              <a:ea typeface="メイリオ" panose="020B0604030504040204" pitchFamily="50" charset="-128"/>
            </a:rPr>
            <a:t>利用上の基本的なルール</a:t>
          </a:r>
          <a:r>
            <a:rPr lang="en-US" sz="2000" dirty="0" err="1">
              <a:latin typeface="メイリオ" panose="020B0604030504040204" pitchFamily="50" charset="-128"/>
              <a:ea typeface="メイリオ" panose="020B0604030504040204" pitchFamily="50" charset="-128"/>
            </a:rPr>
            <a:t>を守ることは、法令遵守と情報</a:t>
          </a:r>
          <a:r>
            <a:rPr lang="ja-JP" altLang="en-US" sz="2000" dirty="0">
              <a:latin typeface="メイリオ" panose="020B0604030504040204" pitchFamily="50" charset="-128"/>
              <a:ea typeface="メイリオ" panose="020B0604030504040204" pitchFamily="50" charset="-128"/>
            </a:rPr>
            <a:t>セキュリティ確保</a:t>
          </a:r>
          <a:r>
            <a:rPr lang="en-US" sz="2000" dirty="0" err="1">
              <a:latin typeface="メイリオ" panose="020B0604030504040204" pitchFamily="50" charset="-128"/>
              <a:ea typeface="メイリオ" panose="020B0604030504040204" pitchFamily="50" charset="-128"/>
            </a:rPr>
            <a:t>に不可欠です</a:t>
          </a:r>
          <a:r>
            <a:rPr lang="en-US" sz="2000" dirty="0">
              <a:latin typeface="メイリオ" panose="020B0604030504040204" pitchFamily="50" charset="-128"/>
              <a:ea typeface="メイリオ" panose="020B0604030504040204" pitchFamily="50" charset="-128"/>
            </a:rPr>
            <a:t>。</a:t>
          </a:r>
        </a:p>
      </dgm:t>
    </dgm:pt>
    <dgm:pt modelId="{0C2E07F1-C56D-40E3-9D62-66CBD2836149}" type="parTrans" cxnId="{F75D9B1D-39EE-4AD7-8779-9CF140054A07}">
      <dgm:prSet/>
      <dgm:spPr/>
      <dgm:t>
        <a:bodyPr/>
        <a:lstStyle/>
        <a:p>
          <a:endParaRPr lang="en-US" sz="2000">
            <a:latin typeface="メイリオ" panose="020B0604030504040204" pitchFamily="50" charset="-128"/>
            <a:ea typeface="メイリオ" panose="020B0604030504040204" pitchFamily="50" charset="-128"/>
          </a:endParaRPr>
        </a:p>
      </dgm:t>
    </dgm:pt>
    <dgm:pt modelId="{9E0D26A3-FEDC-45DE-9A64-2D4CD270ACE9}" type="sibTrans" cxnId="{F75D9B1D-39EE-4AD7-8779-9CF140054A07}">
      <dgm:prSet/>
      <dgm:spPr/>
      <dgm:t>
        <a:bodyPr/>
        <a:lstStyle/>
        <a:p>
          <a:endParaRPr lang="en-US" sz="2000">
            <a:latin typeface="メイリオ" panose="020B0604030504040204" pitchFamily="50" charset="-128"/>
            <a:ea typeface="メイリオ" panose="020B0604030504040204" pitchFamily="50" charset="-128"/>
          </a:endParaRPr>
        </a:p>
      </dgm:t>
    </dgm:pt>
    <dgm:pt modelId="{80704007-DBE6-4A67-86A8-A54F12EFE7AD}">
      <dgm:prSet custT="1"/>
      <dgm:spPr/>
      <dgm:t>
        <a:bodyPr/>
        <a:lstStyle/>
        <a:p>
          <a:pPr>
            <a:lnSpc>
              <a:spcPct val="100000"/>
            </a:lnSpc>
            <a:defRPr b="1"/>
          </a:pPr>
          <a:r>
            <a:rPr lang="en-US" sz="2000">
              <a:latin typeface="メイリオ" panose="020B0604030504040204" pitchFamily="50" charset="-128"/>
              <a:ea typeface="メイリオ" panose="020B0604030504040204" pitchFamily="50" charset="-128"/>
            </a:rPr>
            <a:t>人とAIの協力</a:t>
          </a:r>
        </a:p>
      </dgm:t>
    </dgm:pt>
    <dgm:pt modelId="{E5928E26-8033-4CF3-AC71-F073FBB8F942}" type="parTrans" cxnId="{B244812D-DC51-429E-B392-B8B52724C038}">
      <dgm:prSet/>
      <dgm:spPr/>
      <dgm:t>
        <a:bodyPr/>
        <a:lstStyle/>
        <a:p>
          <a:endParaRPr lang="en-US" sz="2000">
            <a:latin typeface="メイリオ" panose="020B0604030504040204" pitchFamily="50" charset="-128"/>
            <a:ea typeface="メイリオ" panose="020B0604030504040204" pitchFamily="50" charset="-128"/>
          </a:endParaRPr>
        </a:p>
      </dgm:t>
    </dgm:pt>
    <dgm:pt modelId="{4FBEC42E-A985-4581-99A6-A0FC5E6BD0C9}" type="sibTrans" cxnId="{B244812D-DC51-429E-B392-B8B52724C038}">
      <dgm:prSet/>
      <dgm:spPr/>
      <dgm:t>
        <a:bodyPr/>
        <a:lstStyle/>
        <a:p>
          <a:endParaRPr lang="en-US" sz="2000">
            <a:latin typeface="メイリオ" panose="020B0604030504040204" pitchFamily="50" charset="-128"/>
            <a:ea typeface="メイリオ" panose="020B0604030504040204" pitchFamily="50" charset="-128"/>
          </a:endParaRPr>
        </a:p>
      </dgm:t>
    </dgm:pt>
    <dgm:pt modelId="{E79BD06E-60FC-4C28-ACAA-09911249008A}">
      <dgm:prSet custT="1"/>
      <dgm:spPr/>
      <dgm:t>
        <a:bodyPr/>
        <a:lstStyle/>
        <a:p>
          <a:pPr>
            <a:lnSpc>
              <a:spcPct val="100000"/>
            </a:lnSpc>
          </a:pPr>
          <a:r>
            <a:rPr lang="en-US" sz="2000" dirty="0" err="1">
              <a:latin typeface="メイリオ" panose="020B0604030504040204" pitchFamily="50" charset="-128"/>
              <a:ea typeface="メイリオ" panose="020B0604030504040204" pitchFamily="50" charset="-128"/>
            </a:rPr>
            <a:t>AIは道具であり、人と協力することで生産性を飛躍的に向上させられます</a:t>
          </a:r>
          <a:r>
            <a:rPr lang="en-US" sz="2000" dirty="0">
              <a:latin typeface="メイリオ" panose="020B0604030504040204" pitchFamily="50" charset="-128"/>
              <a:ea typeface="メイリオ" panose="020B0604030504040204" pitchFamily="50" charset="-128"/>
            </a:rPr>
            <a:t>。</a:t>
          </a:r>
        </a:p>
      </dgm:t>
    </dgm:pt>
    <dgm:pt modelId="{8311FA71-D31A-4893-A70A-FA91B35FD90B}" type="parTrans" cxnId="{E5C1B811-0D33-4176-9D21-7A525E2C515E}">
      <dgm:prSet/>
      <dgm:spPr/>
      <dgm:t>
        <a:bodyPr/>
        <a:lstStyle/>
        <a:p>
          <a:endParaRPr lang="en-US" sz="2000">
            <a:latin typeface="メイリオ" panose="020B0604030504040204" pitchFamily="50" charset="-128"/>
            <a:ea typeface="メイリオ" panose="020B0604030504040204" pitchFamily="50" charset="-128"/>
          </a:endParaRPr>
        </a:p>
      </dgm:t>
    </dgm:pt>
    <dgm:pt modelId="{E247F5A4-B6F9-4BF5-ABFF-1DE85B9FA6CA}" type="sibTrans" cxnId="{E5C1B811-0D33-4176-9D21-7A525E2C515E}">
      <dgm:prSet/>
      <dgm:spPr/>
      <dgm:t>
        <a:bodyPr/>
        <a:lstStyle/>
        <a:p>
          <a:endParaRPr lang="en-US" sz="2000">
            <a:latin typeface="メイリオ" panose="020B0604030504040204" pitchFamily="50" charset="-128"/>
            <a:ea typeface="メイリオ" panose="020B0604030504040204" pitchFamily="50" charset="-128"/>
          </a:endParaRPr>
        </a:p>
      </dgm:t>
    </dgm:pt>
    <dgm:pt modelId="{9C439CBA-C606-45B0-BAC7-D48B7F20D462}" type="pres">
      <dgm:prSet presAssocID="{063B7737-8F5D-4061-AF36-3720B22DB5B3}" presName="Root" presStyleCnt="0">
        <dgm:presLayoutVars>
          <dgm:dir/>
          <dgm:resizeHandles val="exact"/>
        </dgm:presLayoutVars>
      </dgm:prSet>
      <dgm:spPr/>
    </dgm:pt>
    <dgm:pt modelId="{332052FF-40C9-4367-991D-B826639E8A8B}" type="pres">
      <dgm:prSet presAssocID="{3D66692B-B5E6-46F3-AB85-45F201A00EEC}" presName="Composite" presStyleCnt="0"/>
      <dgm:spPr/>
    </dgm:pt>
    <dgm:pt modelId="{5573FB61-6EDB-481C-A49A-CF1193A58FBA}" type="pres">
      <dgm:prSet presAssocID="{3D66692B-B5E6-46F3-AB85-45F201A00EEC}"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8319" r="14935" b="6"/>
          <a:stretch/>
        </a:blipFill>
      </dgm:spPr>
      <dgm:extLst>
        <a:ext uri="{E40237B7-FDA0-4F09-8148-C483321AD2D9}">
          <dgm14:cNvPr xmlns:dgm14="http://schemas.microsoft.com/office/drawing/2010/diagram" id="0" name="" descr="Interior of modern office at night, with whiteboard, desk with acrylic glass screen partition, laptop and office supplies on it"/>
        </a:ext>
      </dgm:extLst>
    </dgm:pt>
    <dgm:pt modelId="{5B10B44E-A7FA-4092-9D2D-F36A4E0CF6C1}" type="pres">
      <dgm:prSet presAssocID="{3D66692B-B5E6-46F3-AB85-45F201A00EEC}" presName="Subtitle" presStyleLbl="revTx" presStyleIdx="0" presStyleCnt="6">
        <dgm:presLayoutVars>
          <dgm:chMax val="0"/>
          <dgm:bulletEnabled/>
        </dgm:presLayoutVars>
      </dgm:prSet>
      <dgm:spPr/>
    </dgm:pt>
    <dgm:pt modelId="{4C1FD0D7-1F70-4D3D-A699-44DC40537780}" type="pres">
      <dgm:prSet presAssocID="{3D66692B-B5E6-46F3-AB85-45F201A00EEC}" presName="Description" presStyleLbl="revTx" presStyleIdx="1" presStyleCnt="6">
        <dgm:presLayoutVars>
          <dgm:bulletEnabled/>
        </dgm:presLayoutVars>
      </dgm:prSet>
      <dgm:spPr/>
    </dgm:pt>
    <dgm:pt modelId="{32EC43AB-D3ED-426E-9FA8-468C82FC03E8}" type="pres">
      <dgm:prSet presAssocID="{92B6D6A5-C370-4F53-B26E-DF1BB4E59D78}" presName="sibTrans" presStyleLbl="sibTrans2D1" presStyleIdx="0" presStyleCnt="0"/>
      <dgm:spPr/>
    </dgm:pt>
    <dgm:pt modelId="{19EED15F-4B30-4F19-AAF0-A34CE0122FA4}" type="pres">
      <dgm:prSet presAssocID="{C4E7B9CD-CF1B-4D5D-A1E4-10E33327B3E0}" presName="Composite" presStyleCnt="0"/>
      <dgm:spPr/>
    </dgm:pt>
    <dgm:pt modelId="{D54FCE93-B246-427A-A160-F1359CF1B75A}" type="pres">
      <dgm:prSet presAssocID="{C4E7B9CD-CF1B-4D5D-A1E4-10E33327B3E0}"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r="20497" b="-4"/>
          <a:stretch/>
        </a:blipFill>
      </dgm:spPr>
      <dgm:extLst>
        <a:ext uri="{E40237B7-FDA0-4F09-8148-C483321AD2D9}">
          <dgm14:cNvPr xmlns:dgm14="http://schemas.microsoft.com/office/drawing/2010/diagram" id="0" name="" descr="Row of red checkmarks on a clipboard."/>
        </a:ext>
      </dgm:extLst>
    </dgm:pt>
    <dgm:pt modelId="{4D109307-95D2-4A1F-AEAA-FABC0BBB82B4}" type="pres">
      <dgm:prSet presAssocID="{C4E7B9CD-CF1B-4D5D-A1E4-10E33327B3E0}" presName="Subtitle" presStyleLbl="revTx" presStyleIdx="2" presStyleCnt="6">
        <dgm:presLayoutVars>
          <dgm:chMax val="0"/>
          <dgm:bulletEnabled/>
        </dgm:presLayoutVars>
      </dgm:prSet>
      <dgm:spPr/>
    </dgm:pt>
    <dgm:pt modelId="{D41779AF-839F-4ABD-8EBB-A5C29DF10E2D}" type="pres">
      <dgm:prSet presAssocID="{C4E7B9CD-CF1B-4D5D-A1E4-10E33327B3E0}" presName="Description" presStyleLbl="revTx" presStyleIdx="3" presStyleCnt="6">
        <dgm:presLayoutVars>
          <dgm:bulletEnabled/>
        </dgm:presLayoutVars>
      </dgm:prSet>
      <dgm:spPr/>
    </dgm:pt>
    <dgm:pt modelId="{DA4AC1E2-8DF3-4309-B539-26A7AF9D2279}" type="pres">
      <dgm:prSet presAssocID="{D2869B8A-3B82-441E-849F-A48BCB33E220}" presName="sibTrans" presStyleLbl="sibTrans2D1" presStyleIdx="0" presStyleCnt="0"/>
      <dgm:spPr/>
    </dgm:pt>
    <dgm:pt modelId="{F9E98F6A-305A-4711-8C62-846BD2BDE27D}" type="pres">
      <dgm:prSet presAssocID="{80704007-DBE6-4A67-86A8-A54F12EFE7AD}" presName="Composite" presStyleCnt="0"/>
      <dgm:spPr/>
    </dgm:pt>
    <dgm:pt modelId="{21539DBC-57CB-4754-AEDF-0D85D0B2A679}" type="pres">
      <dgm:prSet presAssocID="{80704007-DBE6-4A67-86A8-A54F12EFE7AD}"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8575" r="4679" b="6"/>
          <a:stretch/>
        </a:blipFill>
      </dgm:spPr>
      <dgm:extLst>
        <a:ext uri="{E40237B7-FDA0-4F09-8148-C483321AD2D9}">
          <dgm14:cNvPr xmlns:dgm14="http://schemas.microsoft.com/office/drawing/2010/diagram" id="0" name="" descr="People talking"/>
        </a:ext>
      </dgm:extLst>
    </dgm:pt>
    <dgm:pt modelId="{B969F7B0-4BBD-4494-A6FB-E663B9EA4816}" type="pres">
      <dgm:prSet presAssocID="{80704007-DBE6-4A67-86A8-A54F12EFE7AD}" presName="Subtitle" presStyleLbl="revTx" presStyleIdx="4" presStyleCnt="6">
        <dgm:presLayoutVars>
          <dgm:chMax val="0"/>
          <dgm:bulletEnabled/>
        </dgm:presLayoutVars>
      </dgm:prSet>
      <dgm:spPr/>
    </dgm:pt>
    <dgm:pt modelId="{70A7D4AE-FF9E-4B31-BC1C-F9394DA83D5A}" type="pres">
      <dgm:prSet presAssocID="{80704007-DBE6-4A67-86A8-A54F12EFE7AD}" presName="Description" presStyleLbl="revTx" presStyleIdx="5" presStyleCnt="6">
        <dgm:presLayoutVars>
          <dgm:bulletEnabled/>
        </dgm:presLayoutVars>
      </dgm:prSet>
      <dgm:spPr/>
    </dgm:pt>
  </dgm:ptLst>
  <dgm:cxnLst>
    <dgm:cxn modelId="{E5C1B811-0D33-4176-9D21-7A525E2C515E}" srcId="{80704007-DBE6-4A67-86A8-A54F12EFE7AD}" destId="{E79BD06E-60FC-4C28-ACAA-09911249008A}" srcOrd="0" destOrd="0" parTransId="{8311FA71-D31A-4893-A70A-FA91B35FD90B}" sibTransId="{E247F5A4-B6F9-4BF5-ABFF-1DE85B9FA6CA}"/>
    <dgm:cxn modelId="{54B7D819-C7A7-4B2F-B727-BB009B109874}" type="presOf" srcId="{063B7737-8F5D-4061-AF36-3720B22DB5B3}" destId="{9C439CBA-C606-45B0-BAC7-D48B7F20D462}" srcOrd="0" destOrd="0" presId="urn:microsoft.com/office/officeart/2024/3/layout/verticalVisualTextBlock1"/>
    <dgm:cxn modelId="{F75D9B1D-39EE-4AD7-8779-9CF140054A07}" srcId="{C4E7B9CD-CF1B-4D5D-A1E4-10E33327B3E0}" destId="{D37650A6-8202-409B-84AB-189EC859F7E4}" srcOrd="0" destOrd="0" parTransId="{0C2E07F1-C56D-40E3-9D62-66CBD2836149}" sibTransId="{9E0D26A3-FEDC-45DE-9A64-2D4CD270ACE9}"/>
    <dgm:cxn modelId="{CE31E128-CF16-4615-825F-84BF33C4F5F8}" srcId="{063B7737-8F5D-4061-AF36-3720B22DB5B3}" destId="{3D66692B-B5E6-46F3-AB85-45F201A00EEC}" srcOrd="0" destOrd="0" parTransId="{85542217-A0FD-4FC1-9B95-630957CC5EA0}" sibTransId="{92B6D6A5-C370-4F53-B26E-DF1BB4E59D78}"/>
    <dgm:cxn modelId="{B244812D-DC51-429E-B392-B8B52724C038}" srcId="{063B7737-8F5D-4061-AF36-3720B22DB5B3}" destId="{80704007-DBE6-4A67-86A8-A54F12EFE7AD}" srcOrd="2" destOrd="0" parTransId="{E5928E26-8033-4CF3-AC71-F073FBB8F942}" sibTransId="{4FBEC42E-A985-4581-99A6-A0FC5E6BD0C9}"/>
    <dgm:cxn modelId="{79EA4962-2763-4479-A5BF-D83A1BBD2F65}" type="presOf" srcId="{D37650A6-8202-409B-84AB-189EC859F7E4}" destId="{D41779AF-839F-4ABD-8EBB-A5C29DF10E2D}" srcOrd="0" destOrd="0" presId="urn:microsoft.com/office/officeart/2024/3/layout/verticalVisualTextBlock1"/>
    <dgm:cxn modelId="{2EFA5983-0AC1-4369-9B71-FBB9226BA141}" type="presOf" srcId="{92B6D6A5-C370-4F53-B26E-DF1BB4E59D78}" destId="{32EC43AB-D3ED-426E-9FA8-468C82FC03E8}" srcOrd="0" destOrd="0" presId="urn:microsoft.com/office/officeart/2024/3/layout/verticalVisualTextBlock1"/>
    <dgm:cxn modelId="{5FFB0C96-7FA6-455C-A915-323911812B55}" srcId="{063B7737-8F5D-4061-AF36-3720B22DB5B3}" destId="{C4E7B9CD-CF1B-4D5D-A1E4-10E33327B3E0}" srcOrd="1" destOrd="0" parTransId="{FF4E4BF2-4FC4-462F-A9BC-6FDB3265B7E4}" sibTransId="{D2869B8A-3B82-441E-849F-A48BCB33E220}"/>
    <dgm:cxn modelId="{D1884A9D-1B40-48E8-8EB3-B65C56AF56F7}" srcId="{3D66692B-B5E6-46F3-AB85-45F201A00EEC}" destId="{FE543CA3-0C05-4148-96ED-BB4495E6D381}" srcOrd="0" destOrd="0" parTransId="{5D1F5890-BD8C-4D81-8078-8FC7D14C51A0}" sibTransId="{00F37145-6019-482B-B826-9487E9027E51}"/>
    <dgm:cxn modelId="{56C6CBC2-B253-4892-AA51-F66B7E2E0335}" type="presOf" srcId="{C4E7B9CD-CF1B-4D5D-A1E4-10E33327B3E0}" destId="{4D109307-95D2-4A1F-AEAA-FABC0BBB82B4}" srcOrd="0" destOrd="0" presId="urn:microsoft.com/office/officeart/2024/3/layout/verticalVisualTextBlock1"/>
    <dgm:cxn modelId="{29A4B7C8-869D-4A2F-9386-24A865553BC4}" type="presOf" srcId="{80704007-DBE6-4A67-86A8-A54F12EFE7AD}" destId="{B969F7B0-4BBD-4494-A6FB-E663B9EA4816}" srcOrd="0" destOrd="0" presId="urn:microsoft.com/office/officeart/2024/3/layout/verticalVisualTextBlock1"/>
    <dgm:cxn modelId="{FD691DC9-D7B5-44A4-B465-0BEF8BFB2813}" type="presOf" srcId="{E79BD06E-60FC-4C28-ACAA-09911249008A}" destId="{70A7D4AE-FF9E-4B31-BC1C-F9394DA83D5A}" srcOrd="0" destOrd="0" presId="urn:microsoft.com/office/officeart/2024/3/layout/verticalVisualTextBlock1"/>
    <dgm:cxn modelId="{D8BA2CCF-2A8E-4FED-860A-F9E57857EC0A}" type="presOf" srcId="{D2869B8A-3B82-441E-849F-A48BCB33E220}" destId="{DA4AC1E2-8DF3-4309-B539-26A7AF9D2279}" srcOrd="0" destOrd="0" presId="urn:microsoft.com/office/officeart/2024/3/layout/verticalVisualTextBlock1"/>
    <dgm:cxn modelId="{29D457D9-2EE7-4590-9782-B195E7B07212}" type="presOf" srcId="{3D66692B-B5E6-46F3-AB85-45F201A00EEC}" destId="{5B10B44E-A7FA-4092-9D2D-F36A4E0CF6C1}" srcOrd="0" destOrd="0" presId="urn:microsoft.com/office/officeart/2024/3/layout/verticalVisualTextBlock1"/>
    <dgm:cxn modelId="{421406F4-DC5E-4C38-AB3A-3C9ACF48FB25}" type="presOf" srcId="{FE543CA3-0C05-4148-96ED-BB4495E6D381}" destId="{4C1FD0D7-1F70-4D3D-A699-44DC40537780}" srcOrd="0" destOrd="0" presId="urn:microsoft.com/office/officeart/2024/3/layout/verticalVisualTextBlock1"/>
    <dgm:cxn modelId="{8E35C20E-F537-486C-83A5-31456DC845D6}" type="presParOf" srcId="{9C439CBA-C606-45B0-BAC7-D48B7F20D462}" destId="{332052FF-40C9-4367-991D-B826639E8A8B}" srcOrd="0" destOrd="0" presId="urn:microsoft.com/office/officeart/2024/3/layout/verticalVisualTextBlock1"/>
    <dgm:cxn modelId="{339363B2-EBBA-4C2C-B5C5-2F4DB40E94C7}" type="presParOf" srcId="{332052FF-40C9-4367-991D-B826639E8A8B}" destId="{5573FB61-6EDB-481C-A49A-CF1193A58FBA}" srcOrd="0" destOrd="0" presId="urn:microsoft.com/office/officeart/2024/3/layout/verticalVisualTextBlock1"/>
    <dgm:cxn modelId="{5252657E-2569-4F9A-A568-74E8ECE4AFF7}" type="presParOf" srcId="{332052FF-40C9-4367-991D-B826639E8A8B}" destId="{5B10B44E-A7FA-4092-9D2D-F36A4E0CF6C1}" srcOrd="1" destOrd="0" presId="urn:microsoft.com/office/officeart/2024/3/layout/verticalVisualTextBlock1"/>
    <dgm:cxn modelId="{9DA9200C-51C1-4E35-8344-1C21CD7277E0}" type="presParOf" srcId="{332052FF-40C9-4367-991D-B826639E8A8B}" destId="{4C1FD0D7-1F70-4D3D-A699-44DC40537780}" srcOrd="2" destOrd="0" presId="urn:microsoft.com/office/officeart/2024/3/layout/verticalVisualTextBlock1"/>
    <dgm:cxn modelId="{7D015F7C-739B-4472-AC1E-43ED147E762D}" type="presParOf" srcId="{9C439CBA-C606-45B0-BAC7-D48B7F20D462}" destId="{32EC43AB-D3ED-426E-9FA8-468C82FC03E8}" srcOrd="1" destOrd="0" presId="urn:microsoft.com/office/officeart/2024/3/layout/verticalVisualTextBlock1"/>
    <dgm:cxn modelId="{9E646DC1-28E3-45C3-B6D0-A5E7EEA22C85}" type="presParOf" srcId="{9C439CBA-C606-45B0-BAC7-D48B7F20D462}" destId="{19EED15F-4B30-4F19-AAF0-A34CE0122FA4}" srcOrd="2" destOrd="0" presId="urn:microsoft.com/office/officeart/2024/3/layout/verticalVisualTextBlock1"/>
    <dgm:cxn modelId="{AA56CEAD-2E93-4D9F-AA6E-F3D29D4314AC}" type="presParOf" srcId="{19EED15F-4B30-4F19-AAF0-A34CE0122FA4}" destId="{D54FCE93-B246-427A-A160-F1359CF1B75A}" srcOrd="0" destOrd="0" presId="urn:microsoft.com/office/officeart/2024/3/layout/verticalVisualTextBlock1"/>
    <dgm:cxn modelId="{57CF21D9-F07F-4FAF-95E0-EB0BEA57B2EC}" type="presParOf" srcId="{19EED15F-4B30-4F19-AAF0-A34CE0122FA4}" destId="{4D109307-95D2-4A1F-AEAA-FABC0BBB82B4}" srcOrd="1" destOrd="0" presId="urn:microsoft.com/office/officeart/2024/3/layout/verticalVisualTextBlock1"/>
    <dgm:cxn modelId="{4294DF81-0650-4054-ADB8-AF5C8C223156}" type="presParOf" srcId="{19EED15F-4B30-4F19-AAF0-A34CE0122FA4}" destId="{D41779AF-839F-4ABD-8EBB-A5C29DF10E2D}" srcOrd="2" destOrd="0" presId="urn:microsoft.com/office/officeart/2024/3/layout/verticalVisualTextBlock1"/>
    <dgm:cxn modelId="{9A0853D8-4EDC-4873-9F32-13AA519A4F6E}" type="presParOf" srcId="{9C439CBA-C606-45B0-BAC7-D48B7F20D462}" destId="{DA4AC1E2-8DF3-4309-B539-26A7AF9D2279}" srcOrd="3" destOrd="0" presId="urn:microsoft.com/office/officeart/2024/3/layout/verticalVisualTextBlock1"/>
    <dgm:cxn modelId="{3FF849F0-82DF-4F33-8FC5-DF1619A316DF}" type="presParOf" srcId="{9C439CBA-C606-45B0-BAC7-D48B7F20D462}" destId="{F9E98F6A-305A-4711-8C62-846BD2BDE27D}" srcOrd="4" destOrd="0" presId="urn:microsoft.com/office/officeart/2024/3/layout/verticalVisualTextBlock1"/>
    <dgm:cxn modelId="{3BB1BC70-A98D-4B30-A57D-B9EC1FC64B5A}" type="presParOf" srcId="{F9E98F6A-305A-4711-8C62-846BD2BDE27D}" destId="{21539DBC-57CB-4754-AEDF-0D85D0B2A679}" srcOrd="0" destOrd="0" presId="urn:microsoft.com/office/officeart/2024/3/layout/verticalVisualTextBlock1"/>
    <dgm:cxn modelId="{46C8A1F4-2EE0-4917-9828-6457A84C772B}" type="presParOf" srcId="{F9E98F6A-305A-4711-8C62-846BD2BDE27D}" destId="{B969F7B0-4BBD-4494-A6FB-E663B9EA4816}" srcOrd="1" destOrd="0" presId="urn:microsoft.com/office/officeart/2024/3/layout/verticalVisualTextBlock1"/>
    <dgm:cxn modelId="{9C32888B-CD5D-4E65-8DC9-6C929429BF04}" type="presParOf" srcId="{F9E98F6A-305A-4711-8C62-846BD2BDE27D}" destId="{70A7D4AE-FF9E-4B31-BC1C-F9394DA83D5A}"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73FB61-6EDB-481C-A49A-CF1193A58FBA}">
      <dsp:nvSpPr>
        <dsp:cNvPr id="0" name=""/>
        <dsp:cNvSpPr/>
      </dsp:nvSpPr>
      <dsp:spPr>
        <a:xfrm>
          <a:off x="0" y="0"/>
          <a:ext cx="1578138" cy="1578138"/>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8319" r="14935" b="6"/>
          <a:stretch/>
        </a:blipFill>
        <a:ln>
          <a:noFill/>
        </a:ln>
        <a:effectLst/>
      </dsp:spPr>
      <dsp:style>
        <a:lnRef idx="0">
          <a:scrgbClr r="0" g="0" b="0"/>
        </a:lnRef>
        <a:fillRef idx="3">
          <a:scrgbClr r="0" g="0" b="0"/>
        </a:fillRef>
        <a:effectRef idx="2">
          <a:scrgbClr r="0" g="0" b="0"/>
        </a:effectRef>
        <a:fontRef idx="minor">
          <a:schemeClr val="lt1"/>
        </a:fontRef>
      </dsp:style>
    </dsp:sp>
    <dsp:sp modelId="{5B10B44E-A7FA-4092-9D2D-F36A4E0CF6C1}">
      <dsp:nvSpPr>
        <dsp:cNvPr id="0" name=""/>
        <dsp:cNvSpPr/>
      </dsp:nvSpPr>
      <dsp:spPr>
        <a:xfrm>
          <a:off x="1758138" y="0"/>
          <a:ext cx="8297338" cy="559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defRPr b="1"/>
          </a:pPr>
          <a:r>
            <a:rPr lang="en-US" sz="2000" kern="1200">
              <a:latin typeface="メイリオ" panose="020B0604030504040204" pitchFamily="50" charset="-128"/>
              <a:ea typeface="メイリオ" panose="020B0604030504040204" pitchFamily="50" charset="-128"/>
            </a:rPr>
            <a:t>業務効率化ツール</a:t>
          </a:r>
        </a:p>
      </dsp:txBody>
      <dsp:txXfrm>
        <a:off x="1758138" y="0"/>
        <a:ext cx="8297338" cy="559114"/>
      </dsp:txXfrm>
    </dsp:sp>
    <dsp:sp modelId="{4C1FD0D7-1F70-4D3D-A699-44DC40537780}">
      <dsp:nvSpPr>
        <dsp:cNvPr id="0" name=""/>
        <dsp:cNvSpPr/>
      </dsp:nvSpPr>
      <dsp:spPr>
        <a:xfrm>
          <a:off x="1758138" y="559114"/>
          <a:ext cx="8297338" cy="963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pPr>
          <a:r>
            <a:rPr lang="en-US" sz="2000" kern="1200" dirty="0">
              <a:latin typeface="メイリオ" panose="020B0604030504040204" pitchFamily="50" charset="-128"/>
              <a:ea typeface="メイリオ" panose="020B0604030504040204" pitchFamily="50" charset="-128"/>
            </a:rPr>
            <a:t>Microsoft </a:t>
          </a:r>
          <a:r>
            <a:rPr lang="en-US" sz="2000" kern="1200" dirty="0" err="1">
              <a:latin typeface="メイリオ" panose="020B0604030504040204" pitchFamily="50" charset="-128"/>
              <a:ea typeface="メイリオ" panose="020B0604030504040204" pitchFamily="50" charset="-128"/>
            </a:rPr>
            <a:t>Copilotは業務の効率化を支援し、生産性の向上に貢献します</a:t>
          </a:r>
          <a:r>
            <a:rPr lang="en-US" sz="2000" kern="1200" dirty="0">
              <a:latin typeface="メイリオ" panose="020B0604030504040204" pitchFamily="50" charset="-128"/>
              <a:ea typeface="メイリオ" panose="020B0604030504040204" pitchFamily="50" charset="-128"/>
            </a:rPr>
            <a:t>。</a:t>
          </a:r>
        </a:p>
      </dsp:txBody>
      <dsp:txXfrm>
        <a:off x="1758138" y="559114"/>
        <a:ext cx="8297338" cy="963237"/>
      </dsp:txXfrm>
    </dsp:sp>
    <dsp:sp modelId="{D54FCE93-B246-427A-A160-F1359CF1B75A}">
      <dsp:nvSpPr>
        <dsp:cNvPr id="0" name=""/>
        <dsp:cNvSpPr/>
      </dsp:nvSpPr>
      <dsp:spPr>
        <a:xfrm>
          <a:off x="0" y="1704389"/>
          <a:ext cx="1578138" cy="1578138"/>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r="20497" b="-4"/>
          <a:stretch/>
        </a:blipFill>
        <a:ln>
          <a:noFill/>
        </a:ln>
        <a:effectLst/>
      </dsp:spPr>
      <dsp:style>
        <a:lnRef idx="0">
          <a:scrgbClr r="0" g="0" b="0"/>
        </a:lnRef>
        <a:fillRef idx="3">
          <a:scrgbClr r="0" g="0" b="0"/>
        </a:fillRef>
        <a:effectRef idx="2">
          <a:scrgbClr r="0" g="0" b="0"/>
        </a:effectRef>
        <a:fontRef idx="minor">
          <a:schemeClr val="lt1"/>
        </a:fontRef>
      </dsp:style>
    </dsp:sp>
    <dsp:sp modelId="{4D109307-95D2-4A1F-AEAA-FABC0BBB82B4}">
      <dsp:nvSpPr>
        <dsp:cNvPr id="0" name=""/>
        <dsp:cNvSpPr/>
      </dsp:nvSpPr>
      <dsp:spPr>
        <a:xfrm>
          <a:off x="1758138" y="1704389"/>
          <a:ext cx="8297338" cy="559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defRPr b="1"/>
          </a:pPr>
          <a:r>
            <a:rPr lang="en-US" sz="2000" kern="1200">
              <a:latin typeface="メイリオ" panose="020B0604030504040204" pitchFamily="50" charset="-128"/>
              <a:ea typeface="メイリオ" panose="020B0604030504040204" pitchFamily="50" charset="-128"/>
            </a:rPr>
            <a:t>法令遵守の重要性</a:t>
          </a:r>
        </a:p>
      </dsp:txBody>
      <dsp:txXfrm>
        <a:off x="1758138" y="1704389"/>
        <a:ext cx="8297338" cy="559114"/>
      </dsp:txXfrm>
    </dsp:sp>
    <dsp:sp modelId="{D41779AF-839F-4ABD-8EBB-A5C29DF10E2D}">
      <dsp:nvSpPr>
        <dsp:cNvPr id="0" name=""/>
        <dsp:cNvSpPr/>
      </dsp:nvSpPr>
      <dsp:spPr>
        <a:xfrm>
          <a:off x="1758138" y="2263503"/>
          <a:ext cx="8297338" cy="963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pPr>
          <a:r>
            <a:rPr lang="en-US" altLang="ja-JP" sz="2000" kern="1200" dirty="0">
              <a:latin typeface="メイリオ" panose="020B0604030504040204" pitchFamily="50" charset="-128"/>
              <a:ea typeface="メイリオ" panose="020B0604030504040204" pitchFamily="50" charset="-128"/>
            </a:rPr>
            <a:t>AI</a:t>
          </a:r>
          <a:r>
            <a:rPr lang="ja-JP" altLang="en-US" sz="2000" kern="1200" dirty="0">
              <a:latin typeface="メイリオ" panose="020B0604030504040204" pitchFamily="50" charset="-128"/>
              <a:ea typeface="メイリオ" panose="020B0604030504040204" pitchFamily="50" charset="-128"/>
            </a:rPr>
            <a:t>利用上の基本的なルール</a:t>
          </a:r>
          <a:r>
            <a:rPr lang="en-US" sz="2000" kern="1200" dirty="0" err="1">
              <a:latin typeface="メイリオ" panose="020B0604030504040204" pitchFamily="50" charset="-128"/>
              <a:ea typeface="メイリオ" panose="020B0604030504040204" pitchFamily="50" charset="-128"/>
            </a:rPr>
            <a:t>を守ることは、法令遵守と情報</a:t>
          </a:r>
          <a:r>
            <a:rPr lang="ja-JP" altLang="en-US" sz="2000" kern="1200" dirty="0">
              <a:latin typeface="メイリオ" panose="020B0604030504040204" pitchFamily="50" charset="-128"/>
              <a:ea typeface="メイリオ" panose="020B0604030504040204" pitchFamily="50" charset="-128"/>
            </a:rPr>
            <a:t>セキュリティ確保</a:t>
          </a:r>
          <a:r>
            <a:rPr lang="en-US" sz="2000" kern="1200" dirty="0" err="1">
              <a:latin typeface="メイリオ" panose="020B0604030504040204" pitchFamily="50" charset="-128"/>
              <a:ea typeface="メイリオ" panose="020B0604030504040204" pitchFamily="50" charset="-128"/>
            </a:rPr>
            <a:t>に不可欠です</a:t>
          </a:r>
          <a:r>
            <a:rPr lang="en-US" sz="2000" kern="1200" dirty="0">
              <a:latin typeface="メイリオ" panose="020B0604030504040204" pitchFamily="50" charset="-128"/>
              <a:ea typeface="メイリオ" panose="020B0604030504040204" pitchFamily="50" charset="-128"/>
            </a:rPr>
            <a:t>。</a:t>
          </a:r>
        </a:p>
      </dsp:txBody>
      <dsp:txXfrm>
        <a:off x="1758138" y="2263503"/>
        <a:ext cx="8297338" cy="963237"/>
      </dsp:txXfrm>
    </dsp:sp>
    <dsp:sp modelId="{21539DBC-57CB-4754-AEDF-0D85D0B2A679}">
      <dsp:nvSpPr>
        <dsp:cNvPr id="0" name=""/>
        <dsp:cNvSpPr/>
      </dsp:nvSpPr>
      <dsp:spPr>
        <a:xfrm>
          <a:off x="0" y="3408778"/>
          <a:ext cx="1578138" cy="1578138"/>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8575" r="4679" b="6"/>
          <a:stretch/>
        </a:blipFill>
        <a:ln>
          <a:noFill/>
        </a:ln>
        <a:effectLst/>
      </dsp:spPr>
      <dsp:style>
        <a:lnRef idx="0">
          <a:scrgbClr r="0" g="0" b="0"/>
        </a:lnRef>
        <a:fillRef idx="3">
          <a:scrgbClr r="0" g="0" b="0"/>
        </a:fillRef>
        <a:effectRef idx="2">
          <a:scrgbClr r="0" g="0" b="0"/>
        </a:effectRef>
        <a:fontRef idx="minor">
          <a:schemeClr val="lt1"/>
        </a:fontRef>
      </dsp:style>
    </dsp:sp>
    <dsp:sp modelId="{B969F7B0-4BBD-4494-A6FB-E663B9EA4816}">
      <dsp:nvSpPr>
        <dsp:cNvPr id="0" name=""/>
        <dsp:cNvSpPr/>
      </dsp:nvSpPr>
      <dsp:spPr>
        <a:xfrm>
          <a:off x="1758138" y="3408778"/>
          <a:ext cx="8297338" cy="5591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defRPr b="1"/>
          </a:pPr>
          <a:r>
            <a:rPr lang="en-US" sz="2000" kern="1200">
              <a:latin typeface="メイリオ" panose="020B0604030504040204" pitchFamily="50" charset="-128"/>
              <a:ea typeface="メイリオ" panose="020B0604030504040204" pitchFamily="50" charset="-128"/>
            </a:rPr>
            <a:t>人とAIの協力</a:t>
          </a:r>
        </a:p>
      </dsp:txBody>
      <dsp:txXfrm>
        <a:off x="1758138" y="3408778"/>
        <a:ext cx="8297338" cy="559114"/>
      </dsp:txXfrm>
    </dsp:sp>
    <dsp:sp modelId="{70A7D4AE-FF9E-4B31-BC1C-F9394DA83D5A}">
      <dsp:nvSpPr>
        <dsp:cNvPr id="0" name=""/>
        <dsp:cNvSpPr/>
      </dsp:nvSpPr>
      <dsp:spPr>
        <a:xfrm>
          <a:off x="1758138" y="3967892"/>
          <a:ext cx="8297338" cy="963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25400" bIns="25400" numCol="1" spcCol="1270" anchor="t" anchorCtr="0">
          <a:noAutofit/>
        </a:bodyPr>
        <a:lstStyle/>
        <a:p>
          <a:pPr marL="0" lvl="0" indent="0" algn="l" defTabSz="889000">
            <a:lnSpc>
              <a:spcPct val="100000"/>
            </a:lnSpc>
            <a:spcBef>
              <a:spcPct val="0"/>
            </a:spcBef>
            <a:spcAft>
              <a:spcPct val="35000"/>
            </a:spcAft>
            <a:buNone/>
          </a:pPr>
          <a:r>
            <a:rPr lang="en-US" sz="2000" kern="1200" dirty="0" err="1">
              <a:latin typeface="メイリオ" panose="020B0604030504040204" pitchFamily="50" charset="-128"/>
              <a:ea typeface="メイリオ" panose="020B0604030504040204" pitchFamily="50" charset="-128"/>
            </a:rPr>
            <a:t>AIは道具であり、人と協力することで生産性を飛躍的に向上させられます</a:t>
          </a:r>
          <a:r>
            <a:rPr lang="en-US" sz="2000" kern="1200" dirty="0">
              <a:latin typeface="メイリオ" panose="020B0604030504040204" pitchFamily="50" charset="-128"/>
              <a:ea typeface="メイリオ" panose="020B0604030504040204" pitchFamily="50" charset="-128"/>
            </a:rPr>
            <a:t>。</a:t>
          </a:r>
        </a:p>
      </dsp:txBody>
      <dsp:txXfrm>
        <a:off x="1758138" y="3967892"/>
        <a:ext cx="8297338" cy="963237"/>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日付プレースホルダー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223FF85-4E34-4546-B772-76DFA4A6051B}" type="datetimeFigureOut">
              <a:rPr lang="en-US" smtClean="0"/>
              <a:t>6/17/2026</a:t>
            </a:fld>
            <a:endParaRPr lang="en-US"/>
          </a:p>
        </p:txBody>
      </p:sp>
      <p:sp>
        <p:nvSpPr>
          <p:cNvPr id="4" name="フッター プレースホルダー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スライド番号プレースホルダー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B5CC398-6116-4BD2-9FAD-9822FDA158BE}" type="datetimeFigureOut">
              <a:rPr lang="en-US" smtClean="0"/>
              <a:t>6/17/2026</a:t>
            </a:fld>
            <a:endParaRPr 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normAutofit/>
          </a:body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n-cs"/>
      </a:defRPr>
    </a:lvl1pPr>
    <a:lvl2pPr marL="4572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n-cs"/>
      </a:defRPr>
    </a:lvl2pPr>
    <a:lvl3pPr marL="9144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n-cs"/>
      </a:defRPr>
    </a:lvl3pPr>
    <a:lvl4pPr marL="13716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n-cs"/>
      </a:defRPr>
    </a:lvl4pPr>
    <a:lvl5pPr marL="1828800" algn="l" defTabSz="914400" rtl="0" eaLnBrk="1" latinLnBrk="0" hangingPunct="1">
      <a:defRPr sz="1200" kern="1200">
        <a:solidFill>
          <a:schemeClr val="tx1"/>
        </a:solidFill>
        <a:latin typeface="Meiryo UI" panose="020B0604030504040204" pitchFamily="34" charset="-128"/>
        <a:ea typeface="Meiryo UI" panose="020B060403050404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1</a:t>
            </a:fld>
            <a:endParaRPr lang="en-US"/>
          </a:p>
        </p:txBody>
      </p:sp>
    </p:spTree>
    <p:extLst>
      <p:ext uri="{BB962C8B-B14F-4D97-AF65-F5344CB8AC3E}">
        <p14:creationId xmlns:p14="http://schemas.microsoft.com/office/powerpoint/2010/main" val="2430404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40EDE-6234-F410-3382-FECAB91A5D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C33164-F20D-C2FE-F8D6-0D82BD85A9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A826A3-7C8C-0E20-4FC2-C582A78D3D2E}"/>
              </a:ext>
            </a:extLst>
          </p:cNvPr>
          <p:cNvSpPr>
            <a:spLocks noGrp="1"/>
          </p:cNvSpPr>
          <p:nvPr>
            <p:ph type="body" idx="1"/>
          </p:nvPr>
        </p:nvSpPr>
        <p:spPr/>
        <p:txBody>
          <a:bodyPr/>
          <a:lstStyle/>
          <a:p>
            <a:pPr marL="0" indent="0">
              <a:spcBef>
                <a:spcPts val="2500"/>
              </a:spcBef>
              <a:buFont typeface="Arial" panose="020B0604020202020204" pitchFamily="34" charset="0"/>
              <a:buNone/>
            </a:pPr>
            <a:r>
              <a:rPr lang="ja-JP" altLang="en-US" sz="2000" b="1"/>
              <a:t>記載内容</a:t>
            </a:r>
          </a:p>
          <a:p>
            <a:pPr marL="0" lvl="1" indent="0">
              <a:buFont typeface="Arial" panose="020B0604020202020204" pitchFamily="34" charset="0"/>
              <a:buNone/>
            </a:pPr>
            <a:r>
              <a:rPr lang="ja-JP" altLang="en-US" sz="2000"/>
              <a:t>イースト株式会社に著作権が存在します。</a:t>
            </a:r>
            <a:br>
              <a:rPr lang="ja-JP" altLang="en-US" sz="2000"/>
            </a:br>
            <a:r>
              <a:rPr lang="ja-JP" altLang="en-US" sz="2000"/>
              <a:t>記載内容は作成日時点のものです。</a:t>
            </a:r>
            <a:br>
              <a:rPr lang="ja-JP" altLang="en-US" sz="2000"/>
            </a:br>
            <a:r>
              <a:rPr lang="ja-JP" altLang="en-US" sz="2000"/>
              <a:t>記載内容によってうけるあらゆる事象に対してイースト株式会社は責任を有しません。</a:t>
            </a:r>
          </a:p>
        </p:txBody>
      </p:sp>
      <p:sp>
        <p:nvSpPr>
          <p:cNvPr id="4" name="Slide Number Placeholder 3">
            <a:extLst>
              <a:ext uri="{FF2B5EF4-FFF2-40B4-BE49-F238E27FC236}">
                <a16:creationId xmlns:a16="http://schemas.microsoft.com/office/drawing/2014/main" id="{1C2EC092-91B1-28ED-34BE-7A59DAF12F71}"/>
              </a:ext>
            </a:extLst>
          </p:cNvPr>
          <p:cNvSpPr>
            <a:spLocks noGrp="1"/>
          </p:cNvSpPr>
          <p:nvPr>
            <p:ph type="sldNum" sz="quarter" idx="5"/>
          </p:nvPr>
        </p:nvSpPr>
        <p:spPr/>
        <p:txBody>
          <a:bodyPr/>
          <a:lstStyle/>
          <a:p>
            <a:pPr rtl="0"/>
            <a:fld id="{38EFF46E-6B43-41F9-9272-B566D03A251C}" type="slidenum">
              <a:rPr lang="en-US" smtClean="0"/>
              <a:t>2</a:t>
            </a:fld>
            <a:endParaRPr lang="en-US"/>
          </a:p>
        </p:txBody>
      </p:sp>
    </p:spTree>
    <p:extLst>
      <p:ext uri="{BB962C8B-B14F-4D97-AF65-F5344CB8AC3E}">
        <p14:creationId xmlns:p14="http://schemas.microsoft.com/office/powerpoint/2010/main" val="2433637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セミナー概要と目的</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3</a:t>
            </a:fld>
            <a:endParaRPr lang="en-US"/>
          </a:p>
        </p:txBody>
      </p:sp>
    </p:spTree>
    <p:extLst>
      <p:ext uri="{BB962C8B-B14F-4D97-AF65-F5344CB8AC3E}">
        <p14:creationId xmlns:p14="http://schemas.microsoft.com/office/powerpoint/2010/main" val="3260844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このセミナーは</a:t>
            </a:r>
            <a:r>
              <a:rPr lang="en-US" dirty="0"/>
              <a:t>、</a:t>
            </a:r>
            <a:r>
              <a:rPr lang="ja-JP" altLang="en-US"/>
              <a:t>セミナー聴講</a:t>
            </a:r>
            <a:r>
              <a:rPr lang="en-US" dirty="0" err="1"/>
              <a:t>の</a:t>
            </a:r>
            <a:r>
              <a:rPr lang="ja-JP" altLang="en-US" dirty="0"/>
              <a:t>皆様</a:t>
            </a:r>
            <a:r>
              <a:rPr lang="en-US" dirty="0" err="1"/>
              <a:t>がMicrosoft</a:t>
            </a:r>
            <a:r>
              <a:rPr lang="en-US" dirty="0"/>
              <a:t> </a:t>
            </a:r>
            <a:r>
              <a:rPr lang="en-US" dirty="0" err="1"/>
              <a:t>Copilotを業務で安全かつ効果的に活用するための知識を提供することを目的としています</a:t>
            </a:r>
            <a:r>
              <a:rPr lang="en-US" dirty="0"/>
              <a:t>。</a:t>
            </a:r>
          </a:p>
          <a:p>
            <a:r>
              <a:rPr lang="en-US" dirty="0" err="1"/>
              <a:t>生成AIは業務効率化やアイデア創出に役立つ一方、誤った利用は法令違反や権利侵害のリスクを伴います</a:t>
            </a:r>
            <a:r>
              <a:rPr lang="en-US" dirty="0"/>
              <a:t>。</a:t>
            </a:r>
          </a:p>
          <a:p>
            <a:r>
              <a:rPr lang="en-US" dirty="0" err="1"/>
              <a:t>本セミナーでは、生成AIの基本概念、導入の背景</a:t>
            </a:r>
            <a:r>
              <a:rPr lang="en-US" dirty="0"/>
              <a:t>、</a:t>
            </a:r>
            <a:r>
              <a:rPr lang="ja-JP" altLang="en-US"/>
              <a:t>一般的な</a:t>
            </a:r>
            <a:r>
              <a:rPr lang="en-US" dirty="0" err="1"/>
              <a:t>ガイドライン、具体的な利用事例、注意点を体系的に学びます</a:t>
            </a:r>
            <a:r>
              <a:rPr lang="en-US" dirty="0"/>
              <a:t>。</a:t>
            </a:r>
          </a:p>
          <a:p>
            <a:r>
              <a:rPr lang="en-US" dirty="0" err="1"/>
              <a:t>特にIT</a:t>
            </a:r>
            <a:r>
              <a:rPr lang="ja-JP" altLang="en-US" dirty="0"/>
              <a:t>に不慣れな</a:t>
            </a:r>
            <a:r>
              <a:rPr lang="en-US" dirty="0" err="1"/>
              <a:t>方や懐疑的な方にも理解しやすいよう、視覚的な説明と事例を交えて解説します</a:t>
            </a:r>
            <a:r>
              <a:rPr lang="en-US" dirty="0"/>
              <a:t>。</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4</a:t>
            </a:fld>
            <a:endParaRPr lang="en-US"/>
          </a:p>
        </p:txBody>
      </p:sp>
    </p:spTree>
    <p:extLst>
      <p:ext uri="{BB962C8B-B14F-4D97-AF65-F5344CB8AC3E}">
        <p14:creationId xmlns:p14="http://schemas.microsoft.com/office/powerpoint/2010/main" val="3759089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生成AIの定義と特徴</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5</a:t>
            </a:fld>
            <a:endParaRPr lang="en-US"/>
          </a:p>
        </p:txBody>
      </p:sp>
    </p:spTree>
    <p:extLst>
      <p:ext uri="{BB962C8B-B14F-4D97-AF65-F5344CB8AC3E}">
        <p14:creationId xmlns:p14="http://schemas.microsoft.com/office/powerpoint/2010/main" val="2169244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生成AIとは、人間の指示に基づき文章、画像、要約などを自動生成する人工知能技術です</a:t>
            </a:r>
            <a:r>
              <a:rPr lang="en-US" dirty="0"/>
              <a:t>。</a:t>
            </a:r>
          </a:p>
          <a:p>
            <a:r>
              <a:rPr lang="en-US" dirty="0"/>
              <a:t>Microsoft </a:t>
            </a:r>
            <a:r>
              <a:rPr lang="en-US" dirty="0" err="1"/>
              <a:t>Copilotは、業務文書の作成やデータ分析補助などに特化した生成AIであり、社員の生産性向上を目的に導入されています</a:t>
            </a:r>
            <a:r>
              <a:rPr lang="en-US" dirty="0"/>
              <a:t>。</a:t>
            </a:r>
          </a:p>
          <a:p>
            <a:r>
              <a:rPr lang="en-US" dirty="0" err="1"/>
              <a:t>生成AIは人間の仕事を完全に置き換えるものではなく、補助的な役割を果たします</a:t>
            </a:r>
            <a:r>
              <a:rPr lang="en-US" dirty="0"/>
              <a:t>。</a:t>
            </a:r>
          </a:p>
          <a:p>
            <a:r>
              <a:rPr lang="en-US" dirty="0" err="1"/>
              <a:t>例えば、議事録の要約や提案書のドラフト作成など、時間のかかる作業を短時間で処理することが可能です</a:t>
            </a:r>
            <a:r>
              <a:rPr lang="en-US" dirty="0"/>
              <a:t>。</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6</a:t>
            </a:fld>
            <a:endParaRPr lang="en-US"/>
          </a:p>
        </p:txBody>
      </p:sp>
    </p:spTree>
    <p:extLst>
      <p:ext uri="{BB962C8B-B14F-4D97-AF65-F5344CB8AC3E}">
        <p14:creationId xmlns:p14="http://schemas.microsoft.com/office/powerpoint/2010/main" val="383451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38EFF46E-6B43-41F9-9272-B566D03A251C}" type="slidenum">
              <a:rPr lang="en-US" smtClean="0"/>
              <a:t>7</a:t>
            </a:fld>
            <a:endParaRPr lang="en-US"/>
          </a:p>
        </p:txBody>
      </p:sp>
    </p:spTree>
    <p:extLst>
      <p:ext uri="{BB962C8B-B14F-4D97-AF65-F5344CB8AC3E}">
        <p14:creationId xmlns:p14="http://schemas.microsoft.com/office/powerpoint/2010/main" val="1058764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生成AIを導入する意義は、単に作業時間を短縮することだけではありません。</a:t>
            </a:r>
            <a:endParaRPr lang="en-US" altLang="ja-JP" sz="1200" b="0" i="0" kern="1200" dirty="0">
              <a:solidFill>
                <a:schemeClr val="tx1"/>
              </a:solidFill>
              <a:effectLst/>
              <a:latin typeface="Meiryo UI" panose="020B0604030504040204" pitchFamily="34" charset="-128"/>
              <a:ea typeface="Meiryo UI" panose="020B060403050404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a:solidFill>
                  <a:schemeClr val="tx1"/>
                </a:solidFill>
                <a:effectLst/>
                <a:latin typeface="Meiryo UI" panose="020B0604030504040204" pitchFamily="34" charset="-128"/>
                <a:ea typeface="Meiryo UI" panose="020B0604030504040204" pitchFamily="34" charset="-128"/>
                <a:cs typeface="+mn-cs"/>
              </a:rPr>
              <a:t>業務</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では、文書作成、過去資料の確認、説明文の作成、要約など、時間を要する知的作業が多くあります。</a:t>
            </a:r>
            <a:endParaRPr lang="en-US" altLang="ja-JP" sz="1200" b="0" i="0" kern="1200" dirty="0">
              <a:solidFill>
                <a:schemeClr val="tx1"/>
              </a:solidFill>
              <a:effectLst/>
              <a:latin typeface="Meiryo UI" panose="020B0604030504040204" pitchFamily="34" charset="-128"/>
              <a:ea typeface="Meiryo UI" panose="020B060403050404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Copilotは、これらを完全に代替するものではありませんが、たたき台作成や情報整理を支援すること</a:t>
            </a:r>
            <a:r>
              <a:rPr lang="ja-JP" altLang="ja-JP" sz="1200" b="0" i="0" kern="1200">
                <a:solidFill>
                  <a:schemeClr val="tx1"/>
                </a:solidFill>
                <a:effectLst/>
                <a:latin typeface="Meiryo UI" panose="020B0604030504040204" pitchFamily="34" charset="-128"/>
                <a:ea typeface="Meiryo UI" panose="020B0604030504040204" pitchFamily="34" charset="-128"/>
                <a:cs typeface="+mn-cs"/>
              </a:rPr>
              <a:t>で、本来</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注力</a:t>
            </a:r>
            <a:r>
              <a:rPr lang="ja-JP" altLang="ja-JP" sz="1200" b="0" i="0" kern="1200">
                <a:solidFill>
                  <a:schemeClr val="tx1"/>
                </a:solidFill>
                <a:effectLst/>
                <a:latin typeface="Meiryo UI" panose="020B0604030504040204" pitchFamily="34" charset="-128"/>
                <a:ea typeface="Meiryo UI" panose="020B0604030504040204" pitchFamily="34" charset="-128"/>
                <a:cs typeface="+mn-cs"/>
              </a:rPr>
              <a:t>すべき</a:t>
            </a:r>
            <a:r>
              <a:rPr lang="ja-JP" altLang="en-US" sz="1200" b="0" i="0" kern="1200">
                <a:solidFill>
                  <a:schemeClr val="tx1"/>
                </a:solidFill>
                <a:effectLst/>
                <a:latin typeface="Meiryo UI" panose="020B0604030504040204" pitchFamily="34" charset="-128"/>
                <a:ea typeface="Meiryo UI" panose="020B0604030504040204" pitchFamily="34" charset="-128"/>
                <a:cs typeface="+mn-cs"/>
              </a:rPr>
              <a:t>行動・</a:t>
            </a:r>
            <a:r>
              <a:rPr lang="ja-JP" altLang="ja-JP" sz="1200" b="0" i="0" kern="1200">
                <a:solidFill>
                  <a:schemeClr val="tx1"/>
                </a:solidFill>
                <a:effectLst/>
                <a:latin typeface="Meiryo UI" panose="020B0604030504040204" pitchFamily="34" charset="-128"/>
                <a:ea typeface="Meiryo UI" panose="020B0604030504040204" pitchFamily="34" charset="-128"/>
                <a:cs typeface="+mn-cs"/>
              </a:rPr>
              <a:t>判断</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・検討の時間を確保しやすくします。</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8</a:t>
            </a:fld>
            <a:endParaRPr lang="en-US"/>
          </a:p>
        </p:txBody>
      </p:sp>
    </p:spTree>
    <p:extLst>
      <p:ext uri="{BB962C8B-B14F-4D97-AF65-F5344CB8AC3E}">
        <p14:creationId xmlns:p14="http://schemas.microsoft.com/office/powerpoint/2010/main" val="2034964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38EFF46E-6B43-41F9-9272-B566D03A251C}" type="slidenum">
              <a:rPr lang="en-US" smtClean="0"/>
              <a:t>10</a:t>
            </a:fld>
            <a:endParaRPr lang="en-US"/>
          </a:p>
        </p:txBody>
      </p:sp>
    </p:spTree>
    <p:extLst>
      <p:ext uri="{BB962C8B-B14F-4D97-AF65-F5344CB8AC3E}">
        <p14:creationId xmlns:p14="http://schemas.microsoft.com/office/powerpoint/2010/main" val="388188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ja-JP" altLang="ja-JP" dirty="0"/>
              <a:t>まず、生成AIを業務で利用する際の前提条件を整理します。</a:t>
            </a:r>
          </a:p>
          <a:p>
            <a:r>
              <a:rPr lang="ja-JP" altLang="ja-JP" dirty="0"/>
              <a:t>生成AIは非常に便利なツールですが、「何でも自由に入力してよい」「出力結果をそのまま使ってよい」というものではありません。業務で利用する場合は、利用するツール、入力する情報の範囲、出力結果の確認方法を明確にしておく必要があります。</a:t>
            </a:r>
          </a:p>
          <a:p>
            <a:r>
              <a:rPr lang="ja-JP" altLang="ja-JP" dirty="0"/>
              <a:t>本セミナーでは、業務利用する生成AIとして、Microsoft Copilotの利用を前提に説明します。個人で契約している生成AIサービスや、会社・事務所として許可されていないAIサービスに業務情報を入力することは避けてください。また、Copilotを利用する場合であっても、自分が本来アクセス権を持っている情報の範囲で利用することが前提です。アクセス権のない情報を取得しようとしたり、本来共有すべきでない情報を入力したりする使い方は適切ではありません。</a:t>
            </a:r>
          </a:p>
          <a:p>
            <a:r>
              <a:rPr lang="ja-JP" altLang="ja-JP" dirty="0"/>
              <a:t>さらに、生成AIの出力結果は、必ず人が確認・修正する必要があります。AIは文章のたたき台作成や情報整理には役立ちますが、最終的な判断や責任をAIに任せることはできません。</a:t>
            </a:r>
          </a:p>
          <a:p>
            <a:r>
              <a:rPr lang="ja-JP" altLang="ja-JP" dirty="0"/>
              <a:t>つまり、生成AIは「許可されたツールを使う」「扱う情報の範囲を守る」「人が確認する」という3つの前提を守ることで、業務上も活用しやすくなるものです。</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11</a:t>
            </a:fld>
            <a:endParaRPr lang="en-US"/>
          </a:p>
        </p:txBody>
      </p:sp>
    </p:spTree>
    <p:extLst>
      <p:ext uri="{BB962C8B-B14F-4D97-AF65-F5344CB8AC3E}">
        <p14:creationId xmlns:p14="http://schemas.microsoft.com/office/powerpoint/2010/main" val="31928847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20839-A655-4F42-A44F-A8E41ED3B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BB6E3B-1B9C-DE30-382F-30F1CC2BD7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BE3DBA-857D-E8C8-C34C-E575EED002AA}"/>
              </a:ext>
            </a:extLst>
          </p:cNvPr>
          <p:cNvSpPr>
            <a:spLocks noGrp="1"/>
          </p:cNvSpPr>
          <p:nvPr>
            <p:ph type="body" idx="1"/>
          </p:nvPr>
        </p:nvSpPr>
        <p:spPr/>
        <p:txBody>
          <a:bodyPr>
            <a:normAutofit/>
          </a:bodyPr>
          <a:lstStyle/>
          <a:p>
            <a:r>
              <a:rPr lang="ja-JP" altLang="ja-JP" dirty="0"/>
              <a:t>次に、生成AIをどのような業務で活用できるかを見ていきます。</a:t>
            </a:r>
          </a:p>
          <a:p>
            <a:r>
              <a:rPr lang="ja-JP" altLang="ja-JP"/>
              <a:t>業務</a:t>
            </a:r>
            <a:r>
              <a:rPr lang="ja-JP" altLang="ja-JP" dirty="0"/>
              <a:t>では、文書を読む、過去の資料を探す、内容を要約する、相手に分かりやすく説明する、といった作業が多く発生します。生成AIは、こうした情報整理や文章作成の補助に向いています。</a:t>
            </a:r>
          </a:p>
          <a:p>
            <a:r>
              <a:rPr lang="ja-JP" altLang="ja-JP" dirty="0"/>
              <a:t>たとえば、過去案件の資料を探す場面では、従来であれば「その案件を知っている人に聞く」「フォルダを順番に探す」といった方法になりがちでした。Copilotを活用することで、自分がアクセス権を持つ範囲の資料をもとに、関連しそうな情報を探したり、整理したりする補助ができます。</a:t>
            </a:r>
          </a:p>
          <a:p>
            <a:r>
              <a:rPr lang="ja-JP" altLang="ja-JP" dirty="0"/>
              <a:t>また、社内メモ、議事録、過去の検討資料などをもとに、論点を整理する用途にも活用できます。</a:t>
            </a:r>
            <a:r>
              <a:rPr lang="ja-JP" altLang="ja-JP"/>
              <a:t>ただし、AI</a:t>
            </a:r>
            <a:r>
              <a:rPr lang="ja-JP" altLang="ja-JP" dirty="0"/>
              <a:t>の回答だけを根拠にするのではなく、必ず一次情報や正式な資料で確認する必要があります。</a:t>
            </a:r>
          </a:p>
          <a:p>
            <a:r>
              <a:rPr lang="ja-JP" altLang="ja-JP" dirty="0"/>
              <a:t>専門書や長文資料の要約にも活用できます。たとえば、専門的な内容をクライアント向けに分かりやすく説明する文章のたたき台を作る、といった使い方が考えられます。</a:t>
            </a:r>
          </a:p>
          <a:p>
            <a:r>
              <a:rPr lang="ja-JP" altLang="ja-JP" dirty="0"/>
              <a:t>重要なのは、生成AIを「答えを出す人」として使うのではなく、「探す・整理する・言い換える・たたき台を作る」ための補助者として使うことです。</a:t>
            </a:r>
          </a:p>
        </p:txBody>
      </p:sp>
      <p:sp>
        <p:nvSpPr>
          <p:cNvPr id="4" name="Slide Number Placeholder 3">
            <a:extLst>
              <a:ext uri="{FF2B5EF4-FFF2-40B4-BE49-F238E27FC236}">
                <a16:creationId xmlns:a16="http://schemas.microsoft.com/office/drawing/2014/main" id="{7AF41BE1-3348-3F8D-130A-D95BB59F55F5}"/>
              </a:ext>
            </a:extLst>
          </p:cNvPr>
          <p:cNvSpPr>
            <a:spLocks noGrp="1"/>
          </p:cNvSpPr>
          <p:nvPr>
            <p:ph type="sldNum" sz="quarter" idx="5"/>
          </p:nvPr>
        </p:nvSpPr>
        <p:spPr/>
        <p:txBody>
          <a:bodyPr/>
          <a:lstStyle/>
          <a:p>
            <a:pPr rtl="0"/>
            <a:fld id="{38EFF46E-6B43-41F9-9272-B566D03A251C}" type="slidenum">
              <a:rPr lang="en-US" smtClean="0"/>
              <a:t>12</a:t>
            </a:fld>
            <a:endParaRPr lang="en-US"/>
          </a:p>
        </p:txBody>
      </p:sp>
    </p:spTree>
    <p:extLst>
      <p:ext uri="{BB962C8B-B14F-4D97-AF65-F5344CB8AC3E}">
        <p14:creationId xmlns:p14="http://schemas.microsoft.com/office/powerpoint/2010/main" val="30299604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28B8A-B730-1ECA-4901-2AEF27064A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E713C7-0129-9482-4A66-D1F9574E83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684371-D3D8-B416-5D85-955DE9C64E71}"/>
              </a:ext>
            </a:extLst>
          </p:cNvPr>
          <p:cNvSpPr>
            <a:spLocks noGrp="1"/>
          </p:cNvSpPr>
          <p:nvPr>
            <p:ph type="body" idx="1"/>
          </p:nvPr>
        </p:nvSpPr>
        <p:spPr/>
        <p:txBody>
          <a:bodyPr>
            <a:normAutofit/>
          </a:bodyPr>
          <a:lstStyle/>
          <a:p>
            <a:r>
              <a:rPr lang="ja-JP" altLang="ja-JP" dirty="0"/>
              <a:t>生成AIをうまく使うためには、指示の出し方、つまりプロンプトが重要です。</a:t>
            </a:r>
          </a:p>
          <a:p>
            <a:r>
              <a:rPr lang="ja-JP" altLang="ja-JP" dirty="0"/>
              <a:t>AIに対して曖昧な指示を出すと、出力結果も曖昧になります。たとえば、「議事録をまとめて」とだけ指示すると、どの形式で、どの粒度で、何を重視してまとめればよいのかがAIには分かりません。</a:t>
            </a:r>
          </a:p>
          <a:p>
            <a:r>
              <a:rPr lang="ja-JP" altLang="ja-JP" dirty="0"/>
              <a:t>そのため、プロンプトでは、目的、条件、出力形式を具体的に指定することが大切です。</a:t>
            </a:r>
          </a:p>
          <a:p>
            <a:r>
              <a:rPr lang="ja-JP" altLang="ja-JP" dirty="0"/>
              <a:t>たとえば、「以下のメモから議事録を作成してください」と伝えたうえで、出席者、議題、決定事項、ネクストアクションを整理するように指定すれば、AIは何を基準にまとめればよいか判断しやすくなります。</a:t>
            </a:r>
          </a:p>
          <a:p>
            <a:r>
              <a:rPr lang="ja-JP" altLang="ja-JP" dirty="0"/>
              <a:t>また、箇条書きでまとめるのか、表形式にするのか、社外向けの丁寧な文章にするのか、といった出力形式も指定すると、利用しやすい結果が得られます。</a:t>
            </a:r>
          </a:p>
          <a:p>
            <a:r>
              <a:rPr lang="ja-JP" altLang="ja-JP" dirty="0"/>
              <a:t>プロンプトの基本は、AIに丸投げすることではありません。自分がほしい成果物のイメージを、AIに分かる形で具体的に伝えることです。</a:t>
            </a:r>
          </a:p>
          <a:p>
            <a:r>
              <a:rPr lang="ja-JP" altLang="ja-JP" dirty="0"/>
              <a:t>良いプロンプトとは、長いプロンプトではなく、目的と条件が明確なプロンプトです。</a:t>
            </a:r>
          </a:p>
        </p:txBody>
      </p:sp>
      <p:sp>
        <p:nvSpPr>
          <p:cNvPr id="4" name="Slide Number Placeholder 3">
            <a:extLst>
              <a:ext uri="{FF2B5EF4-FFF2-40B4-BE49-F238E27FC236}">
                <a16:creationId xmlns:a16="http://schemas.microsoft.com/office/drawing/2014/main" id="{64BE4270-10EF-CFE7-8924-AEC16BCC84D5}"/>
              </a:ext>
            </a:extLst>
          </p:cNvPr>
          <p:cNvSpPr>
            <a:spLocks noGrp="1"/>
          </p:cNvSpPr>
          <p:nvPr>
            <p:ph type="sldNum" sz="quarter" idx="5"/>
          </p:nvPr>
        </p:nvSpPr>
        <p:spPr/>
        <p:txBody>
          <a:bodyPr/>
          <a:lstStyle/>
          <a:p>
            <a:pPr rtl="0"/>
            <a:fld id="{38EFF46E-6B43-41F9-9272-B566D03A251C}" type="slidenum">
              <a:rPr lang="en-US" smtClean="0"/>
              <a:t>13</a:t>
            </a:fld>
            <a:endParaRPr lang="en-US"/>
          </a:p>
        </p:txBody>
      </p:sp>
    </p:spTree>
    <p:extLst>
      <p:ext uri="{BB962C8B-B14F-4D97-AF65-F5344CB8AC3E}">
        <p14:creationId xmlns:p14="http://schemas.microsoft.com/office/powerpoint/2010/main" val="1046072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BE125-4FB2-0A5D-9B20-406058AE90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9DE438-DB58-79D9-A5B1-D59F1FEBAC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DF221-001F-2F95-0059-6E7FD7AB1E29}"/>
              </a:ext>
            </a:extLst>
          </p:cNvPr>
          <p:cNvSpPr>
            <a:spLocks noGrp="1"/>
          </p:cNvSpPr>
          <p:nvPr>
            <p:ph type="body" idx="1"/>
          </p:nvPr>
        </p:nvSpPr>
        <p:spPr/>
        <p:txBody>
          <a:bodyPr>
            <a:normAutofit/>
          </a:bodyPr>
          <a:lstStyle/>
          <a:p>
            <a:r>
              <a:rPr lang="ja-JP" altLang="ja-JP" dirty="0"/>
              <a:t>最後に、AIを利用する際の基本的な注意点を確認します。</a:t>
            </a:r>
          </a:p>
          <a:p>
            <a:r>
              <a:rPr lang="ja-JP" altLang="ja-JP" dirty="0"/>
              <a:t>まず、AIの出力はそのまま使用しないでください。生成AIは、自然で分かりやすい文章を作ることが得意ですが、その内容が常に正しいとは限りません。事実関係、数字、</a:t>
            </a:r>
            <a:r>
              <a:rPr lang="ja-JP" altLang="ja-JP"/>
              <a:t>引用、解釈</a:t>
            </a:r>
            <a:r>
              <a:rPr lang="ja-JP" altLang="ja-JP" dirty="0"/>
              <a:t>などについては、必ず人が確認する必要があります。</a:t>
            </a:r>
          </a:p>
          <a:p>
            <a:r>
              <a:rPr lang="ja-JP" altLang="ja-JP" dirty="0"/>
              <a:t>次に、専門的な判断は必ず人が行ってください。AIは情報整理や文章作成の補助には使えますが、法的判断、最終判断、クライアントへの助言の責任を負うことはできません。AIの回答は、判断材料の一部やたたき台として扱うべきです。</a:t>
            </a:r>
          </a:p>
          <a:p>
            <a:r>
              <a:rPr lang="ja-JP" altLang="ja-JP" dirty="0"/>
              <a:t>また、外部に提出する文書や、クライアントに共有する内容については、必ず事前に確認・修正してください。AIが作成した文章には、誤り、不適切な表現、過剰な断定、権利侵害につながる表現が含まれる可能性があります。</a:t>
            </a:r>
          </a:p>
          <a:p>
            <a:r>
              <a:rPr lang="ja-JP" altLang="ja-JP" dirty="0"/>
              <a:t>つまり、AIは「判断する主体」ではなく、「整理や作成を手伝う道具」です。最終的な確認、判断、責任は人が持つという前提で利用することが重要です。</a:t>
            </a:r>
          </a:p>
          <a:p>
            <a:r>
              <a:rPr lang="ja-JP" altLang="ja-JP" dirty="0"/>
              <a:t>この点を守ることで、生成AIの利便性を活かしながら、誤情報や情報漏えい、外部提出時のトラブルを防ぎやすくなります。</a:t>
            </a:r>
          </a:p>
        </p:txBody>
      </p:sp>
      <p:sp>
        <p:nvSpPr>
          <p:cNvPr id="4" name="Slide Number Placeholder 3">
            <a:extLst>
              <a:ext uri="{FF2B5EF4-FFF2-40B4-BE49-F238E27FC236}">
                <a16:creationId xmlns:a16="http://schemas.microsoft.com/office/drawing/2014/main" id="{5207F47E-13F9-38C1-D387-BD2AA59C0DC7}"/>
              </a:ext>
            </a:extLst>
          </p:cNvPr>
          <p:cNvSpPr>
            <a:spLocks noGrp="1"/>
          </p:cNvSpPr>
          <p:nvPr>
            <p:ph type="sldNum" sz="quarter" idx="5"/>
          </p:nvPr>
        </p:nvSpPr>
        <p:spPr/>
        <p:txBody>
          <a:bodyPr/>
          <a:lstStyle/>
          <a:p>
            <a:pPr rtl="0"/>
            <a:fld id="{38EFF46E-6B43-41F9-9272-B566D03A251C}" type="slidenum">
              <a:rPr lang="en-US" smtClean="0"/>
              <a:t>14</a:t>
            </a:fld>
            <a:endParaRPr lang="en-US"/>
          </a:p>
        </p:txBody>
      </p:sp>
    </p:spTree>
    <p:extLst>
      <p:ext uri="{BB962C8B-B14F-4D97-AF65-F5344CB8AC3E}">
        <p14:creationId xmlns:p14="http://schemas.microsoft.com/office/powerpoint/2010/main" val="16329226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8662F-DD00-2DB6-2908-792382F123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D456F7-2B73-9ABE-B155-223ECB7E42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9F2DE1-B36E-5930-35EB-4B84229B72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1A65C3-31F8-290E-C73B-31ED5A4FBED2}"/>
              </a:ext>
            </a:extLst>
          </p:cNvPr>
          <p:cNvSpPr>
            <a:spLocks noGrp="1"/>
          </p:cNvSpPr>
          <p:nvPr>
            <p:ph type="sldNum" sz="quarter" idx="5"/>
          </p:nvPr>
        </p:nvSpPr>
        <p:spPr/>
        <p:txBody>
          <a:bodyPr/>
          <a:lstStyle/>
          <a:p>
            <a:pPr rtl="0"/>
            <a:fld id="{38EFF46E-6B43-41F9-9272-B566D03A251C}" type="slidenum">
              <a:rPr lang="en-US" smtClean="0"/>
              <a:t>15</a:t>
            </a:fld>
            <a:endParaRPr lang="en-US"/>
          </a:p>
        </p:txBody>
      </p:sp>
    </p:spTree>
    <p:extLst>
      <p:ext uri="{BB962C8B-B14F-4D97-AF65-F5344CB8AC3E}">
        <p14:creationId xmlns:p14="http://schemas.microsoft.com/office/powerpoint/2010/main" val="18526157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91AC-B4C6-6690-138C-32C911A36A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441F7B-251E-B183-5A21-47D3FD3F34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44D8B6-6DC9-E2A1-E809-763453D42D58}"/>
              </a:ext>
            </a:extLst>
          </p:cNvPr>
          <p:cNvSpPr>
            <a:spLocks noGrp="1"/>
          </p:cNvSpPr>
          <p:nvPr>
            <p:ph type="body" idx="1"/>
          </p:nvPr>
        </p:nvSpPr>
        <p:spPr/>
        <p:txBody>
          <a:bodyPr/>
          <a:lstStyle/>
          <a:p>
            <a:r>
              <a:rPr lang="ja-JP" altLang="en-US" dirty="0"/>
              <a:t>では、実際に手を動かしながら、生成</a:t>
            </a:r>
            <a:r>
              <a:rPr lang="en-US" altLang="ja-JP" dirty="0"/>
              <a:t>AI</a:t>
            </a:r>
            <a:r>
              <a:rPr lang="ja-JP" altLang="en-US" dirty="0"/>
              <a:t>に出す「良い指示」がどのようなものかについて確認してみましょう。</a:t>
            </a:r>
            <a:endParaRPr lang="en-US" altLang="ja-JP" dirty="0"/>
          </a:p>
          <a:p>
            <a:r>
              <a:rPr lang="ja-JP" altLang="en-US" dirty="0"/>
              <a:t>なお、</a:t>
            </a:r>
            <a:r>
              <a:rPr lang="ja-JP" altLang="ja-JP" dirty="0"/>
              <a:t>今回のハンズオンでは、</a:t>
            </a:r>
            <a:r>
              <a:rPr lang="ja-JP" altLang="en-US" dirty="0"/>
              <a:t>イメージをつかみやすくする</a:t>
            </a:r>
            <a:r>
              <a:rPr lang="ja-JP" altLang="ja-JP" dirty="0"/>
              <a:t>ため、実案件や顧客情報ではなく、あえて一般的な題材を使います。</a:t>
            </a:r>
          </a:p>
          <a:p>
            <a:r>
              <a:rPr lang="ja-JP" altLang="ja-JP" dirty="0"/>
              <a:t>目的は旅行プランを作ることではなく、指示の具体性によってAIの出力がどのように変わるかを確認することです。</a:t>
            </a:r>
          </a:p>
        </p:txBody>
      </p:sp>
      <p:sp>
        <p:nvSpPr>
          <p:cNvPr id="4" name="Slide Number Placeholder 3">
            <a:extLst>
              <a:ext uri="{FF2B5EF4-FFF2-40B4-BE49-F238E27FC236}">
                <a16:creationId xmlns:a16="http://schemas.microsoft.com/office/drawing/2014/main" id="{B4372385-867D-4EE3-C2ED-9313D0D011E2}"/>
              </a:ext>
            </a:extLst>
          </p:cNvPr>
          <p:cNvSpPr>
            <a:spLocks noGrp="1"/>
          </p:cNvSpPr>
          <p:nvPr>
            <p:ph type="sldNum" sz="quarter" idx="5"/>
          </p:nvPr>
        </p:nvSpPr>
        <p:spPr/>
        <p:txBody>
          <a:bodyPr/>
          <a:lstStyle/>
          <a:p>
            <a:pPr rtl="0"/>
            <a:fld id="{38EFF46E-6B43-41F9-9272-B566D03A251C}" type="slidenum">
              <a:rPr lang="en-US" smtClean="0"/>
              <a:t>16</a:t>
            </a:fld>
            <a:endParaRPr lang="en-US"/>
          </a:p>
        </p:txBody>
      </p:sp>
    </p:spTree>
    <p:extLst>
      <p:ext uri="{BB962C8B-B14F-4D97-AF65-F5344CB8AC3E}">
        <p14:creationId xmlns:p14="http://schemas.microsoft.com/office/powerpoint/2010/main" val="36891150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A5F05-AF9B-0B9F-6CA1-40D3ACC57A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EF55E0-00F5-2621-6741-50BCD72AB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FE09AD-E7DD-02AA-9E79-E81E4476CB32}"/>
              </a:ext>
            </a:extLst>
          </p:cNvPr>
          <p:cNvSpPr>
            <a:spLocks noGrp="1"/>
          </p:cNvSpPr>
          <p:nvPr>
            <p:ph type="body" idx="1"/>
          </p:nvPr>
        </p:nvSpPr>
        <p:spPr/>
        <p:txBody>
          <a:bodyPr/>
          <a:lstStyle/>
          <a:p>
            <a:r>
              <a:rPr lang="ja-JP" altLang="ja-JP" dirty="0"/>
              <a:t>まずは、あえて条件をほとんど指定しないプロンプトを試してみます。</a:t>
            </a:r>
          </a:p>
          <a:p>
            <a:r>
              <a:rPr lang="ja-JP" altLang="ja-JP" dirty="0"/>
              <a:t>このプロンプトでも、Copilotは何らかの旅行プランを提案してくれます。</a:t>
            </a:r>
          </a:p>
          <a:p>
            <a:r>
              <a:rPr lang="ja-JP" altLang="ja-JP" dirty="0"/>
              <a:t>しかし、行き先、予算、人数、日数、出発地、旅行の目的などが指定されていないため、出力結果はかなり一般的なものになりやすいです。</a:t>
            </a:r>
          </a:p>
          <a:p>
            <a:r>
              <a:rPr lang="ja-JP" altLang="ja-JP" dirty="0"/>
              <a:t>ここでは、曖昧な指示を出すと、AIの回答も曖昧になりやすいことを確認します。</a:t>
            </a:r>
          </a:p>
        </p:txBody>
      </p:sp>
      <p:sp>
        <p:nvSpPr>
          <p:cNvPr id="4" name="Slide Number Placeholder 3">
            <a:extLst>
              <a:ext uri="{FF2B5EF4-FFF2-40B4-BE49-F238E27FC236}">
                <a16:creationId xmlns:a16="http://schemas.microsoft.com/office/drawing/2014/main" id="{DFD155FB-35E0-A5B7-D854-DA561B0B218F}"/>
              </a:ext>
            </a:extLst>
          </p:cNvPr>
          <p:cNvSpPr>
            <a:spLocks noGrp="1"/>
          </p:cNvSpPr>
          <p:nvPr>
            <p:ph type="sldNum" sz="quarter" idx="5"/>
          </p:nvPr>
        </p:nvSpPr>
        <p:spPr/>
        <p:txBody>
          <a:bodyPr/>
          <a:lstStyle/>
          <a:p>
            <a:pPr rtl="0"/>
            <a:fld id="{38EFF46E-6B43-41F9-9272-B566D03A251C}" type="slidenum">
              <a:rPr lang="en-US" smtClean="0"/>
              <a:t>17</a:t>
            </a:fld>
            <a:endParaRPr lang="en-US"/>
          </a:p>
        </p:txBody>
      </p:sp>
    </p:spTree>
    <p:extLst>
      <p:ext uri="{BB962C8B-B14F-4D97-AF65-F5344CB8AC3E}">
        <p14:creationId xmlns:p14="http://schemas.microsoft.com/office/powerpoint/2010/main" val="3120659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5B782-0A9D-204D-96E3-6E78A71E9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463E8D-7864-1416-30DB-C8E19D8DE6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D5AA85-9493-CDE1-83A1-7A4AA302A5FB}"/>
              </a:ext>
            </a:extLst>
          </p:cNvPr>
          <p:cNvSpPr>
            <a:spLocks noGrp="1"/>
          </p:cNvSpPr>
          <p:nvPr>
            <p:ph type="body" idx="1"/>
          </p:nvPr>
        </p:nvSpPr>
        <p:spPr/>
        <p:txBody>
          <a:bodyPr/>
          <a:lstStyle/>
          <a:p>
            <a:r>
              <a:rPr lang="ja-JP" altLang="ja-JP" dirty="0"/>
              <a:t>次に、条件を追加したプロンプトを試してみます。</a:t>
            </a:r>
          </a:p>
          <a:p>
            <a:r>
              <a:rPr lang="ja-JP" altLang="ja-JP" dirty="0"/>
              <a:t>先ほどのプロンプトに、旅行時期、予算、出発地、人数、日数、希望する観光内容を追加しています。</a:t>
            </a:r>
          </a:p>
          <a:p>
            <a:r>
              <a:rPr lang="ja-JP" altLang="ja-JP" dirty="0"/>
              <a:t>これにより、Copilotはより具体的な前提に基づいて回答を作成できます。</a:t>
            </a:r>
          </a:p>
          <a:p>
            <a:r>
              <a:rPr lang="ja-JP" altLang="ja-JP" dirty="0"/>
              <a:t>このように、AIに依頼するときは、何をしてほしいかだけでなく、どのような条件で、誰向けに、どのような形式で出してほしいかを伝えることが重要です。</a:t>
            </a:r>
          </a:p>
        </p:txBody>
      </p:sp>
      <p:sp>
        <p:nvSpPr>
          <p:cNvPr id="4" name="Slide Number Placeholder 3">
            <a:extLst>
              <a:ext uri="{FF2B5EF4-FFF2-40B4-BE49-F238E27FC236}">
                <a16:creationId xmlns:a16="http://schemas.microsoft.com/office/drawing/2014/main" id="{E1854452-682F-01A6-8F38-9EAFD9D31B3A}"/>
              </a:ext>
            </a:extLst>
          </p:cNvPr>
          <p:cNvSpPr>
            <a:spLocks noGrp="1"/>
          </p:cNvSpPr>
          <p:nvPr>
            <p:ph type="sldNum" sz="quarter" idx="5"/>
          </p:nvPr>
        </p:nvSpPr>
        <p:spPr/>
        <p:txBody>
          <a:bodyPr/>
          <a:lstStyle/>
          <a:p>
            <a:pPr rtl="0"/>
            <a:fld id="{38EFF46E-6B43-41F9-9272-B566D03A251C}" type="slidenum">
              <a:rPr lang="en-US" smtClean="0"/>
              <a:t>18</a:t>
            </a:fld>
            <a:endParaRPr lang="en-US"/>
          </a:p>
        </p:txBody>
      </p:sp>
    </p:spTree>
    <p:extLst>
      <p:ext uri="{BB962C8B-B14F-4D97-AF65-F5344CB8AC3E}">
        <p14:creationId xmlns:p14="http://schemas.microsoft.com/office/powerpoint/2010/main" val="20850145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EF5A-9C08-52CB-E847-0896726C91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277C5D-DA54-AC6E-391A-2AB981364F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03E326-4509-1C7E-FAF2-53A38F8A5899}"/>
              </a:ext>
            </a:extLst>
          </p:cNvPr>
          <p:cNvSpPr>
            <a:spLocks noGrp="1"/>
          </p:cNvSpPr>
          <p:nvPr>
            <p:ph type="body" idx="1"/>
          </p:nvPr>
        </p:nvSpPr>
        <p:spPr/>
        <p:txBody>
          <a:bodyPr/>
          <a:lstStyle/>
          <a:p>
            <a:r>
              <a:rPr lang="ja-JP" altLang="ja-JP" dirty="0"/>
              <a:t>最後に、結果を簡単に共有します。</a:t>
            </a:r>
          </a:p>
          <a:p>
            <a:r>
              <a:rPr lang="ja-JP" altLang="ja-JP" dirty="0"/>
              <a:t>ここで確認したいのは、条件を具体的に指定することで、出力結果がどのように変わったかです。</a:t>
            </a:r>
          </a:p>
          <a:p>
            <a:r>
              <a:rPr lang="ja-JP" altLang="ja-JP" dirty="0"/>
              <a:t>また、条件を指定しても、AIの出力をそのまま正解として扱うのではなく、人が確認すべき点が残ることも確認します。</a:t>
            </a:r>
          </a:p>
          <a:p>
            <a:r>
              <a:rPr lang="ja-JP" altLang="ja-JP" dirty="0"/>
              <a:t>この後のパートでは、AI利用時に避けるべき使い方や、注意すべきリスクについて説明します。</a:t>
            </a:r>
          </a:p>
        </p:txBody>
      </p:sp>
      <p:sp>
        <p:nvSpPr>
          <p:cNvPr id="4" name="Slide Number Placeholder 3">
            <a:extLst>
              <a:ext uri="{FF2B5EF4-FFF2-40B4-BE49-F238E27FC236}">
                <a16:creationId xmlns:a16="http://schemas.microsoft.com/office/drawing/2014/main" id="{131006CD-7C05-960E-83EB-D45FE11D73CF}"/>
              </a:ext>
            </a:extLst>
          </p:cNvPr>
          <p:cNvSpPr>
            <a:spLocks noGrp="1"/>
          </p:cNvSpPr>
          <p:nvPr>
            <p:ph type="sldNum" sz="quarter" idx="5"/>
          </p:nvPr>
        </p:nvSpPr>
        <p:spPr/>
        <p:txBody>
          <a:bodyPr/>
          <a:lstStyle/>
          <a:p>
            <a:pPr rtl="0"/>
            <a:fld id="{38EFF46E-6B43-41F9-9272-B566D03A251C}" type="slidenum">
              <a:rPr lang="en-US" smtClean="0"/>
              <a:t>19</a:t>
            </a:fld>
            <a:endParaRPr lang="en-US"/>
          </a:p>
        </p:txBody>
      </p:sp>
    </p:spTree>
    <p:extLst>
      <p:ext uri="{BB962C8B-B14F-4D97-AF65-F5344CB8AC3E}">
        <p14:creationId xmlns:p14="http://schemas.microsoft.com/office/powerpoint/2010/main" val="37848595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38EFF46E-6B43-41F9-9272-B566D03A251C}" type="slidenum">
              <a:rPr lang="en-US" smtClean="0"/>
              <a:t>20</a:t>
            </a:fld>
            <a:endParaRPr lang="en-US"/>
          </a:p>
        </p:txBody>
      </p:sp>
    </p:spTree>
    <p:extLst>
      <p:ext uri="{BB962C8B-B14F-4D97-AF65-F5344CB8AC3E}">
        <p14:creationId xmlns:p14="http://schemas.microsoft.com/office/powerpoint/2010/main" val="36596499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禁止される利用には、生成AIのみで作成した文書を外部公開すること、法律や数値計算など厳密性が求められる業務への利用、公序良俗に反する生成物の作成などがあります。これらは、誤情報や法令違反のリスクが高いため、必ず人による確認と承認を経る必要があります。</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21</a:t>
            </a:fld>
            <a:endParaRPr lang="en-US"/>
          </a:p>
        </p:txBody>
      </p:sp>
    </p:spTree>
    <p:extLst>
      <p:ext uri="{BB962C8B-B14F-4D97-AF65-F5344CB8AC3E}">
        <p14:creationId xmlns:p14="http://schemas.microsoft.com/office/powerpoint/2010/main" val="29016236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F33EE-5753-307E-BC91-6FB294111B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68DA2-1419-134F-FA6E-C04476B2AB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99FB9D-C742-B018-45CD-21FBB15B3228}"/>
              </a:ext>
            </a:extLst>
          </p:cNvPr>
          <p:cNvSpPr>
            <a:spLocks noGrp="1"/>
          </p:cNvSpPr>
          <p:nvPr>
            <p:ph type="body" idx="1"/>
          </p:nvPr>
        </p:nvSpPr>
        <p:spPr/>
        <p:txBody>
          <a:bodyPr>
            <a:normAutofit/>
          </a:bodyPr>
          <a:lstStyle/>
          <a:p>
            <a:r>
              <a:rPr lang="ja-JP" altLang="ja-JP" dirty="0"/>
              <a:t>まず、推奨されない利用の1つ目として、個人用AIへの業務データ入力について確認します。ここでいう個人用AIとは、個人で契約しているChatGPT</a:t>
            </a:r>
            <a:r>
              <a:rPr lang="ja-JP" altLang="ja-JP"/>
              <a:t>など、</a:t>
            </a:r>
            <a:r>
              <a:rPr lang="ja-JP" altLang="en-US"/>
              <a:t>会社</a:t>
            </a:r>
            <a:r>
              <a:rPr lang="ja-JP" altLang="ja-JP"/>
              <a:t>と</a:t>
            </a:r>
            <a:r>
              <a:rPr lang="ja-JP" altLang="ja-JP" dirty="0"/>
              <a:t>して管理・許可していない生成AIサービスを指します。たとえば、個人で契約している生成AIのアカウント</a:t>
            </a:r>
            <a:r>
              <a:rPr lang="ja-JP" altLang="ja-JP"/>
              <a:t>に、業務</a:t>
            </a:r>
            <a:r>
              <a:rPr lang="ja-JP" altLang="ja-JP" dirty="0"/>
              <a:t>で知り得た情報、顧客情報、相談内容、</a:t>
            </a:r>
            <a:r>
              <a:rPr lang="ja-JP" altLang="ja-JP"/>
              <a:t>契約書、など</a:t>
            </a:r>
            <a:r>
              <a:rPr lang="ja-JP" altLang="ja-JP" dirty="0"/>
              <a:t>を入力してしまうケースです。</a:t>
            </a:r>
          </a:p>
          <a:p>
            <a:r>
              <a:rPr lang="ja-JP" altLang="ja-JP" dirty="0"/>
              <a:t>このような使い方は、たとえ悪意がなかったとしても、業務情報を外部サービスに入力することになります。そのため、情報の外部持ち出しに該当する可能性があります。</a:t>
            </a:r>
          </a:p>
          <a:p>
            <a:r>
              <a:rPr lang="ja-JP" altLang="ja-JP" dirty="0"/>
              <a:t>また、個人アカウントで利用した場合、事務所として、その入力内容を把握したり、後から確認したり、利用を制御したりすることが非常に難しくなります。</a:t>
            </a:r>
          </a:p>
          <a:p>
            <a:r>
              <a:rPr lang="ja-JP" altLang="ja-JP" dirty="0"/>
              <a:t>つまり、問題が発生したときに、誰が、いつ、何を入力したのかを追跡できず、情報漏えいの検知や対応が困難になります。</a:t>
            </a:r>
            <a:endParaRPr lang="en-US" altLang="ja-JP" dirty="0"/>
          </a:p>
          <a:p>
            <a:r>
              <a:rPr lang="ja-JP" altLang="en-US" dirty="0"/>
              <a:t>さらに、後ほど説明しますが、個人用</a:t>
            </a:r>
            <a:r>
              <a:rPr lang="en-US" altLang="ja-JP" dirty="0"/>
              <a:t>AI</a:t>
            </a:r>
            <a:r>
              <a:rPr lang="ja-JP" altLang="en-US" dirty="0"/>
              <a:t>を業務利用してしまうと、内部不正の温床にもなりかねません。</a:t>
            </a:r>
            <a:endParaRPr lang="ja-JP" altLang="ja-JP" dirty="0"/>
          </a:p>
          <a:p>
            <a:r>
              <a:rPr lang="ja-JP" altLang="ja-JP" dirty="0"/>
              <a:t>そのため、業務で生成AIを利用する場合は、個人用AIでは</a:t>
            </a:r>
            <a:r>
              <a:rPr lang="ja-JP" altLang="ja-JP"/>
              <a:t>なく、</a:t>
            </a:r>
            <a:r>
              <a:rPr lang="ja-JP" altLang="en-US"/>
              <a:t>会社</a:t>
            </a:r>
            <a:r>
              <a:rPr lang="ja-JP" altLang="ja-JP"/>
              <a:t>と</a:t>
            </a:r>
            <a:r>
              <a:rPr lang="ja-JP" altLang="ja-JP" dirty="0"/>
              <a:t>して認められたツール、ここではMicrosoft Copilotを利用することが前提になります。</a:t>
            </a:r>
          </a:p>
          <a:p>
            <a:r>
              <a:rPr lang="ja-JP" altLang="ja-JP" dirty="0"/>
              <a:t>ポイントは、生成AIを使うこと自体が問題なのではなく、管理されていない個人用AIに業務情報を入れてしまうことが問題だという点です。</a:t>
            </a:r>
          </a:p>
        </p:txBody>
      </p:sp>
      <p:sp>
        <p:nvSpPr>
          <p:cNvPr id="4" name="Slide Number Placeholder 3">
            <a:extLst>
              <a:ext uri="{FF2B5EF4-FFF2-40B4-BE49-F238E27FC236}">
                <a16:creationId xmlns:a16="http://schemas.microsoft.com/office/drawing/2014/main" id="{1D6647E3-374F-264E-F189-7740C0BBE91D}"/>
              </a:ext>
            </a:extLst>
          </p:cNvPr>
          <p:cNvSpPr>
            <a:spLocks noGrp="1"/>
          </p:cNvSpPr>
          <p:nvPr>
            <p:ph type="sldNum" sz="quarter" idx="5"/>
          </p:nvPr>
        </p:nvSpPr>
        <p:spPr/>
        <p:txBody>
          <a:bodyPr/>
          <a:lstStyle/>
          <a:p>
            <a:pPr rtl="0"/>
            <a:fld id="{38EFF46E-6B43-41F9-9272-B566D03A251C}" type="slidenum">
              <a:rPr lang="en-US" smtClean="0"/>
              <a:t>22</a:t>
            </a:fld>
            <a:endParaRPr lang="en-US"/>
          </a:p>
        </p:txBody>
      </p:sp>
    </p:spTree>
    <p:extLst>
      <p:ext uri="{BB962C8B-B14F-4D97-AF65-F5344CB8AC3E}">
        <p14:creationId xmlns:p14="http://schemas.microsoft.com/office/powerpoint/2010/main" val="8178508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CA989-59B7-A3C0-AF56-FF68DBAE47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C8BD56-AEE8-B507-9982-F20BAF7C94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6E0221-D25E-BF1D-BD18-A761C31C9A92}"/>
              </a:ext>
            </a:extLst>
          </p:cNvPr>
          <p:cNvSpPr>
            <a:spLocks noGrp="1"/>
          </p:cNvSpPr>
          <p:nvPr>
            <p:ph type="body" idx="1"/>
          </p:nvPr>
        </p:nvSpPr>
        <p:spPr/>
        <p:txBody>
          <a:bodyPr>
            <a:normAutofit/>
          </a:bodyPr>
          <a:lstStyle/>
          <a:p>
            <a:r>
              <a:rPr lang="ja-JP" altLang="ja-JP" dirty="0"/>
              <a:t>次に、AIの出力をそのまま外部利用することについてです。</a:t>
            </a:r>
          </a:p>
          <a:p>
            <a:r>
              <a:rPr lang="ja-JP" altLang="ja-JP" dirty="0"/>
              <a:t>生成AIは、自然で読みやすい文章を作ることが得意です。そのため、一見すると正しそうな回答が返ってくることがあります。</a:t>
            </a:r>
          </a:p>
          <a:p>
            <a:r>
              <a:rPr lang="ja-JP" altLang="ja-JP" dirty="0"/>
              <a:t>しかし、生成AIの出力は、必ずしも事実として正しいとは限りません。特に、判例、条文、数値、引用、専門的な見解などについては、誤った内容がもっともらしく出力されることがあります。</a:t>
            </a:r>
          </a:p>
          <a:p>
            <a:r>
              <a:rPr lang="ja-JP" altLang="ja-JP" dirty="0"/>
              <a:t>このスライドの例では、生成AIが</a:t>
            </a:r>
            <a:r>
              <a:rPr lang="ja-JP" altLang="ja-JP"/>
              <a:t>出力した</a:t>
            </a:r>
            <a:r>
              <a:rPr lang="ja-JP" altLang="en-US"/>
              <a:t>事例</a:t>
            </a:r>
            <a:r>
              <a:rPr lang="ja-JP" altLang="ja-JP"/>
              <a:t>に</a:t>
            </a:r>
            <a:r>
              <a:rPr lang="ja-JP" altLang="ja-JP" dirty="0"/>
              <a:t>ついて、さらに生成AI自身に「本当</a:t>
            </a:r>
            <a:r>
              <a:rPr lang="ja-JP" altLang="ja-JP"/>
              <a:t>にその</a:t>
            </a:r>
            <a:r>
              <a:rPr lang="ja-JP" altLang="en-US"/>
              <a:t>事例</a:t>
            </a:r>
            <a:r>
              <a:rPr lang="ja-JP" altLang="ja-JP"/>
              <a:t>が</a:t>
            </a:r>
            <a:r>
              <a:rPr lang="ja-JP" altLang="ja-JP" dirty="0"/>
              <a:t>あるのか」と確認し、その回答を信じて外部に提出してしまうケースを示しています。</a:t>
            </a:r>
          </a:p>
          <a:p>
            <a:r>
              <a:rPr lang="ja-JP" altLang="ja-JP" dirty="0"/>
              <a:t>ここで問題なのは、AIにAIの答え合わせをさせている点です。生成AIは、自分の出力が正しいかどうかを保証できるわけではありません。</a:t>
            </a:r>
          </a:p>
          <a:p>
            <a:r>
              <a:rPr lang="ja-JP" altLang="ja-JP"/>
              <a:t>業務</a:t>
            </a:r>
            <a:r>
              <a:rPr lang="ja-JP" altLang="ja-JP" dirty="0"/>
              <a:t>で</a:t>
            </a:r>
            <a:r>
              <a:rPr lang="ja-JP" altLang="ja-JP"/>
              <a:t>は、</a:t>
            </a:r>
            <a:r>
              <a:rPr lang="ja-JP" altLang="en-US"/>
              <a:t>記載内容</a:t>
            </a:r>
            <a:r>
              <a:rPr lang="ja-JP" altLang="ja-JP"/>
              <a:t>の正確性が</a:t>
            </a:r>
            <a:r>
              <a:rPr lang="ja-JP" altLang="en-US"/>
              <a:t>信頼度</a:t>
            </a:r>
            <a:r>
              <a:rPr lang="ja-JP" altLang="ja-JP"/>
              <a:t>に</a:t>
            </a:r>
            <a:r>
              <a:rPr lang="ja-JP" altLang="ja-JP" dirty="0"/>
              <a:t>直結します。そのため、AIが出力した内容をそのまま根拠にするのではなく、必ず公式資料、原典、一次情報で確認する必要があります。</a:t>
            </a:r>
          </a:p>
          <a:p>
            <a:r>
              <a:rPr lang="ja-JP" altLang="ja-JP" dirty="0"/>
              <a:t>AIの出力は、あくまでたたき台や調査の入口として扱うべきものです。外部に提出する文書、クライアント</a:t>
            </a:r>
            <a:r>
              <a:rPr lang="ja-JP" altLang="ja-JP"/>
              <a:t>に説明</a:t>
            </a:r>
            <a:r>
              <a:rPr lang="ja-JP" altLang="en-US"/>
              <a:t>・</a:t>
            </a:r>
            <a:r>
              <a:rPr lang="ja-JP" altLang="ja-JP"/>
              <a:t>提出</a:t>
            </a:r>
            <a:r>
              <a:rPr lang="ja-JP" altLang="ja-JP" dirty="0"/>
              <a:t>する資料などに利用する場合は、必ず人が確認し、必要に応じて修正してください。ポイントは、AIの文章が自然かどうかではなく、内容が正しいか、根拠が確認できるか、外部に出して問題ないかを人が判断することです。</a:t>
            </a:r>
          </a:p>
        </p:txBody>
      </p:sp>
      <p:sp>
        <p:nvSpPr>
          <p:cNvPr id="4" name="Slide Number Placeholder 3">
            <a:extLst>
              <a:ext uri="{FF2B5EF4-FFF2-40B4-BE49-F238E27FC236}">
                <a16:creationId xmlns:a16="http://schemas.microsoft.com/office/drawing/2014/main" id="{20332AEF-77FB-D168-216A-0A3230D420FC}"/>
              </a:ext>
            </a:extLst>
          </p:cNvPr>
          <p:cNvSpPr>
            <a:spLocks noGrp="1"/>
          </p:cNvSpPr>
          <p:nvPr>
            <p:ph type="sldNum" sz="quarter" idx="5"/>
          </p:nvPr>
        </p:nvSpPr>
        <p:spPr/>
        <p:txBody>
          <a:bodyPr/>
          <a:lstStyle/>
          <a:p>
            <a:pPr rtl="0"/>
            <a:fld id="{38EFF46E-6B43-41F9-9272-B566D03A251C}" type="slidenum">
              <a:rPr lang="en-US" smtClean="0"/>
              <a:t>23</a:t>
            </a:fld>
            <a:endParaRPr lang="en-US"/>
          </a:p>
        </p:txBody>
      </p:sp>
    </p:spTree>
    <p:extLst>
      <p:ext uri="{BB962C8B-B14F-4D97-AF65-F5344CB8AC3E}">
        <p14:creationId xmlns:p14="http://schemas.microsoft.com/office/powerpoint/2010/main" val="34333050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E6606-B1F1-3F10-4369-1F9B89AA5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A6F142-6768-F81C-4521-54A1521A6B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DDC517-7241-2010-0866-75B081078827}"/>
              </a:ext>
            </a:extLst>
          </p:cNvPr>
          <p:cNvSpPr>
            <a:spLocks noGrp="1"/>
          </p:cNvSpPr>
          <p:nvPr>
            <p:ph type="body" idx="1"/>
          </p:nvPr>
        </p:nvSpPr>
        <p:spPr/>
        <p:txBody>
          <a:bodyPr>
            <a:normAutofit/>
          </a:bodyPr>
          <a:lstStyle/>
          <a:p>
            <a:r>
              <a:rPr lang="ja-JP" altLang="ja-JP" dirty="0"/>
              <a:t>3つ目は、機密情報や個人情報を無制限に入力してしまうことです。生成AIは便利ですが、入力してよい情報と、入力してはいけない情報を区別せずに使ってしまうと、情報漏えいや守秘義務違反につながる可能性があります。たとえば、</a:t>
            </a:r>
            <a:r>
              <a:rPr lang="ja-JP" altLang="ja-JP"/>
              <a:t>顧客名、</a:t>
            </a:r>
            <a:r>
              <a:rPr lang="ja-JP" altLang="en-US"/>
              <a:t>連絡先</a:t>
            </a:r>
            <a:r>
              <a:rPr lang="ja-JP" altLang="ja-JP"/>
              <a:t>、</a:t>
            </a:r>
            <a:r>
              <a:rPr lang="ja-JP" altLang="en-US"/>
              <a:t>などの</a:t>
            </a:r>
            <a:r>
              <a:rPr lang="ja-JP" altLang="ja-JP"/>
              <a:t>個人情報、</a:t>
            </a:r>
            <a:r>
              <a:rPr lang="ja-JP" altLang="en-US"/>
              <a:t>自社・お客様</a:t>
            </a:r>
            <a:r>
              <a:rPr lang="ja-JP" altLang="ja-JP"/>
              <a:t>の</a:t>
            </a:r>
            <a:r>
              <a:rPr lang="ja-JP" altLang="ja-JP" dirty="0"/>
              <a:t>機密情報を、ルール確認なしに入力することは避ける必要があります。</a:t>
            </a:r>
          </a:p>
          <a:p>
            <a:r>
              <a:rPr lang="ja-JP" altLang="ja-JP" dirty="0"/>
              <a:t>また、生成AIの利用について、クライアントへの説明や許諾が必要な場面で、それを行わずに利用してしまうことも問題になり得ます。</a:t>
            </a:r>
          </a:p>
          <a:p>
            <a:r>
              <a:rPr lang="ja-JP" altLang="ja-JP" dirty="0"/>
              <a:t>さらに、アクセス権や共有範囲を確認しないまま、資料をAIに読み込ませることも注意が必要です。自分がアクセスできる情報であっても、それをAIに入力してよいか、外部利用してよいかは別問題です。</a:t>
            </a:r>
          </a:p>
          <a:p>
            <a:r>
              <a:rPr lang="ja-JP" altLang="ja-JP"/>
              <a:t>特に</a:t>
            </a:r>
            <a:r>
              <a:rPr lang="ja-JP" altLang="en-US"/>
              <a:t>会社</a:t>
            </a:r>
            <a:r>
              <a:rPr lang="ja-JP" altLang="ja-JP"/>
              <a:t>で</a:t>
            </a:r>
            <a:r>
              <a:rPr lang="ja-JP" altLang="ja-JP" dirty="0"/>
              <a:t>は、扱う情報の多くが高度に機密性の高いものです。したがって、「自分が見られる情報だから入力してよい」と考えるのではなく、「この情報をAIに入力してよいルールになっているか」を確認する必要があります。</a:t>
            </a:r>
          </a:p>
          <a:p>
            <a:r>
              <a:rPr lang="ja-JP" altLang="ja-JP" dirty="0"/>
              <a:t>入力内容が不適切だった場合、情報漏えい、守秘義務</a:t>
            </a:r>
            <a:r>
              <a:rPr lang="ja-JP" altLang="ja-JP"/>
              <a:t>違反、</a:t>
            </a:r>
            <a:r>
              <a:rPr lang="ja-JP" altLang="en-US"/>
              <a:t>お客様</a:t>
            </a:r>
            <a:r>
              <a:rPr lang="ja-JP" altLang="ja-JP"/>
              <a:t>との</a:t>
            </a:r>
            <a:r>
              <a:rPr lang="ja-JP" altLang="ja-JP" dirty="0"/>
              <a:t>信頼関係の毀損につながる可能性があります。</a:t>
            </a:r>
          </a:p>
          <a:p>
            <a:r>
              <a:rPr lang="ja-JP" altLang="ja-JP" dirty="0"/>
              <a:t>そのため、機密情報や個人情報を含む可能性がある場合は、事務所内のルールや情報区分に従って判断してください。判断に迷う場合は、入力しない、または事前に確認することが基本です。</a:t>
            </a:r>
          </a:p>
        </p:txBody>
      </p:sp>
      <p:sp>
        <p:nvSpPr>
          <p:cNvPr id="4" name="Slide Number Placeholder 3">
            <a:extLst>
              <a:ext uri="{FF2B5EF4-FFF2-40B4-BE49-F238E27FC236}">
                <a16:creationId xmlns:a16="http://schemas.microsoft.com/office/drawing/2014/main" id="{1487B153-B9A3-C099-E639-F541F35CC5D3}"/>
              </a:ext>
            </a:extLst>
          </p:cNvPr>
          <p:cNvSpPr>
            <a:spLocks noGrp="1"/>
          </p:cNvSpPr>
          <p:nvPr>
            <p:ph type="sldNum" sz="quarter" idx="5"/>
          </p:nvPr>
        </p:nvSpPr>
        <p:spPr/>
        <p:txBody>
          <a:bodyPr/>
          <a:lstStyle/>
          <a:p>
            <a:pPr rtl="0"/>
            <a:fld id="{38EFF46E-6B43-41F9-9272-B566D03A251C}" type="slidenum">
              <a:rPr lang="en-US" smtClean="0"/>
              <a:t>24</a:t>
            </a:fld>
            <a:endParaRPr lang="en-US"/>
          </a:p>
        </p:txBody>
      </p:sp>
    </p:spTree>
    <p:extLst>
      <p:ext uri="{BB962C8B-B14F-4D97-AF65-F5344CB8AC3E}">
        <p14:creationId xmlns:p14="http://schemas.microsoft.com/office/powerpoint/2010/main" val="40841433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E861A-F712-8F12-8546-2D631176A5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3A26B-8F70-2CFE-CFB6-B2180F83E9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2EDAE-7BAA-E939-F0CD-71C245D9D943}"/>
              </a:ext>
            </a:extLst>
          </p:cNvPr>
          <p:cNvSpPr>
            <a:spLocks noGrp="1"/>
          </p:cNvSpPr>
          <p:nvPr>
            <p:ph type="body" idx="1"/>
          </p:nvPr>
        </p:nvSpPr>
        <p:spPr/>
        <p:txBody>
          <a:bodyPr>
            <a:normAutofit/>
          </a:bodyPr>
          <a:lstStyle/>
          <a:p>
            <a:r>
              <a:rPr lang="ja-JP" altLang="ja-JP" dirty="0"/>
              <a:t>ここまで、推奨されない利用として、個人用AIへの業務データ入力、AI出力のそのまま外部利用、機密情報や個人情報の無制限入力について見てきました。</a:t>
            </a:r>
          </a:p>
          <a:p>
            <a:r>
              <a:rPr lang="ja-JP" altLang="ja-JP" dirty="0"/>
              <a:t>最後に、実際に利用する場面で判断に迷ったときのチェックポイントを整理します。</a:t>
            </a:r>
          </a:p>
          <a:p>
            <a:r>
              <a:rPr lang="ja-JP" altLang="ja-JP" dirty="0"/>
              <a:t>まず、その情報は外部に出せない情報ではないかを確認してください。外部に出せない情報が含まれている場合、生成AIに入力してよいかどうかは慎重に判断する必要があります。</a:t>
            </a:r>
          </a:p>
          <a:p>
            <a:r>
              <a:rPr lang="ja-JP" altLang="ja-JP" dirty="0"/>
              <a:t>次に、個人</a:t>
            </a:r>
            <a:r>
              <a:rPr lang="ja-JP" altLang="ja-JP"/>
              <a:t>情報、機密</a:t>
            </a:r>
            <a:r>
              <a:rPr lang="ja-JP" altLang="ja-JP" dirty="0"/>
              <a:t>情報が含まれていないかを確認して</a:t>
            </a:r>
            <a:r>
              <a:rPr lang="ja-JP" altLang="ja-JP"/>
              <a:t>ください。</a:t>
            </a:r>
            <a:endParaRPr lang="ja-JP" altLang="ja-JP" dirty="0"/>
          </a:p>
          <a:p>
            <a:r>
              <a:rPr lang="ja-JP" altLang="ja-JP" dirty="0"/>
              <a:t>また、AIの回答だけを根拠に判断しようとしていないかも確認してください。AIの回答は便利ですが、それ</a:t>
            </a:r>
            <a:r>
              <a:rPr lang="ja-JP" altLang="ja-JP"/>
              <a:t>だけで業務</a:t>
            </a:r>
            <a:r>
              <a:rPr lang="ja-JP" altLang="ja-JP" dirty="0"/>
              <a:t>判断を完結させることはできません。</a:t>
            </a:r>
          </a:p>
          <a:p>
            <a:r>
              <a:rPr lang="ja-JP" altLang="ja-JP" dirty="0"/>
              <a:t>外部に提出する文書や、クライアントに共有する内容については、外部提出前の確認や承認が済んでいるかを確認する必要があります。</a:t>
            </a:r>
          </a:p>
          <a:p>
            <a:r>
              <a:rPr lang="ja-JP" altLang="ja-JP" dirty="0"/>
              <a:t>さらに、誰が最終確認したのかを記録できるかも重要です。生成AIを使った場合でも、最終的な確認と責任は人が持つ必要があります。</a:t>
            </a:r>
          </a:p>
          <a:p>
            <a:r>
              <a:rPr lang="ja-JP" altLang="ja-JP" dirty="0"/>
              <a:t>つまり、判断に迷ったときは、「この情報は入力してよいか」「この出力は根拠確認済みか」「外部に出してよいか」「誰が確認したか」という観点で確認してください。</a:t>
            </a:r>
          </a:p>
          <a:p>
            <a:r>
              <a:rPr lang="ja-JP" altLang="ja-JP" dirty="0"/>
              <a:t>生成AIは、正しく使えば業務を助ける有用な道具です。ただし、判断に迷う場面では、便利さよりも安全性を優先することが重要です。</a:t>
            </a:r>
          </a:p>
        </p:txBody>
      </p:sp>
      <p:sp>
        <p:nvSpPr>
          <p:cNvPr id="4" name="Slide Number Placeholder 3">
            <a:extLst>
              <a:ext uri="{FF2B5EF4-FFF2-40B4-BE49-F238E27FC236}">
                <a16:creationId xmlns:a16="http://schemas.microsoft.com/office/drawing/2014/main" id="{F465E230-18C2-58ED-B52B-9FFFB9F9DABF}"/>
              </a:ext>
            </a:extLst>
          </p:cNvPr>
          <p:cNvSpPr>
            <a:spLocks noGrp="1"/>
          </p:cNvSpPr>
          <p:nvPr>
            <p:ph type="sldNum" sz="quarter" idx="5"/>
          </p:nvPr>
        </p:nvSpPr>
        <p:spPr/>
        <p:txBody>
          <a:bodyPr/>
          <a:lstStyle/>
          <a:p>
            <a:pPr rtl="0"/>
            <a:fld id="{38EFF46E-6B43-41F9-9272-B566D03A251C}" type="slidenum">
              <a:rPr lang="en-US" smtClean="0"/>
              <a:t>25</a:t>
            </a:fld>
            <a:endParaRPr lang="en-US"/>
          </a:p>
        </p:txBody>
      </p:sp>
    </p:spTree>
    <p:extLst>
      <p:ext uri="{BB962C8B-B14F-4D97-AF65-F5344CB8AC3E}">
        <p14:creationId xmlns:p14="http://schemas.microsoft.com/office/powerpoint/2010/main" val="19155249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CD5CD-528C-6E1D-F562-942129A47D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B77E5-E6BD-A64F-1F8F-B4B9AF929A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6964FE-A5A6-B03A-2A18-502D508B6D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1CFD00-1D36-6FAB-CC0E-2012AE5436C7}"/>
              </a:ext>
            </a:extLst>
          </p:cNvPr>
          <p:cNvSpPr>
            <a:spLocks noGrp="1"/>
          </p:cNvSpPr>
          <p:nvPr>
            <p:ph type="sldNum" sz="quarter" idx="5"/>
          </p:nvPr>
        </p:nvSpPr>
        <p:spPr/>
        <p:txBody>
          <a:bodyPr/>
          <a:lstStyle/>
          <a:p>
            <a:pPr rtl="0"/>
            <a:fld id="{38EFF46E-6B43-41F9-9272-B566D03A251C}" type="slidenum">
              <a:rPr lang="en-US" smtClean="0"/>
              <a:t>26</a:t>
            </a:fld>
            <a:endParaRPr lang="en-US"/>
          </a:p>
        </p:txBody>
      </p:sp>
    </p:spTree>
    <p:extLst>
      <p:ext uri="{BB962C8B-B14F-4D97-AF65-F5344CB8AC3E}">
        <p14:creationId xmlns:p14="http://schemas.microsoft.com/office/powerpoint/2010/main" val="3056769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5A8D9-910D-67A1-C0E3-EA98ABA0F6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817FCC-E94D-003C-3275-712BE32CC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1756FB-C132-340E-6609-4D9B09BF4DC9}"/>
              </a:ext>
            </a:extLst>
          </p:cNvPr>
          <p:cNvSpPr>
            <a:spLocks noGrp="1"/>
          </p:cNvSpPr>
          <p:nvPr>
            <p:ph type="body" idx="1"/>
          </p:nvPr>
        </p:nvSpPr>
        <p:spPr/>
        <p:txBody>
          <a:bodyPr/>
          <a:lstStyle/>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生成AIについてよく聞かれるのが、この3つの懸念です。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「情報が外に漏れるのではないか」「権限外のデータが見えてしまうのではないか」「個人情報や守秘義務に抵触しないか」</a:t>
            </a: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これはいずれも、</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非常にもっともな懸念</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です。</a:t>
            </a:r>
            <a:r>
              <a:rPr lang="ja-JP" altLang="ja-JP" sz="1200" b="0" i="0" kern="1200">
                <a:solidFill>
                  <a:schemeClr val="tx1"/>
                </a:solidFill>
                <a:effectLst/>
                <a:latin typeface="Meiryo UI" panose="020B0604030504040204" pitchFamily="34" charset="-128"/>
                <a:ea typeface="Meiryo UI" panose="020B0604030504040204" pitchFamily="34" charset="-128"/>
                <a:cs typeface="+mn-cs"/>
              </a:rPr>
              <a:t>特に</a:t>
            </a:r>
            <a:r>
              <a:rPr lang="ja-JP" altLang="en-US" sz="1200" b="0" i="0" kern="1200">
                <a:solidFill>
                  <a:schemeClr val="tx1"/>
                </a:solidFill>
                <a:effectLst/>
                <a:latin typeface="Meiryo UI" panose="020B0604030504040204" pitchFamily="34" charset="-128"/>
                <a:ea typeface="Meiryo UI" panose="020B0604030504040204" pitchFamily="34" charset="-128"/>
                <a:cs typeface="+mn-cs"/>
              </a:rPr>
              <a:t>会社</a:t>
            </a:r>
            <a:r>
              <a:rPr lang="ja-JP" altLang="ja-JP" sz="1200" b="0" i="0" kern="1200">
                <a:solidFill>
                  <a:schemeClr val="tx1"/>
                </a:solidFill>
                <a:effectLst/>
                <a:latin typeface="Meiryo UI" panose="020B0604030504040204" pitchFamily="34" charset="-128"/>
                <a:ea typeface="Meiryo UI" panose="020B0604030504040204" pitchFamily="34" charset="-128"/>
                <a:cs typeface="+mn-cs"/>
              </a:rPr>
              <a:t>に</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おいては、扱う情報の機密性が非常に高いため、この点は最も重要になります。</a:t>
            </a: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結論</a:t>
            </a:r>
            <a:r>
              <a:rPr lang="ja-JP" altLang="en-US" sz="1200" b="0" i="0" kern="1200" dirty="0">
                <a:solidFill>
                  <a:schemeClr val="tx1"/>
                </a:solidFill>
                <a:effectLst/>
                <a:latin typeface="Meiryo UI" panose="020B0604030504040204" pitchFamily="34" charset="-128"/>
                <a:ea typeface="Meiryo UI" panose="020B0604030504040204" pitchFamily="34" charset="-128"/>
                <a:cs typeface="+mn-cs"/>
              </a:rPr>
              <a:t>を言うと</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個人用の生成AIに業務情報を入れるのはNGです。</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一方で、Copilotは企業の管理下で利用できるため、一定のルールを守ることで安全に活用できます。</a:t>
            </a:r>
            <a:endParaRPr lang="en-US" altLang="ja-JP" sz="1200" b="0" i="0" kern="1200" dirty="0">
              <a:solidFill>
                <a:schemeClr val="tx1"/>
              </a:solidFill>
              <a:effectLst/>
              <a:latin typeface="Meiryo UI" panose="020B0604030504040204" pitchFamily="34" charset="-128"/>
              <a:ea typeface="Meiryo UI" panose="020B0604030504040204" pitchFamily="34" charset="-128"/>
              <a:cs typeface="+mn-cs"/>
            </a:endParaRP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この後、</a:t>
            </a:r>
            <a:r>
              <a:rPr lang="ja-JP" altLang="en-US" sz="1200" b="0" i="0" kern="1200" dirty="0">
                <a:solidFill>
                  <a:schemeClr val="tx1"/>
                </a:solidFill>
                <a:effectLst/>
                <a:latin typeface="Meiryo UI" panose="020B0604030504040204" pitchFamily="34" charset="-128"/>
                <a:ea typeface="Meiryo UI" panose="020B0604030504040204" pitchFamily="34" charset="-128"/>
                <a:cs typeface="+mn-cs"/>
              </a:rPr>
              <a:t>生成</a:t>
            </a:r>
            <a:r>
              <a:rPr lang="en-US" altLang="ja-JP" sz="1200" b="0" i="0" kern="1200" dirty="0">
                <a:solidFill>
                  <a:schemeClr val="tx1"/>
                </a:solidFill>
                <a:effectLst/>
                <a:latin typeface="Meiryo UI" panose="020B0604030504040204" pitchFamily="34" charset="-128"/>
                <a:ea typeface="Meiryo UI" panose="020B0604030504040204" pitchFamily="34" charset="-128"/>
                <a:cs typeface="+mn-cs"/>
              </a:rPr>
              <a:t>AI</a:t>
            </a:r>
            <a:r>
              <a:rPr lang="ja-JP" altLang="en-US" sz="1200" b="0" i="0" kern="1200" dirty="0">
                <a:solidFill>
                  <a:schemeClr val="tx1"/>
                </a:solidFill>
                <a:effectLst/>
                <a:latin typeface="Meiryo UI" panose="020B0604030504040204" pitchFamily="34" charset="-128"/>
                <a:ea typeface="Meiryo UI" panose="020B0604030504040204" pitchFamily="34" charset="-128"/>
                <a:cs typeface="+mn-cs"/>
              </a:rPr>
              <a:t>利用時に注意すべき観点</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を説明していきます。</a:t>
            </a:r>
          </a:p>
        </p:txBody>
      </p:sp>
      <p:sp>
        <p:nvSpPr>
          <p:cNvPr id="4" name="Slide Number Placeholder 3">
            <a:extLst>
              <a:ext uri="{FF2B5EF4-FFF2-40B4-BE49-F238E27FC236}">
                <a16:creationId xmlns:a16="http://schemas.microsoft.com/office/drawing/2014/main" id="{42BFC8DE-4636-DF27-8AD5-53227ABF3401}"/>
              </a:ext>
            </a:extLst>
          </p:cNvPr>
          <p:cNvSpPr>
            <a:spLocks noGrp="1"/>
          </p:cNvSpPr>
          <p:nvPr>
            <p:ph type="sldNum" sz="quarter" idx="5"/>
          </p:nvPr>
        </p:nvSpPr>
        <p:spPr/>
        <p:txBody>
          <a:bodyPr/>
          <a:lstStyle/>
          <a:p>
            <a:pPr rtl="0"/>
            <a:fld id="{38EFF46E-6B43-41F9-9272-B566D03A251C}" type="slidenum">
              <a:rPr lang="en-US" smtClean="0"/>
              <a:t>27</a:t>
            </a:fld>
            <a:endParaRPr lang="en-US"/>
          </a:p>
        </p:txBody>
      </p:sp>
    </p:spTree>
    <p:extLst>
      <p:ext uri="{BB962C8B-B14F-4D97-AF65-F5344CB8AC3E}">
        <p14:creationId xmlns:p14="http://schemas.microsoft.com/office/powerpoint/2010/main" val="15847076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1656B-3932-AFB1-CB38-80E6D44CB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D8D84B-E0A3-5BE4-836F-792F98620C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F2E167-F58C-9642-E42E-9ED5F2B983E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こうした懸念の背景には、AI利用に伴うセキュリティリスクの拡大があります。</a:t>
            </a:r>
            <a:endParaRPr lang="en-US" altLang="ja-JP" sz="1200" b="0" i="0" kern="1200" dirty="0">
              <a:solidFill>
                <a:schemeClr val="tx1"/>
              </a:solidFill>
              <a:effectLst/>
              <a:latin typeface="Meiryo UI" panose="020B0604030504040204" pitchFamily="34" charset="-128"/>
              <a:ea typeface="Meiryo UI" panose="020B060403050404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実際、独立行政法人情報処理推進機構（IPA）は毎年「情報セキュリティ10大脅威」を発表していますが、2026年、はじめて</a:t>
            </a:r>
            <a:r>
              <a:rPr lang="ja-JP" altLang="en-US" dirty="0"/>
              <a:t>その中で「</a:t>
            </a:r>
            <a:r>
              <a:rPr lang="en-US" altLang="ja-JP" dirty="0"/>
              <a:t>AI</a:t>
            </a:r>
            <a:r>
              <a:rPr lang="ja-JP" altLang="en-US" dirty="0"/>
              <a:t>の利用をめぐるサイバーリスク」が選出され、</a:t>
            </a:r>
            <a:r>
              <a:rPr lang="en-US" altLang="ja-JP" dirty="0"/>
              <a:t>3</a:t>
            </a:r>
            <a:r>
              <a:rPr lang="ja-JP" altLang="en-US" dirty="0"/>
              <a:t>位になりました。初登場で</a:t>
            </a:r>
            <a:r>
              <a:rPr lang="en-US" altLang="ja-JP" dirty="0"/>
              <a:t>3</a:t>
            </a:r>
            <a:r>
              <a:rPr lang="ja-JP" altLang="en-US" dirty="0"/>
              <a:t>位というのは異例の扱いです。</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つまり、AIは便利だ</a:t>
            </a:r>
            <a:r>
              <a:rPr lang="ja-JP" altLang="en-US" sz="1200" b="0" i="0" kern="1200" dirty="0">
                <a:solidFill>
                  <a:schemeClr val="tx1"/>
                </a:solidFill>
                <a:effectLst/>
                <a:latin typeface="Meiryo UI" panose="020B0604030504040204" pitchFamily="34" charset="-128"/>
                <a:ea typeface="Meiryo UI" panose="020B0604030504040204" pitchFamily="34" charset="-128"/>
                <a:cs typeface="+mn-cs"/>
              </a:rPr>
              <a:t>けど</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理解せずに使うとリスクになる段階に来ているということです。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では、具体的に</a:t>
            </a:r>
            <a:r>
              <a:rPr lang="en-US" altLang="ja-JP" dirty="0"/>
              <a:t>IPA</a:t>
            </a:r>
            <a:r>
              <a:rPr lang="ja-JP" altLang="en-US" dirty="0"/>
              <a:t>が解説している</a:t>
            </a:r>
            <a:r>
              <a:rPr lang="en-US" altLang="ja-JP" dirty="0"/>
              <a:t>AI</a:t>
            </a:r>
            <a:r>
              <a:rPr lang="ja-JP" altLang="en-US" dirty="0"/>
              <a:t>をめぐるリスクについて見ていきましょう。</a:t>
            </a:r>
            <a:endParaRPr lang="en-US" altLang="ja-JP" dirty="0"/>
          </a:p>
        </p:txBody>
      </p:sp>
      <p:sp>
        <p:nvSpPr>
          <p:cNvPr id="4" name="Slide Number Placeholder 3">
            <a:extLst>
              <a:ext uri="{FF2B5EF4-FFF2-40B4-BE49-F238E27FC236}">
                <a16:creationId xmlns:a16="http://schemas.microsoft.com/office/drawing/2014/main" id="{973B0847-A53E-FB1B-7C3F-F9F292E09BAE}"/>
              </a:ext>
            </a:extLst>
          </p:cNvPr>
          <p:cNvSpPr>
            <a:spLocks noGrp="1"/>
          </p:cNvSpPr>
          <p:nvPr>
            <p:ph type="sldNum" sz="quarter" idx="5"/>
          </p:nvPr>
        </p:nvSpPr>
        <p:spPr/>
        <p:txBody>
          <a:bodyPr/>
          <a:lstStyle/>
          <a:p>
            <a:pPr rtl="0"/>
            <a:fld id="{38EFF46E-6B43-41F9-9272-B566D03A251C}" type="slidenum">
              <a:rPr lang="en-US" smtClean="0"/>
              <a:t>28</a:t>
            </a:fld>
            <a:endParaRPr lang="en-US"/>
          </a:p>
        </p:txBody>
      </p:sp>
    </p:spTree>
    <p:extLst>
      <p:ext uri="{BB962C8B-B14F-4D97-AF65-F5344CB8AC3E}">
        <p14:creationId xmlns:p14="http://schemas.microsoft.com/office/powerpoint/2010/main" val="5640374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DA472-C723-DEA2-8D0B-2484D0677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2436F-469E-951A-53AE-FB0471A69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D14DB-16D0-B17B-A2FF-A896E20E3D62}"/>
              </a:ext>
            </a:extLst>
          </p:cNvPr>
          <p:cNvSpPr>
            <a:spLocks noGrp="1"/>
          </p:cNvSpPr>
          <p:nvPr>
            <p:ph type="body" idx="1"/>
          </p:nvPr>
        </p:nvSpPr>
        <p:spPr/>
        <p:txBody>
          <a:bodyPr/>
          <a:lstStyle/>
          <a:p>
            <a:r>
              <a:rPr lang="en-US" altLang="ja-JP" dirty="0"/>
              <a:t>10</a:t>
            </a:r>
            <a:r>
              <a:rPr lang="ja-JP" altLang="en-US" dirty="0"/>
              <a:t>大脅威の中で、指摘されていた重大論点には大きく</a:t>
            </a:r>
            <a:r>
              <a:rPr lang="en-US" altLang="ja-JP" dirty="0"/>
              <a:t>3</a:t>
            </a:r>
            <a:r>
              <a:rPr lang="ja-JP" altLang="en-US" dirty="0"/>
              <a:t>つあります。</a:t>
            </a:r>
            <a:endParaRPr lang="en-US" altLang="ja-JP" dirty="0"/>
          </a:p>
          <a:p>
            <a:r>
              <a:rPr lang="ja-JP" altLang="en-US" dirty="0"/>
              <a:t>まず、攻撃に生成</a:t>
            </a:r>
            <a:r>
              <a:rPr lang="en-US" altLang="ja-JP" dirty="0"/>
              <a:t>AI</a:t>
            </a:r>
            <a:r>
              <a:rPr lang="ja-JP" altLang="en-US" dirty="0"/>
              <a:t>が利用されることが多いということです。生成</a:t>
            </a:r>
            <a:r>
              <a:rPr lang="en-US" altLang="ja-JP" dirty="0"/>
              <a:t>AI</a:t>
            </a:r>
            <a:r>
              <a:rPr lang="ja-JP" altLang="en-US" dirty="0"/>
              <a:t>は文章だけでなくプログラムを書いたり動画を作成したりすることもできます。それらを悪用して、マルウェアが添付されたメールを送り付けたり、ディープフェイクと呼ばれる偽の顔写真や動画などを生成して取引先に成りすまし、詐欺を行ったりといった事例が発生しています。つまり、サイバー犯罪者が生成</a:t>
            </a:r>
            <a:r>
              <a:rPr lang="en-US" altLang="ja-JP" dirty="0"/>
              <a:t>AI</a:t>
            </a:r>
            <a:r>
              <a:rPr lang="ja-JP" altLang="en-US" dirty="0"/>
              <a:t>を</a:t>
            </a:r>
            <a:r>
              <a:rPr lang="ja-JP" altLang="en-US"/>
              <a:t>悪用した結果、攻撃の高度化や効率化が起きています。</a:t>
            </a:r>
            <a:endParaRPr lang="en-US" altLang="ja-JP" dirty="0"/>
          </a:p>
          <a:p>
            <a:r>
              <a:rPr lang="ja-JP" altLang="en-US" dirty="0"/>
              <a:t>次に、</a:t>
            </a:r>
            <a:r>
              <a:rPr lang="en-US" altLang="ja-JP" dirty="0"/>
              <a:t>AI</a:t>
            </a:r>
            <a:r>
              <a:rPr lang="ja-JP" altLang="en-US" dirty="0"/>
              <a:t>を狙ったセキュリティ攻撃です。技術的な話なのでここでは説明を割愛しますが、「プロンプトインジェクション」という言葉を耳にしたことがある方はいらっしゃるかもしれません。</a:t>
            </a:r>
            <a:endParaRPr lang="en-US" altLang="ja-JP" dirty="0"/>
          </a:p>
          <a:p>
            <a:r>
              <a:rPr lang="ja-JP" altLang="en-US" dirty="0"/>
              <a:t>最後に運用上のリスクです。後述しますが、生成</a:t>
            </a:r>
            <a:r>
              <a:rPr lang="en-US" altLang="ja-JP" dirty="0"/>
              <a:t>AI</a:t>
            </a:r>
            <a:r>
              <a:rPr lang="ja-JP" altLang="en-US" dirty="0"/>
              <a:t>を適切に利用しないと、ハルシネーションや機密情報の漏えいなどの結果をもたらしてしまい、最悪の場合には法的責任を問われることもあります。</a:t>
            </a:r>
            <a:endParaRPr lang="en-US" dirty="0"/>
          </a:p>
        </p:txBody>
      </p:sp>
      <p:sp>
        <p:nvSpPr>
          <p:cNvPr id="4" name="Slide Number Placeholder 3">
            <a:extLst>
              <a:ext uri="{FF2B5EF4-FFF2-40B4-BE49-F238E27FC236}">
                <a16:creationId xmlns:a16="http://schemas.microsoft.com/office/drawing/2014/main" id="{BF52055A-8136-BD58-E117-AB30B9024243}"/>
              </a:ext>
            </a:extLst>
          </p:cNvPr>
          <p:cNvSpPr>
            <a:spLocks noGrp="1"/>
          </p:cNvSpPr>
          <p:nvPr>
            <p:ph type="sldNum" sz="quarter" idx="5"/>
          </p:nvPr>
        </p:nvSpPr>
        <p:spPr/>
        <p:txBody>
          <a:bodyPr/>
          <a:lstStyle/>
          <a:p>
            <a:pPr rtl="0"/>
            <a:fld id="{38EFF46E-6B43-41F9-9272-B566D03A251C}" type="slidenum">
              <a:rPr lang="en-US" smtClean="0"/>
              <a:t>29</a:t>
            </a:fld>
            <a:endParaRPr lang="en-US"/>
          </a:p>
        </p:txBody>
      </p:sp>
    </p:spTree>
    <p:extLst>
      <p:ext uri="{BB962C8B-B14F-4D97-AF65-F5344CB8AC3E}">
        <p14:creationId xmlns:p14="http://schemas.microsoft.com/office/powerpoint/2010/main" val="11809272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7FA1C-8378-D5DD-12A8-0431F307A8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1B921-5EE2-078F-677B-4A483EE17A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3C39C6-88D0-D42B-35CF-1AFD532B878B}"/>
              </a:ext>
            </a:extLst>
          </p:cNvPr>
          <p:cNvSpPr>
            <a:spLocks noGrp="1"/>
          </p:cNvSpPr>
          <p:nvPr>
            <p:ph type="body" idx="1"/>
          </p:nvPr>
        </p:nvSpPr>
        <p:spPr/>
        <p:txBody>
          <a:bodyPr/>
          <a:lstStyle/>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まずハルシネーションです。</a:t>
            </a: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ハルシネーションとは、</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AIが事実ではない情報を、あたかも正しいかのように出力する現象</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です。</a:t>
            </a: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ポイントは、</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「それっぽく」「自信満々に」間違える</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という点です。</a:t>
            </a: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なぜ起きるかというと、AIは「正しい答え」を探しているわけではなく、</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「それっぽい文章」を確率で生成しているだけだからです。</a:t>
            </a:r>
            <a:endParaRPr lang="ja-JP" altLang="ja-JP" sz="1200" b="0" i="0" kern="1200" dirty="0">
              <a:solidFill>
                <a:schemeClr val="tx1"/>
              </a:solidFill>
              <a:effectLst/>
              <a:latin typeface="Meiryo UI" panose="020B0604030504040204" pitchFamily="34" charset="-128"/>
              <a:ea typeface="Meiryo UI" panose="020B0604030504040204" pitchFamily="34" charset="-128"/>
              <a:cs typeface="+mn-cs"/>
            </a:endParaRP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なので、「分からない」という回答ではなく、</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存在しない情報を作ってでも答えてしまう</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ことがあります。</a:t>
            </a: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これは現状の技術では完全に防ぐことはできません。</a:t>
            </a: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つまり、</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AIの出力＝正しいとは限らない</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という前提で使う必要があります。</a:t>
            </a:r>
          </a:p>
        </p:txBody>
      </p:sp>
      <p:sp>
        <p:nvSpPr>
          <p:cNvPr id="4" name="Slide Number Placeholder 3">
            <a:extLst>
              <a:ext uri="{FF2B5EF4-FFF2-40B4-BE49-F238E27FC236}">
                <a16:creationId xmlns:a16="http://schemas.microsoft.com/office/drawing/2014/main" id="{CBF8937C-7BBD-5366-1793-B4E3465B2747}"/>
              </a:ext>
            </a:extLst>
          </p:cNvPr>
          <p:cNvSpPr>
            <a:spLocks noGrp="1"/>
          </p:cNvSpPr>
          <p:nvPr>
            <p:ph type="sldNum" sz="quarter" idx="5"/>
          </p:nvPr>
        </p:nvSpPr>
        <p:spPr/>
        <p:txBody>
          <a:bodyPr/>
          <a:lstStyle/>
          <a:p>
            <a:pPr rtl="0"/>
            <a:fld id="{38EFF46E-6B43-41F9-9272-B566D03A251C}" type="slidenum">
              <a:rPr lang="en-US" smtClean="0"/>
              <a:t>30</a:t>
            </a:fld>
            <a:endParaRPr lang="en-US"/>
          </a:p>
        </p:txBody>
      </p:sp>
    </p:spTree>
    <p:extLst>
      <p:ext uri="{BB962C8B-B14F-4D97-AF65-F5344CB8AC3E}">
        <p14:creationId xmlns:p14="http://schemas.microsoft.com/office/powerpoint/2010/main" val="25084923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6CE03-D0E0-8631-8EA6-5A2FF8F1F3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2FC564-E8C6-5E84-DCC9-9B2D656CB1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7605C2-67C8-152B-A58C-DDC1281767A5}"/>
              </a:ext>
            </a:extLst>
          </p:cNvPr>
          <p:cNvSpPr>
            <a:spLocks noGrp="1"/>
          </p:cNvSpPr>
          <p:nvPr>
            <p:ph type="body" idx="1"/>
          </p:nvPr>
        </p:nvSpPr>
        <p:spPr/>
        <p:txBody>
          <a:bodyPr/>
          <a:lstStyle/>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実際に起きた事例を紹介します。</a:t>
            </a: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2023年、アメリカで弁護士がChatGPTを使って調査を行い、その内容を裁判所に提出しました。しかし、その中に含まれていた判例のうち6件が</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完全に存在しない架空の判例</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でした。</a:t>
            </a: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さらに怖いのはここで、弁護士がChatGPTに「この判例は本物か？」と確認したところ</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AIは「本物です」と回答した</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という点です。</a:t>
            </a: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結果としてこの弁護士は制裁金を科されています。つまり、 </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AIは嘘をついている自覚すらない</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ということです。</a:t>
            </a:r>
            <a:endParaRPr lang="en-US" altLang="ja-JP" sz="1200" b="0" i="0" kern="1200" dirty="0">
              <a:solidFill>
                <a:schemeClr val="tx1"/>
              </a:solidFill>
              <a:effectLst/>
              <a:latin typeface="Meiryo UI" panose="020B0604030504040204" pitchFamily="34" charset="-128"/>
              <a:ea typeface="Meiryo UI" panose="020B0604030504040204" pitchFamily="34" charset="-128"/>
              <a:cs typeface="+mn-cs"/>
            </a:endParaRP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法律業務においては、判例や条文の正確性がそのまま結論に直結します。したがって、</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AIの出力は必ず人が裏取りをする必要があります。</a:t>
            </a:r>
            <a:endParaRPr lang="ja-JP" altLang="ja-JP" sz="1200" b="0" i="0" kern="1200" dirty="0">
              <a:solidFill>
                <a:schemeClr val="tx1"/>
              </a:solidFill>
              <a:effectLst/>
              <a:latin typeface="Meiryo UI" panose="020B0604030504040204" pitchFamily="34" charset="-128"/>
              <a:ea typeface="Meiryo UI" panose="020B0604030504040204" pitchFamily="34" charset="-128"/>
              <a:cs typeface="+mn-cs"/>
            </a:endParaRPr>
          </a:p>
        </p:txBody>
      </p:sp>
      <p:sp>
        <p:nvSpPr>
          <p:cNvPr id="4" name="Slide Number Placeholder 3">
            <a:extLst>
              <a:ext uri="{FF2B5EF4-FFF2-40B4-BE49-F238E27FC236}">
                <a16:creationId xmlns:a16="http://schemas.microsoft.com/office/drawing/2014/main" id="{88303677-FC2A-CFCA-4D11-3D6DC78BD4DC}"/>
              </a:ext>
            </a:extLst>
          </p:cNvPr>
          <p:cNvSpPr>
            <a:spLocks noGrp="1"/>
          </p:cNvSpPr>
          <p:nvPr>
            <p:ph type="sldNum" sz="quarter" idx="5"/>
          </p:nvPr>
        </p:nvSpPr>
        <p:spPr/>
        <p:txBody>
          <a:bodyPr/>
          <a:lstStyle/>
          <a:p>
            <a:pPr rtl="0"/>
            <a:fld id="{38EFF46E-6B43-41F9-9272-B566D03A251C}" type="slidenum">
              <a:rPr lang="en-US" smtClean="0"/>
              <a:t>31</a:t>
            </a:fld>
            <a:endParaRPr lang="en-US"/>
          </a:p>
        </p:txBody>
      </p:sp>
    </p:spTree>
    <p:extLst>
      <p:ext uri="{BB962C8B-B14F-4D97-AF65-F5344CB8AC3E}">
        <p14:creationId xmlns:p14="http://schemas.microsoft.com/office/powerpoint/2010/main" val="37448544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7D2C8-F47F-7AA3-AF37-FEBD2780DF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30C9B9-313F-94C2-E929-350A059E6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C8B5D5-E649-3F60-78EE-7DF3F8C635DB}"/>
              </a:ext>
            </a:extLst>
          </p:cNvPr>
          <p:cNvSpPr>
            <a:spLocks noGrp="1"/>
          </p:cNvSpPr>
          <p:nvPr>
            <p:ph type="body" idx="1"/>
          </p:nvPr>
        </p:nvSpPr>
        <p:spPr/>
        <p:txBody>
          <a:bodyPr/>
          <a:lstStyle/>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次にシャドーAIです。</a:t>
            </a: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これは、</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会社として許可されていないAIを個人で勝手に使うこと</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です。</a:t>
            </a: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例えば、業務で顧客情報</a:t>
            </a:r>
            <a:r>
              <a:rPr lang="ja-JP" altLang="en-US" sz="1200" b="0" i="0" kern="1200" dirty="0">
                <a:solidFill>
                  <a:schemeClr val="tx1"/>
                </a:solidFill>
                <a:effectLst/>
                <a:latin typeface="Meiryo UI" panose="020B0604030504040204" pitchFamily="34" charset="-128"/>
                <a:ea typeface="Meiryo UI" panose="020B0604030504040204" pitchFamily="34" charset="-128"/>
                <a:cs typeface="+mn-cs"/>
              </a:rPr>
              <a:t>や</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契約書の内容</a:t>
            </a:r>
            <a:r>
              <a:rPr lang="ja-JP" altLang="en-US" sz="1200" b="0" i="0" kern="1200" dirty="0">
                <a:solidFill>
                  <a:schemeClr val="tx1"/>
                </a:solidFill>
                <a:effectLst/>
                <a:latin typeface="Meiryo UI" panose="020B0604030504040204" pitchFamily="34" charset="-128"/>
                <a:ea typeface="Meiryo UI" panose="020B0604030504040204" pitchFamily="34" charset="-128"/>
                <a:cs typeface="+mn-cs"/>
              </a:rPr>
              <a:t>、</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案件情報を、個人のChatGPTに入力してしまうケースです。</a:t>
            </a: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これの問題は、</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会社として把握も制御もできないこと</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です。万が一問題が起きても、ログも残らず追跡もできません。</a:t>
            </a:r>
          </a:p>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なので結論としてはシンプルで、</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個人用AIの業務利用は禁止</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です。</a:t>
            </a:r>
          </a:p>
        </p:txBody>
      </p:sp>
      <p:sp>
        <p:nvSpPr>
          <p:cNvPr id="4" name="Slide Number Placeholder 3">
            <a:extLst>
              <a:ext uri="{FF2B5EF4-FFF2-40B4-BE49-F238E27FC236}">
                <a16:creationId xmlns:a16="http://schemas.microsoft.com/office/drawing/2014/main" id="{A8CA9E20-16D8-64BD-9A6D-D92BA25B908C}"/>
              </a:ext>
            </a:extLst>
          </p:cNvPr>
          <p:cNvSpPr>
            <a:spLocks noGrp="1"/>
          </p:cNvSpPr>
          <p:nvPr>
            <p:ph type="sldNum" sz="quarter" idx="5"/>
          </p:nvPr>
        </p:nvSpPr>
        <p:spPr/>
        <p:txBody>
          <a:bodyPr/>
          <a:lstStyle/>
          <a:p>
            <a:pPr rtl="0"/>
            <a:fld id="{38EFF46E-6B43-41F9-9272-B566D03A251C}" type="slidenum">
              <a:rPr lang="en-US" smtClean="0"/>
              <a:t>32</a:t>
            </a:fld>
            <a:endParaRPr lang="en-US"/>
          </a:p>
        </p:txBody>
      </p:sp>
    </p:spTree>
    <p:extLst>
      <p:ext uri="{BB962C8B-B14F-4D97-AF65-F5344CB8AC3E}">
        <p14:creationId xmlns:p14="http://schemas.microsoft.com/office/powerpoint/2010/main" val="12198313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B5090-F9FC-9E5F-5561-79630101B0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12419-7994-A5E9-5150-F44F5A8DF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208302-6E3D-F590-F0DB-7BF9317380D3}"/>
              </a:ext>
            </a:extLst>
          </p:cNvPr>
          <p:cNvSpPr>
            <a:spLocks noGrp="1"/>
          </p:cNvSpPr>
          <p:nvPr>
            <p:ph type="body" idx="1"/>
          </p:nvPr>
        </p:nvSpPr>
        <p:spPr/>
        <p:txBody>
          <a:bodyPr>
            <a:normAutofit/>
          </a:bodyPr>
          <a:lstStyle/>
          <a:p>
            <a:r>
              <a:rPr lang="ja-JP" altLang="ja-JP" dirty="0"/>
              <a:t>ここでは、シャドーAIが情報持ち出しの経路になり得る、という点を確認します。</a:t>
            </a:r>
          </a:p>
          <a:p>
            <a:r>
              <a:rPr lang="ja-JP" altLang="ja-JP" dirty="0"/>
              <a:t>たとえば、業務用パソコンで私用のChatGPTなどにログインし、そこに業務上のWordファイルや契約書、相談資料などをドラッグアンドドロップしてしまったとします。</a:t>
            </a:r>
          </a:p>
          <a:p>
            <a:r>
              <a:rPr lang="ja-JP" altLang="ja-JP" dirty="0"/>
              <a:t>そのAIサービスを、同じ個人アカウントでスマートフォンからも利用している場合、業務用パソコンでアップロードしたファイルや、その内容を含む会話履歴に、スマートフォン側からもアクセスできる可能性があります。</a:t>
            </a:r>
          </a:p>
          <a:p>
            <a:r>
              <a:rPr lang="ja-JP" altLang="ja-JP" dirty="0"/>
              <a:t>これは、以前であれば業務ファイルを自分のGmailに送っていたケースと似ています。メール添付で送るのか、生成AIサービスにアップロードするのかという違いはありますが、結果として、業務</a:t>
            </a:r>
            <a:r>
              <a:rPr lang="ja-JP" altLang="ja-JP"/>
              <a:t>情報が</a:t>
            </a:r>
            <a:r>
              <a:rPr lang="ja-JP" altLang="en-US"/>
              <a:t>会社</a:t>
            </a:r>
            <a:r>
              <a:rPr lang="ja-JP" altLang="ja-JP"/>
              <a:t>の</a:t>
            </a:r>
            <a:r>
              <a:rPr lang="ja-JP" altLang="ja-JP" dirty="0"/>
              <a:t>管理外にある個人アカウントへ移ってしまう点は同じです。</a:t>
            </a:r>
          </a:p>
          <a:p>
            <a:r>
              <a:rPr lang="ja-JP" altLang="ja-JP" dirty="0"/>
              <a:t>この状態になる</a:t>
            </a:r>
            <a:r>
              <a:rPr lang="ja-JP" altLang="ja-JP"/>
              <a:t>と、</a:t>
            </a:r>
            <a:r>
              <a:rPr lang="ja-JP" altLang="en-US"/>
              <a:t>会社</a:t>
            </a:r>
            <a:r>
              <a:rPr lang="ja-JP" altLang="ja-JP"/>
              <a:t>と</a:t>
            </a:r>
            <a:r>
              <a:rPr lang="ja-JP" altLang="ja-JP" dirty="0"/>
              <a:t>しては、誰が、いつ、どのファイルをアップロードしたのか、スマートフォン側で閲覧されたのか、削除されたのかを把握・制御することが難しくなります。</a:t>
            </a:r>
          </a:p>
          <a:p>
            <a:r>
              <a:rPr lang="ja-JP" altLang="ja-JP" dirty="0"/>
              <a:t>また、私物スマートフォンの紛失、退職時の持ち出し、私的利用、第三者への共有など、後日の情報漏えいや内部不正につながるおそれもあります。</a:t>
            </a:r>
          </a:p>
          <a:p>
            <a:r>
              <a:rPr lang="ja-JP" altLang="ja-JP" dirty="0"/>
              <a:t>ここで重要なのは、最初から悪意があるかどうかではありません。便利だから、少し要約したいから、文章を整えたいから、という善意の利用であっても、私用AIアカウントに業務ファイルをアップロードした時点</a:t>
            </a:r>
            <a:r>
              <a:rPr lang="ja-JP" altLang="ja-JP"/>
              <a:t>で、</a:t>
            </a:r>
            <a:r>
              <a:rPr lang="ja-JP" altLang="en-US"/>
              <a:t>会社</a:t>
            </a:r>
            <a:r>
              <a:rPr lang="ja-JP" altLang="ja-JP"/>
              <a:t>管理外</a:t>
            </a:r>
            <a:r>
              <a:rPr lang="ja-JP" altLang="ja-JP" dirty="0"/>
              <a:t>への情報持ち出しになり得るということです。</a:t>
            </a:r>
          </a:p>
          <a:p>
            <a:r>
              <a:rPr lang="ja-JP" altLang="ja-JP" dirty="0"/>
              <a:t>そのため、業務で生成AIを利用する場合は、私用AIアカウントでは</a:t>
            </a:r>
            <a:r>
              <a:rPr lang="ja-JP" altLang="ja-JP"/>
              <a:t>なく、</a:t>
            </a:r>
            <a:r>
              <a:rPr lang="ja-JP" altLang="en-US"/>
              <a:t>会社</a:t>
            </a:r>
            <a:r>
              <a:rPr lang="ja-JP" altLang="ja-JP"/>
              <a:t>と</a:t>
            </a:r>
            <a:r>
              <a:rPr lang="ja-JP" altLang="ja-JP" dirty="0"/>
              <a:t>して許可・管理されたツールを利用することが重要です。</a:t>
            </a:r>
          </a:p>
        </p:txBody>
      </p:sp>
      <p:sp>
        <p:nvSpPr>
          <p:cNvPr id="4" name="Slide Number Placeholder 3">
            <a:extLst>
              <a:ext uri="{FF2B5EF4-FFF2-40B4-BE49-F238E27FC236}">
                <a16:creationId xmlns:a16="http://schemas.microsoft.com/office/drawing/2014/main" id="{DFCB06C3-0783-C2F9-9D28-6A50B7824920}"/>
              </a:ext>
            </a:extLst>
          </p:cNvPr>
          <p:cNvSpPr>
            <a:spLocks noGrp="1"/>
          </p:cNvSpPr>
          <p:nvPr>
            <p:ph type="sldNum" sz="quarter" idx="5"/>
          </p:nvPr>
        </p:nvSpPr>
        <p:spPr/>
        <p:txBody>
          <a:bodyPr/>
          <a:lstStyle/>
          <a:p>
            <a:pPr rtl="0"/>
            <a:fld id="{38EFF46E-6B43-41F9-9272-B566D03A251C}" type="slidenum">
              <a:rPr lang="en-US" smtClean="0"/>
              <a:t>33</a:t>
            </a:fld>
            <a:endParaRPr lang="en-US"/>
          </a:p>
        </p:txBody>
      </p:sp>
    </p:spTree>
    <p:extLst>
      <p:ext uri="{BB962C8B-B14F-4D97-AF65-F5344CB8AC3E}">
        <p14:creationId xmlns:p14="http://schemas.microsoft.com/office/powerpoint/2010/main" val="3782552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ここまで、生成AIにはハルシネーションやシャドーAI、情報漏えいのリスクがあることを見てきました。そうしたリスクを踏まえたうえでの結論はシンプルで</a:t>
            </a:r>
            <a:r>
              <a:rPr lang="ja-JP" altLang="en-US" sz="1200" b="0" i="0" kern="1200" dirty="0">
                <a:solidFill>
                  <a:schemeClr val="tx1"/>
                </a:solidFill>
                <a:effectLst/>
                <a:latin typeface="Meiryo UI" panose="020B0604030504040204" pitchFamily="34" charset="-128"/>
                <a:ea typeface="Meiryo UI" panose="020B0604030504040204" pitchFamily="34" charset="-128"/>
                <a:cs typeface="+mn-cs"/>
              </a:rPr>
              <a:t>す。</a:t>
            </a:r>
            <a:endParaRPr lang="en-US" altLang="ja-JP" sz="1200" b="0" i="0" kern="1200" dirty="0">
              <a:solidFill>
                <a:schemeClr val="tx1"/>
              </a:solidFill>
              <a:effectLst/>
              <a:latin typeface="Meiryo UI" panose="020B0604030504040204" pitchFamily="34" charset="-128"/>
              <a:ea typeface="Meiryo UI" panose="020B060403050404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情報漏えい防止を重視するなら Microsoft Copilot が有力な選択肢</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だということです。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もちろん「何でも自由に入れてよい」という意味ではありませんが、少なくとも</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個人用AIを業務利用する</a:t>
            </a:r>
            <a:r>
              <a:rPr lang="ja-JP" altLang="ja-JP" sz="1200" b="1" i="0" kern="1200">
                <a:solidFill>
                  <a:schemeClr val="tx1"/>
                </a:solidFill>
                <a:effectLst/>
                <a:latin typeface="Meiryo UI" panose="020B0604030504040204" pitchFamily="34" charset="-128"/>
                <a:ea typeface="Meiryo UI" panose="020B0604030504040204" pitchFamily="34" charset="-128"/>
                <a:cs typeface="+mn-cs"/>
              </a:rPr>
              <a:t>より、</a:t>
            </a:r>
            <a:r>
              <a:rPr lang="ja-JP" altLang="en-US" sz="1200" b="1" i="0" kern="1200">
                <a:solidFill>
                  <a:schemeClr val="tx1"/>
                </a:solidFill>
                <a:effectLst/>
                <a:latin typeface="Meiryo UI" panose="020B0604030504040204" pitchFamily="34" charset="-128"/>
                <a:ea typeface="Meiryo UI" panose="020B0604030504040204" pitchFamily="34" charset="-128"/>
                <a:cs typeface="+mn-cs"/>
              </a:rPr>
              <a:t>会社</a:t>
            </a:r>
            <a:r>
              <a:rPr lang="ja-JP" altLang="ja-JP" sz="1200" b="1" i="0" kern="1200">
                <a:solidFill>
                  <a:schemeClr val="tx1"/>
                </a:solidFill>
                <a:effectLst/>
                <a:latin typeface="Meiryo UI" panose="020B0604030504040204" pitchFamily="34" charset="-128"/>
                <a:ea typeface="Meiryo UI" panose="020B0604030504040204" pitchFamily="34" charset="-128"/>
                <a:cs typeface="+mn-cs"/>
              </a:rPr>
              <a:t>管理下</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で使えるCopilotの方が安全性を担保しやすい</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、というのがポイントです。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このあと、その理由を技術面から整理してご説明します。</a:t>
            </a:r>
          </a:p>
        </p:txBody>
      </p:sp>
      <p:sp>
        <p:nvSpPr>
          <p:cNvPr id="4" name="スライド番号プレースホルダー 3"/>
          <p:cNvSpPr>
            <a:spLocks noGrp="1"/>
          </p:cNvSpPr>
          <p:nvPr>
            <p:ph type="sldNum" sz="quarter" idx="5"/>
          </p:nvPr>
        </p:nvSpPr>
        <p:spPr/>
        <p:txBody>
          <a:bodyPr/>
          <a:lstStyle/>
          <a:p>
            <a:pPr rtl="0"/>
            <a:fld id="{38EFF46E-6B43-41F9-9272-B566D03A251C}" type="slidenum">
              <a:rPr lang="en-US" smtClean="0"/>
              <a:t>34</a:t>
            </a:fld>
            <a:endParaRPr lang="en-US"/>
          </a:p>
        </p:txBody>
      </p:sp>
    </p:spTree>
    <p:extLst>
      <p:ext uri="{BB962C8B-B14F-4D97-AF65-F5344CB8AC3E}">
        <p14:creationId xmlns:p14="http://schemas.microsoft.com/office/powerpoint/2010/main" val="35928554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18234-C30A-41CF-2E8B-A45045FA25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BAC95-D4B2-88A5-1303-20BEE7C345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AE692E-D186-1413-EFE9-EF4252046B8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Copilotの安全性を支える要素は、大きく4つあります。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1つ目は、</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入力や出力が基盤モデルの再学習に利用されない</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ことです。つまり、業務で入力した内容が、そのままAIの学習データとして使われて広がっていくわけではありません。</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2つ目は、</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テナント境界を越えない</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ことです。既存のMicrosoft 365の権限設定がそのまま適用されるため、見えてはいけない情報まで勝手に参照される設計にはなっていません。</a:t>
            </a:r>
            <a:r>
              <a:rPr lang="ja-JP" altLang="en-US" sz="1200" b="0" i="0" kern="1200" dirty="0">
                <a:solidFill>
                  <a:schemeClr val="tx1"/>
                </a:solidFill>
                <a:effectLst/>
                <a:latin typeface="Meiryo UI" panose="020B0604030504040204" pitchFamily="34" charset="-128"/>
                <a:ea typeface="Meiryo UI" panose="020B0604030504040204" pitchFamily="34" charset="-128"/>
                <a:cs typeface="+mn-cs"/>
              </a:rPr>
              <a:t>「テナント」という言い回しは聞きなれないかもしれませんが、</a:t>
            </a:r>
            <a:r>
              <a:rPr lang="en-US" altLang="ja-JP" sz="1200" b="0" i="0" kern="1200" dirty="0">
                <a:solidFill>
                  <a:schemeClr val="tx1"/>
                </a:solidFill>
                <a:effectLst/>
                <a:latin typeface="Meiryo UI" panose="020B0604030504040204" pitchFamily="34" charset="-128"/>
                <a:ea typeface="Meiryo UI" panose="020B0604030504040204" pitchFamily="34" charset="-128"/>
                <a:cs typeface="+mn-cs"/>
              </a:rPr>
              <a:t>A</a:t>
            </a:r>
            <a:r>
              <a:rPr lang="ja-JP" altLang="en-US" sz="1200" b="0" i="0" kern="1200" dirty="0">
                <a:solidFill>
                  <a:schemeClr val="tx1"/>
                </a:solidFill>
                <a:effectLst/>
                <a:latin typeface="Meiryo UI" panose="020B0604030504040204" pitchFamily="34" charset="-128"/>
                <a:ea typeface="Meiryo UI" panose="020B0604030504040204" pitchFamily="34" charset="-128"/>
                <a:cs typeface="+mn-cs"/>
              </a:rPr>
              <a:t>社の社内データが</a:t>
            </a:r>
            <a:r>
              <a:rPr lang="en-US" altLang="ja-JP" sz="1200" b="0" i="0" kern="1200" dirty="0">
                <a:solidFill>
                  <a:schemeClr val="tx1"/>
                </a:solidFill>
                <a:effectLst/>
                <a:latin typeface="Meiryo UI" panose="020B0604030504040204" pitchFamily="34" charset="-128"/>
                <a:ea typeface="Meiryo UI" panose="020B0604030504040204" pitchFamily="34" charset="-128"/>
                <a:cs typeface="+mn-cs"/>
              </a:rPr>
              <a:t>A</a:t>
            </a:r>
            <a:r>
              <a:rPr lang="ja-JP" altLang="en-US" sz="1200" b="0" i="0" kern="1200" dirty="0">
                <a:solidFill>
                  <a:schemeClr val="tx1"/>
                </a:solidFill>
                <a:effectLst/>
                <a:latin typeface="Meiryo UI" panose="020B0604030504040204" pitchFamily="34" charset="-128"/>
                <a:ea typeface="Meiryo UI" panose="020B0604030504040204" pitchFamily="34" charset="-128"/>
                <a:cs typeface="+mn-cs"/>
              </a:rPr>
              <a:t>社外の人に見えるわけではないという理解で問題ございません。</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3つ目は、</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通信や保存時の暗号化</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です。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4つ目は、</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ログ管理・監査</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です。利用状況を追跡できるため、会社として把握・統制しやすい仕組みがあります。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つまりCopilotは、単に便利なAIというだけで</a:t>
            </a:r>
            <a:r>
              <a:rPr lang="ja-JP" altLang="ja-JP" sz="1200" b="0" i="0" kern="1200">
                <a:solidFill>
                  <a:schemeClr val="tx1"/>
                </a:solidFill>
                <a:effectLst/>
                <a:latin typeface="Meiryo UI" panose="020B0604030504040204" pitchFamily="34" charset="-128"/>
                <a:ea typeface="Meiryo UI" panose="020B0604030504040204" pitchFamily="34" charset="-128"/>
                <a:cs typeface="+mn-cs"/>
              </a:rPr>
              <a:t>なく、</a:t>
            </a:r>
            <a:r>
              <a:rPr lang="ja-JP" altLang="en-US" sz="1200" b="1" i="0" kern="1200">
                <a:solidFill>
                  <a:schemeClr val="tx1"/>
                </a:solidFill>
                <a:effectLst/>
                <a:latin typeface="Meiryo UI" panose="020B0604030504040204" pitchFamily="34" charset="-128"/>
                <a:ea typeface="Meiryo UI" panose="020B0604030504040204" pitchFamily="34" charset="-128"/>
                <a:cs typeface="+mn-cs"/>
              </a:rPr>
              <a:t>会社</a:t>
            </a:r>
            <a:r>
              <a:rPr lang="ja-JP" altLang="ja-JP" sz="1200" b="1" i="0" kern="1200">
                <a:solidFill>
                  <a:schemeClr val="tx1"/>
                </a:solidFill>
                <a:effectLst/>
                <a:latin typeface="Meiryo UI" panose="020B0604030504040204" pitchFamily="34" charset="-128"/>
                <a:ea typeface="Meiryo UI" panose="020B0604030504040204" pitchFamily="34" charset="-128"/>
                <a:cs typeface="+mn-cs"/>
              </a:rPr>
              <a:t>で</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管理しながら使う前提の仕組みがある</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という点が重要です。</a:t>
            </a:r>
          </a:p>
        </p:txBody>
      </p:sp>
      <p:sp>
        <p:nvSpPr>
          <p:cNvPr id="4" name="Slide Number Placeholder 3">
            <a:extLst>
              <a:ext uri="{FF2B5EF4-FFF2-40B4-BE49-F238E27FC236}">
                <a16:creationId xmlns:a16="http://schemas.microsoft.com/office/drawing/2014/main" id="{26EE11D9-164B-8D96-2B88-99E5E876F7ED}"/>
              </a:ext>
            </a:extLst>
          </p:cNvPr>
          <p:cNvSpPr>
            <a:spLocks noGrp="1"/>
          </p:cNvSpPr>
          <p:nvPr>
            <p:ph type="sldNum" sz="quarter" idx="5"/>
          </p:nvPr>
        </p:nvSpPr>
        <p:spPr/>
        <p:txBody>
          <a:bodyPr/>
          <a:lstStyle/>
          <a:p>
            <a:pPr rtl="0"/>
            <a:fld id="{38EFF46E-6B43-41F9-9272-B566D03A251C}" type="slidenum">
              <a:rPr lang="en-US" smtClean="0"/>
              <a:t>35</a:t>
            </a:fld>
            <a:endParaRPr lang="en-US"/>
          </a:p>
        </p:txBody>
      </p:sp>
    </p:spTree>
    <p:extLst>
      <p:ext uri="{BB962C8B-B14F-4D97-AF65-F5344CB8AC3E}">
        <p14:creationId xmlns:p14="http://schemas.microsoft.com/office/powerpoint/2010/main" val="384824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この図は、Copilotがどのような情報を使って回答しているかをイメージで示したものです。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Copilotは大きく分けて、</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インターネット上の一般知識</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と、</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各社テナント内のデータ</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の両方を使い分けます。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ここで重要なのは、</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テナントAのデータがテナントBに見えるわけではない</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ということです。</a:t>
            </a:r>
            <a:endParaRPr lang="en-US" altLang="ja-JP" sz="1200" b="0" i="0" kern="1200" dirty="0">
              <a:solidFill>
                <a:schemeClr val="tx1"/>
              </a:solidFill>
              <a:effectLst/>
              <a:latin typeface="Meiryo UI" panose="020B0604030504040204" pitchFamily="34" charset="-128"/>
              <a:ea typeface="Meiryo UI" panose="020B060403050404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一般知識は共通ですが、社内データはあくまでその会社の中で</a:t>
            </a:r>
            <a:r>
              <a:rPr lang="ja-JP" altLang="en-US" sz="1200" b="0" i="0" kern="1200" dirty="0">
                <a:solidFill>
                  <a:schemeClr val="tx1"/>
                </a:solidFill>
                <a:effectLst/>
                <a:latin typeface="Meiryo UI" panose="020B0604030504040204" pitchFamily="34" charset="-128"/>
                <a:ea typeface="Meiryo UI" panose="020B0604030504040204" pitchFamily="34" charset="-128"/>
                <a:cs typeface="+mn-cs"/>
              </a:rPr>
              <a:t>しか見れないということです</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a:t>
            </a:r>
          </a:p>
        </p:txBody>
      </p:sp>
      <p:sp>
        <p:nvSpPr>
          <p:cNvPr id="4" name="スライド番号プレースホルダー 3"/>
          <p:cNvSpPr>
            <a:spLocks noGrp="1"/>
          </p:cNvSpPr>
          <p:nvPr>
            <p:ph type="sldNum" sz="quarter" idx="5"/>
          </p:nvPr>
        </p:nvSpPr>
        <p:spPr/>
        <p:txBody>
          <a:bodyPr/>
          <a:lstStyle/>
          <a:p>
            <a:pPr rtl="0"/>
            <a:fld id="{38EFF46E-6B43-41F9-9272-B566D03A251C}" type="slidenum">
              <a:rPr lang="en-US" smtClean="0"/>
              <a:t>36</a:t>
            </a:fld>
            <a:endParaRPr lang="en-US"/>
          </a:p>
        </p:txBody>
      </p:sp>
    </p:spTree>
    <p:extLst>
      <p:ext uri="{BB962C8B-B14F-4D97-AF65-F5344CB8AC3E}">
        <p14:creationId xmlns:p14="http://schemas.microsoft.com/office/powerpoint/2010/main" val="979044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ここでは、Copilotの無償版と有償版の違いを整理しています。大きな違いは、</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社内データにアクセスするかどうか</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です。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無償版は、社内のファイルサーバーやOutlook、Teamsなどにはアクセスしません。</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一方、有償版は、</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その人がもともと閲覧できる範囲に限って</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、社内のメールやファイル、Teams情報などを参照できます。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ここで大事なのは、「有償版だから何でも見える」のではなく、「もともとのアクセス権の範囲で見える」という点です。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たとえば</a:t>
            </a:r>
            <a:r>
              <a:rPr lang="ja-JP" altLang="ja-JP" sz="1200" b="0" i="0" kern="1200">
                <a:solidFill>
                  <a:schemeClr val="tx1"/>
                </a:solidFill>
                <a:effectLst/>
                <a:latin typeface="Meiryo UI" panose="020B0604030504040204" pitchFamily="34" charset="-128"/>
                <a:ea typeface="Meiryo UI" panose="020B0604030504040204" pitchFamily="34" charset="-128"/>
                <a:cs typeface="+mn-cs"/>
              </a:rPr>
              <a:t>、ある</a:t>
            </a:r>
            <a:r>
              <a:rPr lang="ja-JP" altLang="en-US" sz="1200" b="0" i="0" kern="1200">
                <a:solidFill>
                  <a:schemeClr val="tx1"/>
                </a:solidFill>
                <a:effectLst/>
                <a:latin typeface="Meiryo UI" panose="020B0604030504040204" pitchFamily="34" charset="-128"/>
                <a:ea typeface="Meiryo UI" panose="020B0604030504040204" pitchFamily="34" charset="-128"/>
                <a:cs typeface="+mn-cs"/>
              </a:rPr>
              <a:t>社員</a:t>
            </a:r>
            <a:r>
              <a:rPr lang="ja-JP" altLang="ja-JP" sz="1200" b="0" i="0" kern="1200">
                <a:solidFill>
                  <a:schemeClr val="tx1"/>
                </a:solidFill>
                <a:effectLst/>
                <a:latin typeface="Meiryo UI" panose="020B0604030504040204" pitchFamily="34" charset="-128"/>
                <a:ea typeface="Meiryo UI" panose="020B0604030504040204" pitchFamily="34" charset="-128"/>
                <a:cs typeface="+mn-cs"/>
              </a:rPr>
              <a:t>が</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アクセス権を持つ過去案件について尋ねれば、その範囲で回答に活かされます。逆に、アクセス権のない人には、その情報は出てきません。</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つまり、有償版は便利になる一方で、</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既存の権限設計がそのまま効いている</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と理解しておくことが大切です。</a:t>
            </a:r>
          </a:p>
        </p:txBody>
      </p:sp>
      <p:sp>
        <p:nvSpPr>
          <p:cNvPr id="4" name="スライド番号プレースホルダー 3"/>
          <p:cNvSpPr>
            <a:spLocks noGrp="1"/>
          </p:cNvSpPr>
          <p:nvPr>
            <p:ph type="sldNum" sz="quarter" idx="5"/>
          </p:nvPr>
        </p:nvSpPr>
        <p:spPr/>
        <p:txBody>
          <a:bodyPr/>
          <a:lstStyle/>
          <a:p>
            <a:pPr rtl="0"/>
            <a:fld id="{38EFF46E-6B43-41F9-9272-B566D03A251C}" type="slidenum">
              <a:rPr lang="en-US" smtClean="0"/>
              <a:t>37</a:t>
            </a:fld>
            <a:endParaRPr lang="en-US"/>
          </a:p>
        </p:txBody>
      </p:sp>
    </p:spTree>
    <p:extLst>
      <p:ext uri="{BB962C8B-B14F-4D97-AF65-F5344CB8AC3E}">
        <p14:creationId xmlns:p14="http://schemas.microsoft.com/office/powerpoint/2010/main" val="28220685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A6452-DEBE-5DFC-64AF-2B7EB704D7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22834B-907D-9DC0-AB18-8EE5E22BB1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604476-CEB3-7293-D2CD-034C0ACB086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ここまでを整理すると、Copilotが業務利用しやすい理由は3点です。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1つ目は、</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一般知識は全テナント共通で利用できる</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こと。</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2つ目は、</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テナント固有データは再学習されず、他テナントには反映されない</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こと。</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3つ目は、</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アクセス権限に基づいて必要なデータだけ参照する</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ことです。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この3点があるため、Copilotは「完全にノーリスク」ではないにせよ、</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少なくとも企業内でルールに沿って活用しやすい生成AI</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だといえます。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個人用AIを無秩序に使うのではなく、企業管理下のツールを正しく使うことが重要です。</a:t>
            </a:r>
          </a:p>
        </p:txBody>
      </p:sp>
      <p:sp>
        <p:nvSpPr>
          <p:cNvPr id="4" name="Slide Number Placeholder 3">
            <a:extLst>
              <a:ext uri="{FF2B5EF4-FFF2-40B4-BE49-F238E27FC236}">
                <a16:creationId xmlns:a16="http://schemas.microsoft.com/office/drawing/2014/main" id="{9AA0A33B-945A-7DE1-39FB-AC8D74607B2B}"/>
              </a:ext>
            </a:extLst>
          </p:cNvPr>
          <p:cNvSpPr>
            <a:spLocks noGrp="1"/>
          </p:cNvSpPr>
          <p:nvPr>
            <p:ph type="sldNum" sz="quarter" idx="5"/>
          </p:nvPr>
        </p:nvSpPr>
        <p:spPr/>
        <p:txBody>
          <a:bodyPr/>
          <a:lstStyle/>
          <a:p>
            <a:pPr rtl="0"/>
            <a:fld id="{38EFF46E-6B43-41F9-9272-B566D03A251C}" type="slidenum">
              <a:rPr lang="en-US" smtClean="0"/>
              <a:t>38</a:t>
            </a:fld>
            <a:endParaRPr lang="en-US"/>
          </a:p>
        </p:txBody>
      </p:sp>
    </p:spTree>
    <p:extLst>
      <p:ext uri="{BB962C8B-B14F-4D97-AF65-F5344CB8AC3E}">
        <p14:creationId xmlns:p14="http://schemas.microsoft.com/office/powerpoint/2010/main" val="34204115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D8ACE-15F3-8AEA-006A-E785C51F4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D4F3C-0853-6F12-0230-2679B1FD6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4E0B9A-546F-4C19-B553-CABAB70E6BAD}"/>
              </a:ext>
            </a:extLst>
          </p:cNvPr>
          <p:cNvSpPr>
            <a:spLocks noGrp="1"/>
          </p:cNvSpPr>
          <p:nvPr>
            <p:ph type="body" idx="1"/>
          </p:nvPr>
        </p:nvSpPr>
        <p:spPr/>
        <p:txBody>
          <a:bodyPr/>
          <a:lstStyle/>
          <a:p>
            <a:pPr fontAlgn="t"/>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このパートのまとめです。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まず、</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情報漏えい</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の観点では、Copilotはテナント境界を越えず、再学習にも使われない設計になっています。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次に、</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ハルシネーション</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の観点では、AIはもっともらしく誤情報を出すことがあるため、</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必ずファクトチェックが必要</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です。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そして、</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シャドーAI</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の観点では、個人用AIツールの業務利用は避け、会社が認めたツールを使うことが重要です。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つまり結論としては、</a:t>
            </a:r>
            <a:r>
              <a:rPr lang="ja-JP" altLang="ja-JP" sz="1200" b="1" i="0" kern="1200" dirty="0">
                <a:solidFill>
                  <a:schemeClr val="tx1"/>
                </a:solidFill>
                <a:effectLst/>
                <a:latin typeface="Meiryo UI" panose="020B0604030504040204" pitchFamily="34" charset="-128"/>
                <a:ea typeface="Meiryo UI" panose="020B0604030504040204" pitchFamily="34" charset="-128"/>
                <a:cs typeface="+mn-cs"/>
              </a:rPr>
              <a:t>生成AIは危険だから使わない、ではなく、ルールを守って正しく使うことが大事</a:t>
            </a: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だということです。</a:t>
            </a:r>
            <a:b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br>
            <a:r>
              <a:rPr lang="ja-JP" altLang="ja-JP" sz="1200" b="0" i="0" kern="1200" dirty="0">
                <a:solidFill>
                  <a:schemeClr val="tx1"/>
                </a:solidFill>
                <a:effectLst/>
                <a:latin typeface="Meiryo UI" panose="020B0604030504040204" pitchFamily="34" charset="-128"/>
                <a:ea typeface="Meiryo UI" panose="020B0604030504040204" pitchFamily="34" charset="-128"/>
                <a:cs typeface="+mn-cs"/>
              </a:rPr>
              <a:t>Copilotはそのための選択肢の一つであり、最終的な確認と責任は人が持つ、この点を押さえて活用していくことが重要です。</a:t>
            </a:r>
          </a:p>
        </p:txBody>
      </p:sp>
      <p:sp>
        <p:nvSpPr>
          <p:cNvPr id="4" name="Slide Number Placeholder 3">
            <a:extLst>
              <a:ext uri="{FF2B5EF4-FFF2-40B4-BE49-F238E27FC236}">
                <a16:creationId xmlns:a16="http://schemas.microsoft.com/office/drawing/2014/main" id="{8807D498-2DBA-BCCD-3DAE-EF3CC5EB7458}"/>
              </a:ext>
            </a:extLst>
          </p:cNvPr>
          <p:cNvSpPr>
            <a:spLocks noGrp="1"/>
          </p:cNvSpPr>
          <p:nvPr>
            <p:ph type="sldNum" sz="quarter" idx="5"/>
          </p:nvPr>
        </p:nvSpPr>
        <p:spPr/>
        <p:txBody>
          <a:bodyPr/>
          <a:lstStyle/>
          <a:p>
            <a:pPr rtl="0"/>
            <a:fld id="{38EFF46E-6B43-41F9-9272-B566D03A251C}" type="slidenum">
              <a:rPr lang="en-US" smtClean="0"/>
              <a:t>39</a:t>
            </a:fld>
            <a:endParaRPr lang="en-US"/>
          </a:p>
        </p:txBody>
      </p:sp>
    </p:spTree>
    <p:extLst>
      <p:ext uri="{BB962C8B-B14F-4D97-AF65-F5344CB8AC3E}">
        <p14:creationId xmlns:p14="http://schemas.microsoft.com/office/powerpoint/2010/main" val="11387282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6E151-1CC9-0D80-4334-C5035D82F3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8D38F-966F-6D35-D025-4B78E01C00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81220-8029-694A-117E-EC7B1FAF17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84A3A1-B5ED-AD4E-1A45-A71130731CB2}"/>
              </a:ext>
            </a:extLst>
          </p:cNvPr>
          <p:cNvSpPr>
            <a:spLocks noGrp="1"/>
          </p:cNvSpPr>
          <p:nvPr>
            <p:ph type="sldNum" sz="quarter" idx="5"/>
          </p:nvPr>
        </p:nvSpPr>
        <p:spPr/>
        <p:txBody>
          <a:bodyPr/>
          <a:lstStyle/>
          <a:p>
            <a:pPr rtl="0"/>
            <a:fld id="{38EFF46E-6B43-41F9-9272-B566D03A251C}" type="slidenum">
              <a:rPr lang="en-US" smtClean="0"/>
              <a:t>40</a:t>
            </a:fld>
            <a:endParaRPr lang="en-US"/>
          </a:p>
        </p:txBody>
      </p:sp>
    </p:spTree>
    <p:extLst>
      <p:ext uri="{BB962C8B-B14F-4D97-AF65-F5344CB8AC3E}">
        <p14:creationId xmlns:p14="http://schemas.microsoft.com/office/powerpoint/2010/main" val="1754758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0F334-7403-7FD8-5CAB-BA2927FC36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211598-CD40-4203-8011-D94FE2B0DE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6F7C5-322D-E084-EFA8-D3046C4220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342170-B44B-017D-5FFD-B621D84A867C}"/>
              </a:ext>
            </a:extLst>
          </p:cNvPr>
          <p:cNvSpPr>
            <a:spLocks noGrp="1"/>
          </p:cNvSpPr>
          <p:nvPr>
            <p:ph type="sldNum" sz="quarter" idx="5"/>
          </p:nvPr>
        </p:nvSpPr>
        <p:spPr/>
        <p:txBody>
          <a:bodyPr/>
          <a:lstStyle/>
          <a:p>
            <a:pPr rtl="0"/>
            <a:fld id="{38EFF46E-6B43-41F9-9272-B566D03A251C}" type="slidenum">
              <a:rPr lang="en-US" smtClean="0"/>
              <a:t>41</a:t>
            </a:fld>
            <a:endParaRPr lang="en-US"/>
          </a:p>
        </p:txBody>
      </p:sp>
    </p:spTree>
    <p:extLst>
      <p:ext uri="{BB962C8B-B14F-4D97-AF65-F5344CB8AC3E}">
        <p14:creationId xmlns:p14="http://schemas.microsoft.com/office/powerpoint/2010/main" val="14965447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DC4BA-A685-A3AB-2CDE-55464715AA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9332E4-0BBB-14E7-F02A-6063AEF02D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BD373E-CC52-7169-B8BB-18A0C19D2CA2}"/>
              </a:ext>
            </a:extLst>
          </p:cNvPr>
          <p:cNvSpPr>
            <a:spLocks noGrp="1"/>
          </p:cNvSpPr>
          <p:nvPr>
            <p:ph type="body" idx="1"/>
          </p:nvPr>
        </p:nvSpPr>
        <p:spPr/>
        <p:txBody>
          <a:bodyPr/>
          <a:lstStyle/>
          <a:p>
            <a:r>
              <a:rPr lang="en-US" dirty="0"/>
              <a:t>
</a:t>
            </a:r>
          </a:p>
        </p:txBody>
      </p:sp>
      <p:sp>
        <p:nvSpPr>
          <p:cNvPr id="4" name="Slide Number Placeholder 3">
            <a:extLst>
              <a:ext uri="{FF2B5EF4-FFF2-40B4-BE49-F238E27FC236}">
                <a16:creationId xmlns:a16="http://schemas.microsoft.com/office/drawing/2014/main" id="{8DB6A421-72F2-FD46-1773-AE5D13D39034}"/>
              </a:ext>
            </a:extLst>
          </p:cNvPr>
          <p:cNvSpPr>
            <a:spLocks noGrp="1"/>
          </p:cNvSpPr>
          <p:nvPr>
            <p:ph type="sldNum" sz="quarter" idx="5"/>
          </p:nvPr>
        </p:nvSpPr>
        <p:spPr/>
        <p:txBody>
          <a:bodyPr/>
          <a:lstStyle/>
          <a:p>
            <a:pPr rtl="0"/>
            <a:fld id="{38EFF46E-6B43-41F9-9272-B566D03A251C}" type="slidenum">
              <a:rPr lang="en-US" smtClean="0"/>
              <a:t>42</a:t>
            </a:fld>
            <a:endParaRPr lang="en-US"/>
          </a:p>
        </p:txBody>
      </p:sp>
    </p:spTree>
    <p:extLst>
      <p:ext uri="{BB962C8B-B14F-4D97-AF65-F5344CB8AC3E}">
        <p14:creationId xmlns:p14="http://schemas.microsoft.com/office/powerpoint/2010/main" val="23800762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セミナーの総括</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43</a:t>
            </a:fld>
            <a:endParaRPr lang="en-US"/>
          </a:p>
        </p:txBody>
      </p:sp>
    </p:spTree>
    <p:extLst>
      <p:ext uri="{BB962C8B-B14F-4D97-AF65-F5344CB8AC3E}">
        <p14:creationId xmlns:p14="http://schemas.microsoft.com/office/powerpoint/2010/main" val="27352508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Microsoft </a:t>
            </a:r>
            <a:r>
              <a:rPr lang="en-US" dirty="0" err="1"/>
              <a:t>Copilotは業務効率化の強力なツールです。しかし、法令遵守や情報管理の観点から、</a:t>
            </a:r>
            <a:r>
              <a:rPr lang="en-US" altLang="ja-JP" dirty="0" err="1"/>
              <a:t>AI</a:t>
            </a:r>
            <a:r>
              <a:rPr lang="ja-JP" altLang="en-US" dirty="0"/>
              <a:t>利用上の基本的なルール</a:t>
            </a:r>
            <a:r>
              <a:rPr lang="en-US" dirty="0" err="1"/>
              <a:t>を守ることが不可欠です。AIは魔法ではなく、道具です。人とAIが協力することで、生産性を飛躍的に向上させることができます</a:t>
            </a:r>
            <a:r>
              <a:rPr lang="en-US" dirty="0"/>
              <a:t>。</a:t>
            </a:r>
          </a:p>
        </p:txBody>
      </p:sp>
      <p:sp>
        <p:nvSpPr>
          <p:cNvPr id="4" name="Slide Number Placeholder 3"/>
          <p:cNvSpPr>
            <a:spLocks noGrp="1"/>
          </p:cNvSpPr>
          <p:nvPr>
            <p:ph type="sldNum" sz="quarter" idx="5"/>
          </p:nvPr>
        </p:nvSpPr>
        <p:spPr/>
        <p:txBody>
          <a:bodyPr/>
          <a:lstStyle/>
          <a:p>
            <a:pPr rtl="0"/>
            <a:fld id="{38EFF46E-6B43-41F9-9272-B566D03A251C}" type="slidenum">
              <a:rPr lang="en-US" smtClean="0"/>
              <a:t>44</a:t>
            </a:fld>
            <a:endParaRPr lang="en-US"/>
          </a:p>
        </p:txBody>
      </p:sp>
    </p:spTree>
    <p:extLst>
      <p:ext uri="{BB962C8B-B14F-4D97-AF65-F5344CB8AC3E}">
        <p14:creationId xmlns:p14="http://schemas.microsoft.com/office/powerpoint/2010/main" val="25886908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4B715-1656-67D0-475F-5050A14A5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737EAA-2325-23B8-FAD8-5E8A3886F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5B126E-223C-9BA5-9A51-F213E29BBA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3730CD-8C4E-FD40-C7B3-CAF90F22A58B}"/>
              </a:ext>
            </a:extLst>
          </p:cNvPr>
          <p:cNvSpPr>
            <a:spLocks noGrp="1"/>
          </p:cNvSpPr>
          <p:nvPr>
            <p:ph type="sldNum" sz="quarter" idx="5"/>
          </p:nvPr>
        </p:nvSpPr>
        <p:spPr/>
        <p:txBody>
          <a:bodyPr/>
          <a:lstStyle/>
          <a:p>
            <a:pPr rtl="0"/>
            <a:fld id="{38EFF46E-6B43-41F9-9272-B566D03A251C}" type="slidenum">
              <a:rPr lang="en-US" smtClean="0"/>
              <a:t>45</a:t>
            </a:fld>
            <a:endParaRPr lang="en-US"/>
          </a:p>
        </p:txBody>
      </p:sp>
    </p:spTree>
    <p:extLst>
      <p:ext uri="{BB962C8B-B14F-4D97-AF65-F5344CB8AC3E}">
        <p14:creationId xmlns:p14="http://schemas.microsoft.com/office/powerpoint/2010/main" val="27732938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latin typeface="メイリオ" panose="020B0604030504040204" pitchFamily="50" charset="-128"/>
              <a:ea typeface="メイリオ" panose="020B0604030504040204" pitchFamily="50" charset="-128"/>
            </a:endParaRPr>
          </a:p>
          <a:p>
            <a:endParaRPr kumimoji="1" lang="ja-JP" altLang="en-US">
              <a:latin typeface="メイリオ" panose="020B0604030504040204" pitchFamily="50" charset="-128"/>
              <a:ea typeface="メイリオ" panose="020B0604030504040204" pitchFamily="50" charset="-128"/>
            </a:endParaRPr>
          </a:p>
        </p:txBody>
      </p:sp>
      <p:sp>
        <p:nvSpPr>
          <p:cNvPr id="4" name="スライド番号プレースホルダー 3"/>
          <p:cNvSpPr>
            <a:spLocks noGrp="1"/>
          </p:cNvSpPr>
          <p:nvPr>
            <p:ph type="sldNum" sz="quarter" idx="5"/>
          </p:nvPr>
        </p:nvSpPr>
        <p:spPr/>
        <p:txBody>
          <a:bodyPr/>
          <a:lstStyle/>
          <a:p>
            <a:fld id="{7A44D561-09DF-46EE-AFD4-2C42BC40D674}" type="slidenum">
              <a:rPr kumimoji="1" lang="ja-JP" altLang="en-US" smtClean="0"/>
              <a:t>46</a:t>
            </a:fld>
            <a:endParaRPr kumimoji="1" lang="ja-JP" altLang="en-US"/>
          </a:p>
        </p:txBody>
      </p:sp>
    </p:spTree>
    <p:extLst>
      <p:ext uri="{BB962C8B-B14F-4D97-AF65-F5344CB8AC3E}">
        <p14:creationId xmlns:p14="http://schemas.microsoft.com/office/powerpoint/2010/main" val="18688740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latin typeface="メイリオ" panose="020B0604030504040204" pitchFamily="50" charset="-128"/>
              <a:ea typeface="メイリオ" panose="020B0604030504040204" pitchFamily="50" charset="-128"/>
            </a:endParaRPr>
          </a:p>
        </p:txBody>
      </p:sp>
      <p:sp>
        <p:nvSpPr>
          <p:cNvPr id="4" name="スライド番号プレースホルダー 3"/>
          <p:cNvSpPr>
            <a:spLocks noGrp="1"/>
          </p:cNvSpPr>
          <p:nvPr>
            <p:ph type="sldNum" sz="quarter" idx="5"/>
          </p:nvPr>
        </p:nvSpPr>
        <p:spPr/>
        <p:txBody>
          <a:bodyPr/>
          <a:lstStyle/>
          <a:p>
            <a:fld id="{7A44D561-09DF-46EE-AFD4-2C42BC40D674}" type="slidenum">
              <a:rPr kumimoji="1" lang="ja-JP" altLang="en-US" smtClean="0"/>
              <a:t>47</a:t>
            </a:fld>
            <a:endParaRPr kumimoji="1" lang="ja-JP" altLang="en-US"/>
          </a:p>
        </p:txBody>
      </p:sp>
    </p:spTree>
    <p:extLst>
      <p:ext uri="{BB962C8B-B14F-4D97-AF65-F5344CB8AC3E}">
        <p14:creationId xmlns:p14="http://schemas.microsoft.com/office/powerpoint/2010/main" val="10195735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22E0A-79A3-F76A-1131-82B17E5560F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A5B74C-1FD1-1220-C32B-3D3172BCFB7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053924E-E5B3-22EC-9C4B-9643FA8C8D9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5915D1B-102E-87BB-D533-FB5D9EBCEC3D}"/>
              </a:ext>
            </a:extLst>
          </p:cNvPr>
          <p:cNvSpPr>
            <a:spLocks noGrp="1"/>
          </p:cNvSpPr>
          <p:nvPr>
            <p:ph type="sldNum" sz="quarter" idx="5"/>
          </p:nvPr>
        </p:nvSpPr>
        <p:spPr/>
        <p:txBody>
          <a:bodyPr/>
          <a:lstStyle/>
          <a:p>
            <a:fld id="{7A44D561-09DF-46EE-AFD4-2C42BC40D674}" type="slidenum">
              <a:rPr kumimoji="1" lang="ja-JP" altLang="en-US" smtClean="0"/>
              <a:t>48</a:t>
            </a:fld>
            <a:endParaRPr kumimoji="1" lang="ja-JP" altLang="en-US"/>
          </a:p>
        </p:txBody>
      </p:sp>
    </p:spTree>
    <p:extLst>
      <p:ext uri="{BB962C8B-B14F-4D97-AF65-F5344CB8AC3E}">
        <p14:creationId xmlns:p14="http://schemas.microsoft.com/office/powerpoint/2010/main" val="24268031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12070-FB24-EF2A-A214-EB332B0C9A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E605435-733A-022B-0C2A-0D248FD25F0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C8B433-C5CE-371F-966F-D968E9FE931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EAB031-D5CB-4872-CFAC-81FC6FC8DB4E}"/>
              </a:ext>
            </a:extLst>
          </p:cNvPr>
          <p:cNvSpPr>
            <a:spLocks noGrp="1"/>
          </p:cNvSpPr>
          <p:nvPr>
            <p:ph type="sldNum" sz="quarter" idx="5"/>
          </p:nvPr>
        </p:nvSpPr>
        <p:spPr/>
        <p:txBody>
          <a:bodyPr/>
          <a:lstStyle/>
          <a:p>
            <a:fld id="{7A44D561-09DF-46EE-AFD4-2C42BC40D674}" type="slidenum">
              <a:rPr kumimoji="1" lang="ja-JP" altLang="en-US" smtClean="0"/>
              <a:t>49</a:t>
            </a:fld>
            <a:endParaRPr kumimoji="1" lang="ja-JP" altLang="en-US"/>
          </a:p>
        </p:txBody>
      </p:sp>
    </p:spTree>
    <p:extLst>
      <p:ext uri="{BB962C8B-B14F-4D97-AF65-F5344CB8AC3E}">
        <p14:creationId xmlns:p14="http://schemas.microsoft.com/office/powerpoint/2010/main" val="26813768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画面イメージ, セキュリティ, 費用</a:t>
            </a:r>
          </a:p>
        </p:txBody>
      </p:sp>
      <p:sp>
        <p:nvSpPr>
          <p:cNvPr id="4" name="Slide Number Placeholder 3"/>
          <p:cNvSpPr>
            <a:spLocks noGrp="1"/>
          </p:cNvSpPr>
          <p:nvPr>
            <p:ph type="sldNum" sz="quarter" idx="5"/>
          </p:nvPr>
        </p:nvSpPr>
        <p:spPr/>
        <p:txBody>
          <a:bodyPr/>
          <a:lstStyle/>
          <a:p>
            <a:fld id="{C9690E7C-DF2A-466F-987D-45402B3E7380}" type="slidenum">
              <a:t>52</a:t>
            </a:fld>
            <a:endParaRPr lang="en-US"/>
          </a:p>
        </p:txBody>
      </p:sp>
    </p:spTree>
    <p:extLst>
      <p:ext uri="{BB962C8B-B14F-4D97-AF65-F5344CB8AC3E}">
        <p14:creationId xmlns:p14="http://schemas.microsoft.com/office/powerpoint/2010/main" val="9871828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I上司は、直感的に利用できるインターフェースを持ち、日常業務に自然に溶け込む設計となっています。提案書レビューでは、ユーザーが資料をアップロードするだけで、改善点や指摘事項が即座に提示されます。タスク分解では、曖昧な目標を入力するだけで、具体的なステップと優先順位が生成されます。また、1on1支援ではチャット形式で相談内容を入力すると、適切なアドバイスや行動指針が提示されます。これにより、ユーザーは特別なITスキルがなくてもAIを活用できる環境が整っています。視覚的にも分かりやすく設計されているため、導入後すぐに現場で活用することが可能です。</a:t>
            </a:r>
          </a:p>
        </p:txBody>
      </p:sp>
      <p:sp>
        <p:nvSpPr>
          <p:cNvPr id="4" name="Slide Number Placeholder 3"/>
          <p:cNvSpPr>
            <a:spLocks noGrp="1"/>
          </p:cNvSpPr>
          <p:nvPr>
            <p:ph type="sldNum" sz="quarter" idx="5"/>
          </p:nvPr>
        </p:nvSpPr>
        <p:spPr/>
        <p:txBody>
          <a:bodyPr/>
          <a:lstStyle/>
          <a:p>
            <a:fld id="{C9690E7C-DF2A-466F-987D-45402B3E7380}" type="slidenum">
              <a:t>53</a:t>
            </a:fld>
            <a:endParaRPr lang="en-US"/>
          </a:p>
        </p:txBody>
      </p:sp>
    </p:spTree>
    <p:extLst>
      <p:ext uri="{BB962C8B-B14F-4D97-AF65-F5344CB8AC3E}">
        <p14:creationId xmlns:p14="http://schemas.microsoft.com/office/powerpoint/2010/main" val="14108144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5474B-6993-0276-4976-5CE399965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1D5C58-6A36-4DA7-0CD8-7B81066AF9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3E5385-E3D6-B692-80BF-E10FD5C042B9}"/>
              </a:ext>
            </a:extLst>
          </p:cNvPr>
          <p:cNvSpPr>
            <a:spLocks noGrp="1"/>
          </p:cNvSpPr>
          <p:nvPr>
            <p:ph type="body" idx="1"/>
          </p:nvPr>
        </p:nvSpPr>
        <p:spPr/>
        <p:txBody>
          <a:bodyPr/>
          <a:lstStyle/>
          <a:p>
            <a:r>
              <a:rPr lang="en-US"/>
              <a:t>
AI上司は、直感的に利用できるインターフェースを持ち、日常業務に自然に溶け込む設計となっています。提案書レビューでは、ユーザーが資料をアップロードするだけで、改善点や指摘事項が即座に提示されます。タスク分解では、曖昧な目標を入力するだけで、具体的なステップと優先順位が生成されます。また、1on1支援ではチャット形式で相談内容を入力すると、適切なアドバイスや行動指針が提示されます。これにより、ユーザーは特別なITスキルがなくてもAIを活用できる環境が整っています。視覚的にも分かりやすく設計されているため、導入後すぐに現場で活用することが可能です。</a:t>
            </a:r>
          </a:p>
        </p:txBody>
      </p:sp>
      <p:sp>
        <p:nvSpPr>
          <p:cNvPr id="4" name="Slide Number Placeholder 3">
            <a:extLst>
              <a:ext uri="{FF2B5EF4-FFF2-40B4-BE49-F238E27FC236}">
                <a16:creationId xmlns:a16="http://schemas.microsoft.com/office/drawing/2014/main" id="{448AE150-B65A-0978-0FAC-1EE3D40DD91D}"/>
              </a:ext>
            </a:extLst>
          </p:cNvPr>
          <p:cNvSpPr>
            <a:spLocks noGrp="1"/>
          </p:cNvSpPr>
          <p:nvPr>
            <p:ph type="sldNum" sz="quarter" idx="5"/>
          </p:nvPr>
        </p:nvSpPr>
        <p:spPr/>
        <p:txBody>
          <a:bodyPr/>
          <a:lstStyle/>
          <a:p>
            <a:fld id="{C9690E7C-DF2A-466F-987D-45402B3E7380}" type="slidenum">
              <a:t>54</a:t>
            </a:fld>
            <a:endParaRPr lang="en-US"/>
          </a:p>
        </p:txBody>
      </p:sp>
    </p:spTree>
    <p:extLst>
      <p:ext uri="{BB962C8B-B14F-4D97-AF65-F5344CB8AC3E}">
        <p14:creationId xmlns:p14="http://schemas.microsoft.com/office/powerpoint/2010/main" val="31795194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88B49-DCE5-0643-0A53-97249FB38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C55A65-D7DB-109E-F93C-261B72BF24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39EE9-7804-12E6-841B-7BDFD73E38DE}"/>
              </a:ext>
            </a:extLst>
          </p:cNvPr>
          <p:cNvSpPr>
            <a:spLocks noGrp="1"/>
          </p:cNvSpPr>
          <p:nvPr>
            <p:ph type="body" idx="1"/>
          </p:nvPr>
        </p:nvSpPr>
        <p:spPr/>
        <p:txBody>
          <a:bodyPr/>
          <a:lstStyle/>
          <a:p>
            <a:r>
              <a:rPr lang="en-US"/>
              <a:t>
AI上司は、直感的に利用できるインターフェースを持ち、日常業務に自然に溶け込む設計となっています。提案書レビューでは、ユーザーが資料をアップロードするだけで、改善点や指摘事項が即座に提示されます。タスク分解では、曖昧な目標を入力するだけで、具体的なステップと優先順位が生成されます。また、1on1支援ではチャット形式で相談内容を入力すると、適切なアドバイスや行動指針が提示されます。これにより、ユーザーは特別なITスキルがなくてもAIを活用できる環境が整っています。視覚的にも分かりやすく設計されているため、導入後すぐに現場で活用することが可能です。</a:t>
            </a:r>
          </a:p>
        </p:txBody>
      </p:sp>
      <p:sp>
        <p:nvSpPr>
          <p:cNvPr id="4" name="Slide Number Placeholder 3">
            <a:extLst>
              <a:ext uri="{FF2B5EF4-FFF2-40B4-BE49-F238E27FC236}">
                <a16:creationId xmlns:a16="http://schemas.microsoft.com/office/drawing/2014/main" id="{327C0140-F714-DAF4-D83B-0B632864F5CD}"/>
              </a:ext>
            </a:extLst>
          </p:cNvPr>
          <p:cNvSpPr>
            <a:spLocks noGrp="1"/>
          </p:cNvSpPr>
          <p:nvPr>
            <p:ph type="sldNum" sz="quarter" idx="5"/>
          </p:nvPr>
        </p:nvSpPr>
        <p:spPr/>
        <p:txBody>
          <a:bodyPr/>
          <a:lstStyle/>
          <a:p>
            <a:fld id="{C9690E7C-DF2A-466F-987D-45402B3E7380}" type="slidenum">
              <a:t>55</a:t>
            </a:fld>
            <a:endParaRPr lang="en-US"/>
          </a:p>
        </p:txBody>
      </p:sp>
    </p:spTree>
    <p:extLst>
      <p:ext uri="{BB962C8B-B14F-4D97-AF65-F5344CB8AC3E}">
        <p14:creationId xmlns:p14="http://schemas.microsoft.com/office/powerpoint/2010/main" val="4616303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35F95-7AB3-BC79-B8E6-442F1ADE37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9BB534-980D-057D-C34A-34234F7CA2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A8353-B4EA-8554-74F9-62B48F54DCB0}"/>
              </a:ext>
            </a:extLst>
          </p:cNvPr>
          <p:cNvSpPr>
            <a:spLocks noGrp="1"/>
          </p:cNvSpPr>
          <p:nvPr>
            <p:ph type="body" idx="1"/>
          </p:nvPr>
        </p:nvSpPr>
        <p:spPr/>
        <p:txBody>
          <a:bodyPr/>
          <a:lstStyle/>
          <a:p>
            <a:r>
              <a:rPr lang="en-US"/>
              <a:t>
AI上司は、直感的に利用できるインターフェースを持ち、日常業務に自然に溶け込む設計となっています。提案書レビューでは、ユーザーが資料をアップロードするだけで、改善点や指摘事項が即座に提示されます。タスク分解では、曖昧な目標を入力するだけで、具体的なステップと優先順位が生成されます。また、1on1支援ではチャット形式で相談内容を入力すると、適切なアドバイスや行動指針が提示されます。これにより、ユーザーは特別なITスキルがなくてもAIを活用できる環境が整っています。視覚的にも分かりやすく設計されているため、導入後すぐに現場で活用することが可能です。</a:t>
            </a:r>
          </a:p>
        </p:txBody>
      </p:sp>
      <p:sp>
        <p:nvSpPr>
          <p:cNvPr id="4" name="Slide Number Placeholder 3">
            <a:extLst>
              <a:ext uri="{FF2B5EF4-FFF2-40B4-BE49-F238E27FC236}">
                <a16:creationId xmlns:a16="http://schemas.microsoft.com/office/drawing/2014/main" id="{017173B9-3176-060A-BFB8-44E446495880}"/>
              </a:ext>
            </a:extLst>
          </p:cNvPr>
          <p:cNvSpPr>
            <a:spLocks noGrp="1"/>
          </p:cNvSpPr>
          <p:nvPr>
            <p:ph type="sldNum" sz="quarter" idx="5"/>
          </p:nvPr>
        </p:nvSpPr>
        <p:spPr/>
        <p:txBody>
          <a:bodyPr/>
          <a:lstStyle/>
          <a:p>
            <a:fld id="{C9690E7C-DF2A-466F-987D-45402B3E7380}" type="slidenum">
              <a:t>56</a:t>
            </a:fld>
            <a:endParaRPr lang="en-US"/>
          </a:p>
        </p:txBody>
      </p:sp>
    </p:spTree>
    <p:extLst>
      <p:ext uri="{BB962C8B-B14F-4D97-AF65-F5344CB8AC3E}">
        <p14:creationId xmlns:p14="http://schemas.microsoft.com/office/powerpoint/2010/main" val="3771945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36FC3-39B0-36F1-788C-C7D2F2217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DBF4D-3C3C-E821-48AD-676D11A505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4304B4-E85A-25CA-B2C7-755DBEC266BA}"/>
              </a:ext>
            </a:extLst>
          </p:cNvPr>
          <p:cNvSpPr>
            <a:spLocks noGrp="1"/>
          </p:cNvSpPr>
          <p:nvPr>
            <p:ph type="body" idx="1"/>
          </p:nvPr>
        </p:nvSpPr>
        <p:spPr/>
        <p:txBody>
          <a:bodyPr/>
          <a:lstStyle/>
          <a:p>
            <a:r>
              <a:rPr lang="en-US"/>
              <a:t>
AI上司は、直感的に利用できるインターフェースを持ち、日常業務に自然に溶け込む設計となっています。提案書レビューでは、ユーザーが資料をアップロードするだけで、改善点や指摘事項が即座に提示されます。タスク分解では、曖昧な目標を入力するだけで、具体的なステップと優先順位が生成されます。また、1on1支援ではチャット形式で相談内容を入力すると、適切なアドバイスや行動指針が提示されます。これにより、ユーザーは特別なITスキルがなくてもAIを活用できる環境が整っています。視覚的にも分かりやすく設計されているため、導入後すぐに現場で活用することが可能です。</a:t>
            </a:r>
          </a:p>
        </p:txBody>
      </p:sp>
      <p:sp>
        <p:nvSpPr>
          <p:cNvPr id="4" name="Slide Number Placeholder 3">
            <a:extLst>
              <a:ext uri="{FF2B5EF4-FFF2-40B4-BE49-F238E27FC236}">
                <a16:creationId xmlns:a16="http://schemas.microsoft.com/office/drawing/2014/main" id="{B01AC3A7-2670-E9F6-DC03-D64D3DD69571}"/>
              </a:ext>
            </a:extLst>
          </p:cNvPr>
          <p:cNvSpPr>
            <a:spLocks noGrp="1"/>
          </p:cNvSpPr>
          <p:nvPr>
            <p:ph type="sldNum" sz="quarter" idx="5"/>
          </p:nvPr>
        </p:nvSpPr>
        <p:spPr/>
        <p:txBody>
          <a:bodyPr/>
          <a:lstStyle/>
          <a:p>
            <a:fld id="{C9690E7C-DF2A-466F-987D-45402B3E7380}" type="slidenum">
              <a:t>57</a:t>
            </a:fld>
            <a:endParaRPr lang="en-US"/>
          </a:p>
        </p:txBody>
      </p:sp>
    </p:spTree>
    <p:extLst>
      <p:ext uri="{BB962C8B-B14F-4D97-AF65-F5344CB8AC3E}">
        <p14:creationId xmlns:p14="http://schemas.microsoft.com/office/powerpoint/2010/main" val="12938278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0A782-E6A1-3A95-E59E-C88AA4FFE5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A3AD2-BC63-5110-F62B-A27C2B7DA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3275A4-2B9C-2B73-371D-A8B809826136}"/>
              </a:ext>
            </a:extLst>
          </p:cNvPr>
          <p:cNvSpPr>
            <a:spLocks noGrp="1"/>
          </p:cNvSpPr>
          <p:nvPr>
            <p:ph type="body" idx="1"/>
          </p:nvPr>
        </p:nvSpPr>
        <p:spPr/>
        <p:txBody>
          <a:bodyPr/>
          <a:lstStyle/>
          <a:p>
            <a:r>
              <a:rPr lang="en-US"/>
              <a:t>
AI上司は、直感的に利用できるインターフェースを持ち、日常業務に自然に溶け込む設計となっています。提案書レビューでは、ユーザーが資料をアップロードするだけで、改善点や指摘事項が即座に提示されます。タスク分解では、曖昧な目標を入力するだけで、具体的なステップと優先順位が生成されます。また、1on1支援ではチャット形式で相談内容を入力すると、適切なアドバイスや行動指針が提示されます。これにより、ユーザーは特別なITスキルがなくてもAIを活用できる環境が整っています。視覚的にも分かりやすく設計されているため、導入後すぐに現場で活用することが可能です。</a:t>
            </a:r>
          </a:p>
        </p:txBody>
      </p:sp>
      <p:sp>
        <p:nvSpPr>
          <p:cNvPr id="4" name="Slide Number Placeholder 3">
            <a:extLst>
              <a:ext uri="{FF2B5EF4-FFF2-40B4-BE49-F238E27FC236}">
                <a16:creationId xmlns:a16="http://schemas.microsoft.com/office/drawing/2014/main" id="{0A1A02B4-1A86-BC41-4A6B-17E8B19DA1A3}"/>
              </a:ext>
            </a:extLst>
          </p:cNvPr>
          <p:cNvSpPr>
            <a:spLocks noGrp="1"/>
          </p:cNvSpPr>
          <p:nvPr>
            <p:ph type="sldNum" sz="quarter" idx="5"/>
          </p:nvPr>
        </p:nvSpPr>
        <p:spPr/>
        <p:txBody>
          <a:bodyPr/>
          <a:lstStyle/>
          <a:p>
            <a:fld id="{C9690E7C-DF2A-466F-987D-45402B3E7380}" type="slidenum">
              <a:t>58</a:t>
            </a:fld>
            <a:endParaRPr lang="en-US"/>
          </a:p>
        </p:txBody>
      </p:sp>
    </p:spTree>
    <p:extLst>
      <p:ext uri="{BB962C8B-B14F-4D97-AF65-F5344CB8AC3E}">
        <p14:creationId xmlns:p14="http://schemas.microsoft.com/office/powerpoint/2010/main" val="14532481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9376F-C3F0-D748-2E0A-43F7112C1E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13F29-9359-88E6-2F48-EC9D94D36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B57823-A53A-B8AB-BEB0-4362C6AAD81C}"/>
              </a:ext>
            </a:extLst>
          </p:cNvPr>
          <p:cNvSpPr>
            <a:spLocks noGrp="1"/>
          </p:cNvSpPr>
          <p:nvPr>
            <p:ph type="body" idx="1"/>
          </p:nvPr>
        </p:nvSpPr>
        <p:spPr/>
        <p:txBody>
          <a:bodyPr/>
          <a:lstStyle/>
          <a:p>
            <a:r>
              <a:rPr lang="en-US"/>
              <a:t>
AI上司は、直感的に利用できるインターフェースを持ち、日常業務に自然に溶け込む設計となっています。提案書レビューでは、ユーザーが資料をアップロードするだけで、改善点や指摘事項が即座に提示されます。タスク分解では、曖昧な目標を入力するだけで、具体的なステップと優先順位が生成されます。また、1on1支援ではチャット形式で相談内容を入力すると、適切なアドバイスや行動指針が提示されます。これにより、ユーザーは特別なITスキルがなくてもAIを活用できる環境が整っています。視覚的にも分かりやすく設計されているため、導入後すぐに現場で活用することが可能です。</a:t>
            </a:r>
          </a:p>
        </p:txBody>
      </p:sp>
      <p:sp>
        <p:nvSpPr>
          <p:cNvPr id="4" name="Slide Number Placeholder 3">
            <a:extLst>
              <a:ext uri="{FF2B5EF4-FFF2-40B4-BE49-F238E27FC236}">
                <a16:creationId xmlns:a16="http://schemas.microsoft.com/office/drawing/2014/main" id="{A8B238F6-023F-5FE1-5E22-797FC8871164}"/>
              </a:ext>
            </a:extLst>
          </p:cNvPr>
          <p:cNvSpPr>
            <a:spLocks noGrp="1"/>
          </p:cNvSpPr>
          <p:nvPr>
            <p:ph type="sldNum" sz="quarter" idx="5"/>
          </p:nvPr>
        </p:nvSpPr>
        <p:spPr/>
        <p:txBody>
          <a:bodyPr/>
          <a:lstStyle/>
          <a:p>
            <a:fld id="{C9690E7C-DF2A-466F-987D-45402B3E7380}" type="slidenum">
              <a:t>59</a:t>
            </a:fld>
            <a:endParaRPr lang="en-US"/>
          </a:p>
        </p:txBody>
      </p:sp>
    </p:spTree>
    <p:extLst>
      <p:ext uri="{BB962C8B-B14F-4D97-AF65-F5344CB8AC3E}">
        <p14:creationId xmlns:p14="http://schemas.microsoft.com/office/powerpoint/2010/main" val="389752844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22A9D-0AE8-6D8D-76EB-3FDCE13CD7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494AF-6A62-9CE5-50DF-EB43F19BBB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C0342F-EF37-FFDF-2BFE-BD535B87C24A}"/>
              </a:ext>
            </a:extLst>
          </p:cNvPr>
          <p:cNvSpPr>
            <a:spLocks noGrp="1"/>
          </p:cNvSpPr>
          <p:nvPr>
            <p:ph type="body" idx="1"/>
          </p:nvPr>
        </p:nvSpPr>
        <p:spPr/>
        <p:txBody>
          <a:bodyPr/>
          <a:lstStyle/>
          <a:p>
            <a:r>
              <a:rPr lang="en-US"/>
              <a:t>
AI上司は、直感的に利用できるインターフェースを持ち、日常業務に自然に溶け込む設計となっています。提案書レビューでは、ユーザーが資料をアップロードするだけで、改善点や指摘事項が即座に提示されます。タスク分解では、曖昧な目標を入力するだけで、具体的なステップと優先順位が生成されます。また、1on1支援ではチャット形式で相談内容を入力すると、適切なアドバイスや行動指針が提示されます。これにより、ユーザーは特別なITスキルがなくてもAIを活用できる環境が整っています。視覚的にも分かりやすく設計されているため、導入後すぐに現場で活用することが可能です。</a:t>
            </a:r>
          </a:p>
        </p:txBody>
      </p:sp>
      <p:sp>
        <p:nvSpPr>
          <p:cNvPr id="4" name="Slide Number Placeholder 3">
            <a:extLst>
              <a:ext uri="{FF2B5EF4-FFF2-40B4-BE49-F238E27FC236}">
                <a16:creationId xmlns:a16="http://schemas.microsoft.com/office/drawing/2014/main" id="{7ECE76E1-1ADD-AAC4-2890-34F898F512F2}"/>
              </a:ext>
            </a:extLst>
          </p:cNvPr>
          <p:cNvSpPr>
            <a:spLocks noGrp="1"/>
          </p:cNvSpPr>
          <p:nvPr>
            <p:ph type="sldNum" sz="quarter" idx="5"/>
          </p:nvPr>
        </p:nvSpPr>
        <p:spPr/>
        <p:txBody>
          <a:bodyPr/>
          <a:lstStyle/>
          <a:p>
            <a:fld id="{C9690E7C-DF2A-466F-987D-45402B3E7380}" type="slidenum">
              <a:t>60</a:t>
            </a:fld>
            <a:endParaRPr lang="en-US"/>
          </a:p>
        </p:txBody>
      </p:sp>
    </p:spTree>
    <p:extLst>
      <p:ext uri="{BB962C8B-B14F-4D97-AF65-F5344CB8AC3E}">
        <p14:creationId xmlns:p14="http://schemas.microsoft.com/office/powerpoint/2010/main" val="2398988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0D356D-861B-1215-7331-E20866D6DD5E}"/>
              </a:ext>
            </a:extLst>
          </p:cNvPr>
          <p:cNvSpPr>
            <a:spLocks noGrp="1"/>
          </p:cNvSpPr>
          <p:nvPr>
            <p:ph type="ctrTitle" hasCustomPrompt="1"/>
          </p:nvPr>
        </p:nvSpPr>
        <p:spPr>
          <a:xfrm>
            <a:off x="1523997" y="1589044"/>
            <a:ext cx="9143978" cy="2075688"/>
          </a:xfrm>
        </p:spPr>
        <p:txBody>
          <a:bodyPr vert="horz" lIns="91440" tIns="45720" rIns="91440" bIns="45720" rtlCol="0" anchor="t">
            <a:normAutofit/>
          </a:bodyPr>
          <a:lstStyle>
            <a:lvl1pPr>
              <a:defRPr lang="en-US" sz="8000" dirty="0">
                <a:solidFill>
                  <a:schemeClr val="bg2"/>
                </a:solidFill>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25" name="サブタイトル 2">
            <a:extLst>
              <a:ext uri="{FF2B5EF4-FFF2-40B4-BE49-F238E27FC236}">
                <a16:creationId xmlns:a16="http://schemas.microsoft.com/office/drawing/2014/main" id="{88E6D8A1-0938-C004-DFF5-861B4F29A7E0}"/>
              </a:ext>
            </a:extLst>
          </p:cNvPr>
          <p:cNvSpPr>
            <a:spLocks noGrp="1"/>
          </p:cNvSpPr>
          <p:nvPr>
            <p:ph type="subTitle" idx="1" hasCustomPrompt="1"/>
          </p:nvPr>
        </p:nvSpPr>
        <p:spPr>
          <a:xfrm>
            <a:off x="1523997" y="3869639"/>
            <a:ext cx="7315195" cy="1235761"/>
          </a:xfrm>
        </p:spPr>
        <p:txBody>
          <a:bodyPr vert="horz" lIns="91440" tIns="45720" rIns="91440" bIns="45720" rtlCol="0">
            <a:normAutofit/>
          </a:bodyPr>
          <a:lstStyle>
            <a:lvl1pPr marL="0" indent="0">
              <a:buNone/>
              <a:defRPr lang="en-US" sz="2000" dirty="0">
                <a:solidFill>
                  <a:schemeClr val="bg2"/>
                </a:solidFill>
                <a:latin typeface="Meiryo UI" panose="020B0604030504040204" pitchFamily="34" charset="-128"/>
                <a:ea typeface="Meiryo UI" panose="020B0604030504040204" pitchFamily="34" charset="-128"/>
              </a:defRPr>
            </a:lvl1pPr>
          </a:lstStyle>
          <a:p>
            <a:pPr lvl="0" rtl="0"/>
            <a:r>
              <a:rPr lang="ja"/>
              <a:t>マスター サブタイトルの書式設定</a:t>
            </a:r>
          </a:p>
        </p:txBody>
      </p:sp>
      <p:sp>
        <p:nvSpPr>
          <p:cNvPr id="21" name="スライド番号プレースホルダー 4">
            <a:extLst>
              <a:ext uri="{FF2B5EF4-FFF2-40B4-BE49-F238E27FC236}">
                <a16:creationId xmlns:a16="http://schemas.microsoft.com/office/drawing/2014/main" id="{AF818358-7626-32BF-A8EE-D7F2254437C9}"/>
              </a:ext>
            </a:extLst>
          </p:cNvPr>
          <p:cNvSpPr>
            <a:spLocks noGrp="1"/>
          </p:cNvSpPr>
          <p:nvPr>
            <p:ph type="sldNum" sz="quarter" idx="12"/>
          </p:nvPr>
        </p:nvSpPr>
        <p:spPr>
          <a:xfrm>
            <a:off x="533400" y="685801"/>
            <a:ext cx="609600" cy="365125"/>
          </a:xfrm>
        </p:spPr>
        <p:txBody>
          <a:bodyPr rtlCol="0"/>
          <a:lstStyle>
            <a:lvl1pPr>
              <a:defRPr>
                <a:solidFill>
                  <a:schemeClr val="bg1"/>
                </a:solidFill>
              </a:defRPr>
            </a:lvl1pPr>
          </a:lstStyle>
          <a:p>
            <a:pPr rtl="0"/>
            <a:fld id="{AEAA3239-9EA4-4A65-A281-97F994456D9F}" type="slidenum">
              <a:rPr lang="en-US" smtClean="0"/>
              <a:pPr/>
              <a:t>‹#›</a:t>
            </a:fld>
            <a:endParaRPr lang="en-US"/>
          </a:p>
        </p:txBody>
      </p:sp>
      <p:sp>
        <p:nvSpPr>
          <p:cNvPr id="23" name="フッター プレースホルダー 3">
            <a:extLst>
              <a:ext uri="{FF2B5EF4-FFF2-40B4-BE49-F238E27FC236}">
                <a16:creationId xmlns:a16="http://schemas.microsoft.com/office/drawing/2014/main" id="{D3F4769D-055E-8E4B-290C-8F2608C0BC2A}"/>
              </a:ext>
            </a:extLst>
          </p:cNvPr>
          <p:cNvSpPr>
            <a:spLocks noGrp="1"/>
          </p:cNvSpPr>
          <p:nvPr>
            <p:ph type="ftr" sz="quarter" idx="11"/>
          </p:nvPr>
        </p:nvSpPr>
        <p:spPr>
          <a:xfrm>
            <a:off x="1524000" y="6343955"/>
            <a:ext cx="2805405" cy="365125"/>
          </a:xfrm>
        </p:spPr>
        <p:txBody>
          <a:bodyPr rtlCol="0">
            <a:normAutofit/>
          </a:bodyPr>
          <a:lstStyle>
            <a:lvl1pPr>
              <a:defRPr>
                <a:solidFill>
                  <a:schemeClr val="bg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22" name="日付プレースホルダー 2">
            <a:extLst>
              <a:ext uri="{FF2B5EF4-FFF2-40B4-BE49-F238E27FC236}">
                <a16:creationId xmlns:a16="http://schemas.microsoft.com/office/drawing/2014/main" id="{0D41ECE3-FEE0-363A-B425-E164A1E387C2}"/>
              </a:ext>
            </a:extLst>
          </p:cNvPr>
          <p:cNvSpPr>
            <a:spLocks noGrp="1"/>
          </p:cNvSpPr>
          <p:nvPr>
            <p:ph type="dt" sz="half" idx="10"/>
          </p:nvPr>
        </p:nvSpPr>
        <p:spPr>
          <a:xfrm>
            <a:off x="9379756" y="6343955"/>
            <a:ext cx="2202644" cy="365125"/>
          </a:xfrm>
        </p:spPr>
        <p:txBody>
          <a:bodyPr rtlCol="0"/>
          <a:lstStyle>
            <a:lvl1pPr>
              <a:defRPr>
                <a:solidFill>
                  <a:schemeClr val="bg1"/>
                </a:solidFill>
              </a:defRPr>
            </a:lvl1pPr>
          </a:lstStyle>
          <a:p>
            <a:pPr rtl="0"/>
            <a:r>
              <a:rPr lang="en-US" altLang="ja-JP"/>
              <a:t>9/17/2025</a:t>
            </a:r>
            <a:endParaRPr lang="en-US"/>
          </a:p>
        </p:txBody>
      </p:sp>
      <p:cxnSp>
        <p:nvCxnSpPr>
          <p:cNvPr id="3" name="直線​​コネクタ(S) 2">
            <a:extLst>
              <a:ext uri="{FF2B5EF4-FFF2-40B4-BE49-F238E27FC236}">
                <a16:creationId xmlns:a16="http://schemas.microsoft.com/office/drawing/2014/main" id="{C0BB8C89-2CB9-D0AC-4BEE-45516E5D6BC9}"/>
              </a:ext>
              <a:ext uri="{C183D7F6-B498-43B3-948B-1728B52AA6E4}">
                <adec:decorative xmlns:adec="http://schemas.microsoft.com/office/drawing/2017/decorative" val="1"/>
              </a:ext>
            </a:extLst>
          </p:cNvPr>
          <p:cNvCxnSpPr>
            <a:cxnSpLocks/>
          </p:cNvCxnSpPr>
          <p:nvPr userDrawn="1"/>
        </p:nvCxnSpPr>
        <p:spPr>
          <a:xfrm>
            <a:off x="837603" y="1655064"/>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5" name="グループ 4">
            <a:extLst>
              <a:ext uri="{FF2B5EF4-FFF2-40B4-BE49-F238E27FC236}">
                <a16:creationId xmlns:a16="http://schemas.microsoft.com/office/drawing/2014/main" id="{C2BB9B49-C556-E3F9-50C4-2234D42B33EE}"/>
              </a:ext>
            </a:extLst>
          </p:cNvPr>
          <p:cNvGrpSpPr/>
          <p:nvPr userDrawn="1"/>
        </p:nvGrpSpPr>
        <p:grpSpPr>
          <a:xfrm flipV="1">
            <a:off x="11078040" y="5402762"/>
            <a:ext cx="504370" cy="544340"/>
            <a:chOff x="10917026" y="837879"/>
            <a:chExt cx="513774" cy="554490"/>
          </a:xfrm>
        </p:grpSpPr>
        <p:sp>
          <p:nvSpPr>
            <p:cNvPr id="6" name="グラフィック 12">
              <a:extLst>
                <a:ext uri="{FF2B5EF4-FFF2-40B4-BE49-F238E27FC236}">
                  <a16:creationId xmlns:a16="http://schemas.microsoft.com/office/drawing/2014/main" id="{2D2403BB-DBC2-5950-1D8D-A9B06705A69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en-US">
                <a:solidFill>
                  <a:schemeClr val="accent2"/>
                </a:solidFill>
              </a:endParaRPr>
            </a:p>
          </p:txBody>
        </p:sp>
        <p:sp>
          <p:nvSpPr>
            <p:cNvPr id="7" name="グラフィック 13">
              <a:extLst>
                <a:ext uri="{FF2B5EF4-FFF2-40B4-BE49-F238E27FC236}">
                  <a16:creationId xmlns:a16="http://schemas.microsoft.com/office/drawing/2014/main" id="{60777C9B-E021-0520-B2BB-40C161F40123}"/>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en-US">
                <a:solidFill>
                  <a:schemeClr val="accent2"/>
                </a:solidFill>
              </a:endParaRPr>
            </a:p>
          </p:txBody>
        </p:sp>
        <p:sp>
          <p:nvSpPr>
            <p:cNvPr id="8" name="グラフィック 15">
              <a:extLst>
                <a:ext uri="{FF2B5EF4-FFF2-40B4-BE49-F238E27FC236}">
                  <a16:creationId xmlns:a16="http://schemas.microsoft.com/office/drawing/2014/main" id="{0F00FD82-5228-F8A7-9CBF-83D3A5769FB8}"/>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7357190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cxnSp>
        <p:nvCxnSpPr>
          <p:cNvPr id="15" name="直線​​コネクタ(S) 14">
            <a:extLst>
              <a:ext uri="{FF2B5EF4-FFF2-40B4-BE49-F238E27FC236}">
                <a16:creationId xmlns:a16="http://schemas.microsoft.com/office/drawing/2014/main" id="{409B4F68-0D75-979D-862C-4BA915655EBC}"/>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20" name="タイトル 1">
            <a:extLst>
              <a:ext uri="{FF2B5EF4-FFF2-40B4-BE49-F238E27FC236}">
                <a16:creationId xmlns:a16="http://schemas.microsoft.com/office/drawing/2014/main" id="{166274F4-CACA-1807-4344-CC206113F33E}"/>
              </a:ext>
            </a:extLst>
          </p:cNvPr>
          <p:cNvSpPr>
            <a:spLocks noGrp="1"/>
          </p:cNvSpPr>
          <p:nvPr>
            <p:ph type="title" hasCustomPrompt="1"/>
          </p:nvPr>
        </p:nvSpPr>
        <p:spPr>
          <a:xfrm>
            <a:off x="1524000" y="731520"/>
            <a:ext cx="10069483" cy="951766"/>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ltLang="ja-JP"/>
              <a:t>9/17/2025</a:t>
            </a:r>
            <a:endParaRPr lang="en-US" dirty="0"/>
          </a:p>
        </p:txBody>
      </p:sp>
      <p:sp>
        <p:nvSpPr>
          <p:cNvPr id="19" name="コンテンツ プレースホルダー 7">
            <a:extLst>
              <a:ext uri="{FF2B5EF4-FFF2-40B4-BE49-F238E27FC236}">
                <a16:creationId xmlns:a16="http://schemas.microsoft.com/office/drawing/2014/main" id="{2BE2C27D-A45C-D805-CEC9-BD1962E88A0D}"/>
              </a:ext>
            </a:extLst>
          </p:cNvPr>
          <p:cNvSpPr>
            <a:spLocks noGrp="1"/>
          </p:cNvSpPr>
          <p:nvPr>
            <p:ph sz="quarter" idx="14" hasCustomPrompt="1"/>
          </p:nvPr>
        </p:nvSpPr>
        <p:spPr>
          <a:xfrm>
            <a:off x="1523999" y="1865430"/>
            <a:ext cx="10057019" cy="4306770"/>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Tree>
    <p:extLst>
      <p:ext uri="{BB962C8B-B14F-4D97-AF65-F5344CB8AC3E}">
        <p14:creationId xmlns:p14="http://schemas.microsoft.com/office/powerpoint/2010/main" val="379254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 2">
    <p:spTree>
      <p:nvGrpSpPr>
        <p:cNvPr id="1" name=""/>
        <p:cNvGrpSpPr/>
        <p:nvPr/>
      </p:nvGrpSpPr>
      <p:grpSpPr>
        <a:xfrm>
          <a:off x="0" y="0"/>
          <a:ext cx="0" cy="0"/>
          <a:chOff x="0" y="0"/>
          <a:chExt cx="0" cy="0"/>
        </a:xfrm>
      </p:grpSpPr>
      <p:grpSp>
        <p:nvGrpSpPr>
          <p:cNvPr id="11" name="グループ 10">
            <a:extLst>
              <a:ext uri="{FF2B5EF4-FFF2-40B4-BE49-F238E27FC236}">
                <a16:creationId xmlns:a16="http://schemas.microsoft.com/office/drawing/2014/main" id="{42D1CFF0-9AC5-8F85-8BE0-1D00D8B339D0}"/>
              </a:ext>
            </a:extLst>
          </p:cNvPr>
          <p:cNvGrpSpPr/>
          <p:nvPr userDrawn="1"/>
        </p:nvGrpSpPr>
        <p:grpSpPr>
          <a:xfrm flipV="1">
            <a:off x="11078040" y="5402762"/>
            <a:ext cx="504370" cy="544340"/>
            <a:chOff x="10917026" y="837879"/>
            <a:chExt cx="513774" cy="554490"/>
          </a:xfrm>
        </p:grpSpPr>
        <p:sp>
          <p:nvSpPr>
            <p:cNvPr id="12" name="グラフィック 12">
              <a:extLst>
                <a:ext uri="{FF2B5EF4-FFF2-40B4-BE49-F238E27FC236}">
                  <a16:creationId xmlns:a16="http://schemas.microsoft.com/office/drawing/2014/main" id="{DCF6343F-2BDC-BAF8-8771-D8F827586EC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3" name="グラフィック 13">
              <a:extLst>
                <a:ext uri="{FF2B5EF4-FFF2-40B4-BE49-F238E27FC236}">
                  <a16:creationId xmlns:a16="http://schemas.microsoft.com/office/drawing/2014/main" id="{2FB9015E-5F4A-4EBB-F6F9-1AA06F9397D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9" name="グラフィック 15">
              <a:extLst>
                <a:ext uri="{FF2B5EF4-FFF2-40B4-BE49-F238E27FC236}">
                  <a16:creationId xmlns:a16="http://schemas.microsoft.com/office/drawing/2014/main" id="{BF86999F-09C8-4440-2B54-818C9F74E1E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
        <p:nvSpPr>
          <p:cNvPr id="7" name="タイトル 1">
            <a:extLst>
              <a:ext uri="{FF2B5EF4-FFF2-40B4-BE49-F238E27FC236}">
                <a16:creationId xmlns:a16="http://schemas.microsoft.com/office/drawing/2014/main" id="{18819DB6-C4B9-EEAC-9439-99B46B52A9F7}"/>
              </a:ext>
            </a:extLst>
          </p:cNvPr>
          <p:cNvSpPr>
            <a:spLocks noGrp="1"/>
          </p:cNvSpPr>
          <p:nvPr>
            <p:ph type="ctrTitle" hasCustomPrompt="1"/>
          </p:nvPr>
        </p:nvSpPr>
        <p:spPr>
          <a:xfrm>
            <a:off x="1523997" y="1589044"/>
            <a:ext cx="9143978" cy="2075688"/>
          </a:xfrm>
        </p:spPr>
        <p:txBody>
          <a:bodyPr vert="horz" lIns="91440" tIns="45720" rIns="91440" bIns="45720" rtlCol="0" anchor="t">
            <a:normAutofit/>
          </a:bodyPr>
          <a:lstStyle>
            <a:lvl1pPr>
              <a:defRPr lang="en-US" sz="8000" dirty="0">
                <a:solidFill>
                  <a:schemeClr val="tx2"/>
                </a:solidFill>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6" name="サブタイトル 2">
            <a:extLst>
              <a:ext uri="{FF2B5EF4-FFF2-40B4-BE49-F238E27FC236}">
                <a16:creationId xmlns:a16="http://schemas.microsoft.com/office/drawing/2014/main" id="{E44E26EC-3B2F-89C4-929E-5B4C7D8E8C37}"/>
              </a:ext>
            </a:extLst>
          </p:cNvPr>
          <p:cNvSpPr>
            <a:spLocks noGrp="1"/>
          </p:cNvSpPr>
          <p:nvPr>
            <p:ph type="subTitle" idx="1" hasCustomPrompt="1"/>
          </p:nvPr>
        </p:nvSpPr>
        <p:spPr>
          <a:xfrm>
            <a:off x="1523997" y="3869639"/>
            <a:ext cx="7315195" cy="1235761"/>
          </a:xfrm>
        </p:spPr>
        <p:txBody>
          <a:bodyPr vert="horz" lIns="91440" tIns="45720" rIns="91440" bIns="45720" rtlCol="0">
            <a:normAutofit/>
          </a:bodyPr>
          <a:lstStyle>
            <a:lvl1pPr marL="0" indent="0">
              <a:buNone/>
              <a:defRPr lang="en-US" sz="2000" dirty="0">
                <a:solidFill>
                  <a:schemeClr val="tx2"/>
                </a:solidFill>
                <a:latin typeface="Meiryo UI" panose="020B0604030504040204" pitchFamily="34" charset="-128"/>
                <a:ea typeface="Meiryo UI" panose="020B0604030504040204" pitchFamily="34" charset="-128"/>
              </a:defRPr>
            </a:lvl1pPr>
          </a:lstStyle>
          <a:p>
            <a:pPr lvl="0" rtl="0"/>
            <a:r>
              <a:rPr lang="ja"/>
              <a:t>マスター サブタイトルの書式設定</a:t>
            </a:r>
          </a:p>
        </p:txBody>
      </p:sp>
      <p:sp>
        <p:nvSpPr>
          <p:cNvPr id="5" name="スライド番号プレースホルダー 4">
            <a:extLst>
              <a:ext uri="{FF2B5EF4-FFF2-40B4-BE49-F238E27FC236}">
                <a16:creationId xmlns:a16="http://schemas.microsoft.com/office/drawing/2014/main" id="{6AB9E877-9B18-A451-D98E-9CA0A584B78F}"/>
              </a:ext>
            </a:extLst>
          </p:cNvPr>
          <p:cNvSpPr>
            <a:spLocks noGrp="1"/>
          </p:cNvSpPr>
          <p:nvPr>
            <p:ph type="sldNum" sz="quarter" idx="12"/>
          </p:nvPr>
        </p:nvSpPr>
        <p:spPr>
          <a:xfrm>
            <a:off x="533400" y="685801"/>
            <a:ext cx="609600" cy="365125"/>
          </a:xfrm>
        </p:spPr>
        <p:txBody>
          <a:bodyPr rtlCol="0"/>
          <a:lstStyle>
            <a:lvl1pPr>
              <a:defRPr>
                <a:solidFill>
                  <a:schemeClr val="accent2"/>
                </a:solidFill>
              </a:defRPr>
            </a:lvl1pPr>
          </a:lstStyle>
          <a:p>
            <a:pPr rtl="0"/>
            <a:fld id="{AEAA3239-9EA4-4A65-A281-97F994456D9F}" type="slidenum">
              <a:rPr lang="en-US" smtClean="0"/>
              <a:pPr/>
              <a:t>‹#›</a:t>
            </a:fld>
            <a:endParaRPr lang="en-US"/>
          </a:p>
        </p:txBody>
      </p:sp>
      <p:sp>
        <p:nvSpPr>
          <p:cNvPr id="10" name="フッター プレースホルダー 3">
            <a:extLst>
              <a:ext uri="{FF2B5EF4-FFF2-40B4-BE49-F238E27FC236}">
                <a16:creationId xmlns:a16="http://schemas.microsoft.com/office/drawing/2014/main" id="{1877CAE4-667F-32A6-E47D-42EFBEAAB6BC}"/>
              </a:ext>
            </a:extLst>
          </p:cNvPr>
          <p:cNvSpPr>
            <a:spLocks noGrp="1"/>
          </p:cNvSpPr>
          <p:nvPr>
            <p:ph type="ftr" sz="quarter" idx="11"/>
          </p:nvPr>
        </p:nvSpPr>
        <p:spPr>
          <a:xfrm>
            <a:off x="1524000" y="6343955"/>
            <a:ext cx="2805405" cy="365125"/>
          </a:xfrm>
        </p:spPr>
        <p:txBody>
          <a:bodyPr rtlCol="0">
            <a:normAutofit/>
          </a:bodyPr>
          <a:lstStyle>
            <a:lvl1pPr>
              <a:defRPr>
                <a:solidFill>
                  <a:schemeClr val="bg1">
                    <a:lumMod val="65000"/>
                  </a:schemeClr>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9" name="日付プレースホルダー 3">
            <a:extLst>
              <a:ext uri="{FF2B5EF4-FFF2-40B4-BE49-F238E27FC236}">
                <a16:creationId xmlns:a16="http://schemas.microsoft.com/office/drawing/2014/main" id="{27140891-D103-3E88-D570-8C8B20BA9F60}"/>
              </a:ext>
            </a:extLst>
          </p:cNvPr>
          <p:cNvSpPr>
            <a:spLocks noGrp="1"/>
          </p:cNvSpPr>
          <p:nvPr>
            <p:ph type="dt" sz="half" idx="10"/>
          </p:nvPr>
        </p:nvSpPr>
        <p:spPr>
          <a:xfrm>
            <a:off x="9379756" y="6343955"/>
            <a:ext cx="2202644" cy="365125"/>
          </a:xfrm>
        </p:spPr>
        <p:txBody>
          <a:bodyPr rtlCol="0"/>
          <a:lstStyle/>
          <a:p>
            <a:pPr rtl="0"/>
            <a:r>
              <a:rPr lang="en-US" altLang="ja-JP"/>
              <a:t>9/17/2025</a:t>
            </a:r>
            <a:endParaRPr lang="en-US"/>
          </a:p>
        </p:txBody>
      </p:sp>
      <p:cxnSp>
        <p:nvCxnSpPr>
          <p:cNvPr id="4" name="直線​​コネクタ(S) 3">
            <a:extLst>
              <a:ext uri="{FF2B5EF4-FFF2-40B4-BE49-F238E27FC236}">
                <a16:creationId xmlns:a16="http://schemas.microsoft.com/office/drawing/2014/main" id="{F703CA80-6DBA-3B73-6BFD-A60ABD65ECAF}"/>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64251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 3">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grpSp>
        <p:nvGrpSpPr>
          <p:cNvPr id="29" name="グループ 28">
            <a:extLst>
              <a:ext uri="{FF2B5EF4-FFF2-40B4-BE49-F238E27FC236}">
                <a16:creationId xmlns:a16="http://schemas.microsoft.com/office/drawing/2014/main" id="{6E4F0D3D-A04C-F099-0546-411DF9406A39}"/>
              </a:ext>
            </a:extLst>
          </p:cNvPr>
          <p:cNvGrpSpPr/>
          <p:nvPr userDrawn="1"/>
        </p:nvGrpSpPr>
        <p:grpSpPr>
          <a:xfrm>
            <a:off x="11078040" y="685800"/>
            <a:ext cx="504370" cy="544340"/>
            <a:chOff x="10917026" y="837879"/>
            <a:chExt cx="513774" cy="554490"/>
          </a:xfrm>
        </p:grpSpPr>
        <p:sp>
          <p:nvSpPr>
            <p:cNvPr id="30" name="グラフィック 12">
              <a:extLst>
                <a:ext uri="{FF2B5EF4-FFF2-40B4-BE49-F238E27FC236}">
                  <a16:creationId xmlns:a16="http://schemas.microsoft.com/office/drawing/2014/main" id="{EC673102-B70E-FEBF-D297-FC1C83D4590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en-US">
                <a:solidFill>
                  <a:schemeClr val="bg1"/>
                </a:solidFill>
              </a:endParaRPr>
            </a:p>
          </p:txBody>
        </p:sp>
        <p:sp>
          <p:nvSpPr>
            <p:cNvPr id="31" name="グラフィック 13">
              <a:extLst>
                <a:ext uri="{FF2B5EF4-FFF2-40B4-BE49-F238E27FC236}">
                  <a16:creationId xmlns:a16="http://schemas.microsoft.com/office/drawing/2014/main" id="{0943C261-48FF-2C9A-8493-EA11792624D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en-US">
                <a:solidFill>
                  <a:schemeClr val="bg1"/>
                </a:solidFill>
              </a:endParaRPr>
            </a:p>
          </p:txBody>
        </p:sp>
        <p:sp>
          <p:nvSpPr>
            <p:cNvPr id="32" name="グラフィック 15">
              <a:extLst>
                <a:ext uri="{FF2B5EF4-FFF2-40B4-BE49-F238E27FC236}">
                  <a16:creationId xmlns:a16="http://schemas.microsoft.com/office/drawing/2014/main" id="{322FF879-90E3-2ADF-6584-DD72AE6508D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en-US">
                <a:solidFill>
                  <a:schemeClr val="bg1"/>
                </a:solidFill>
              </a:endParaRPr>
            </a:p>
          </p:txBody>
        </p:sp>
      </p:grpSp>
      <p:sp>
        <p:nvSpPr>
          <p:cNvPr id="8" name="タイトル 1">
            <a:extLst>
              <a:ext uri="{FF2B5EF4-FFF2-40B4-BE49-F238E27FC236}">
                <a16:creationId xmlns:a16="http://schemas.microsoft.com/office/drawing/2014/main" id="{8CEC42AA-27BF-B007-BB04-09C8C9EC4AB7}"/>
              </a:ext>
            </a:extLst>
          </p:cNvPr>
          <p:cNvSpPr>
            <a:spLocks noGrp="1"/>
          </p:cNvSpPr>
          <p:nvPr>
            <p:ph type="ctrTitle" hasCustomPrompt="1"/>
          </p:nvPr>
        </p:nvSpPr>
        <p:spPr>
          <a:xfrm>
            <a:off x="693824" y="1821900"/>
            <a:ext cx="10058376" cy="2303329"/>
          </a:xfrm>
        </p:spPr>
        <p:txBody>
          <a:bodyPr vert="horz" lIns="91440" tIns="45720" rIns="91440" bIns="45720" rtlCol="0" anchor="b">
            <a:normAutofit/>
          </a:bodyPr>
          <a:lstStyle>
            <a:lvl1pPr>
              <a:defRPr lang="en-US" sz="8000" dirty="0">
                <a:solidFill>
                  <a:schemeClr val="bg2"/>
                </a:solidFill>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7" name="サブタイトル 2">
            <a:extLst>
              <a:ext uri="{FF2B5EF4-FFF2-40B4-BE49-F238E27FC236}">
                <a16:creationId xmlns:a16="http://schemas.microsoft.com/office/drawing/2014/main" id="{2D02356A-0FAC-18A7-430E-172D662A1E14}"/>
              </a:ext>
            </a:extLst>
          </p:cNvPr>
          <p:cNvSpPr>
            <a:spLocks noGrp="1"/>
          </p:cNvSpPr>
          <p:nvPr>
            <p:ph type="subTitle" idx="1" hasCustomPrompt="1"/>
          </p:nvPr>
        </p:nvSpPr>
        <p:spPr>
          <a:xfrm>
            <a:off x="693824" y="4337220"/>
            <a:ext cx="8229593" cy="1235761"/>
          </a:xfrm>
        </p:spPr>
        <p:txBody>
          <a:bodyPr vert="horz" lIns="91440" tIns="45720" rIns="91440" bIns="45720" rtlCol="0">
            <a:normAutofit/>
          </a:bodyPr>
          <a:lstStyle>
            <a:lvl1pPr marL="0" indent="0">
              <a:buNone/>
              <a:defRPr lang="en-US" sz="2000" dirty="0">
                <a:solidFill>
                  <a:schemeClr val="bg2"/>
                </a:solidFill>
                <a:latin typeface="Meiryo UI" panose="020B0604030504040204" pitchFamily="34" charset="-128"/>
                <a:ea typeface="Meiryo UI" panose="020B0604030504040204" pitchFamily="34" charset="-128"/>
              </a:defRPr>
            </a:lvl1pPr>
          </a:lstStyle>
          <a:p>
            <a:pPr lvl="0" rtl="0"/>
            <a:r>
              <a:rPr lang="ja"/>
              <a:t>マスター サブタイトルの書式設定</a:t>
            </a:r>
          </a:p>
        </p:txBody>
      </p:sp>
      <p:sp>
        <p:nvSpPr>
          <p:cNvPr id="6" name="スライド番号プレースホルダー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lvl1pPr>
              <a:defRPr>
                <a:solidFill>
                  <a:schemeClr val="bg1"/>
                </a:solidFill>
              </a:defRPr>
            </a:lvl1pPr>
          </a:lstStyle>
          <a:p>
            <a:pPr rtl="0"/>
            <a:fld id="{AEAA3239-9EA4-4A65-A281-97F994456D9F}" type="slidenum">
              <a:rPr lang="en-US" smtClean="0"/>
              <a:pPr/>
              <a:t>‹#›</a:t>
            </a:fld>
            <a:endParaRPr lang="en-US"/>
          </a:p>
        </p:txBody>
      </p:sp>
      <p:sp>
        <p:nvSpPr>
          <p:cNvPr id="5" name="フッター プレースホルダー 4">
            <a:extLst>
              <a:ext uri="{FF2B5EF4-FFF2-40B4-BE49-F238E27FC236}">
                <a16:creationId xmlns:a16="http://schemas.microsoft.com/office/drawing/2014/main" id="{5B407A58-3351-E479-1A0C-2FF49FA42707}"/>
              </a:ext>
            </a:extLst>
          </p:cNvPr>
          <p:cNvSpPr>
            <a:spLocks noGrp="1"/>
          </p:cNvSpPr>
          <p:nvPr>
            <p:ph type="ftr" sz="quarter" idx="11"/>
          </p:nvPr>
        </p:nvSpPr>
        <p:spPr>
          <a:xfrm>
            <a:off x="693824" y="6343955"/>
            <a:ext cx="2805405" cy="365125"/>
          </a:xfrm>
        </p:spPr>
        <p:txBody>
          <a:bodyPr rtlCol="0">
            <a:normAutofit/>
          </a:bodyPr>
          <a:lstStyle>
            <a:lvl1pPr>
              <a:defRPr>
                <a:solidFill>
                  <a:schemeClr val="bg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lvl1pPr>
              <a:defRPr>
                <a:solidFill>
                  <a:schemeClr val="bg1"/>
                </a:solidFill>
              </a:defRPr>
            </a:lvl1pPr>
          </a:lstStyle>
          <a:p>
            <a:pPr rtl="0"/>
            <a:r>
              <a:rPr lang="en-US" altLang="ja-JP"/>
              <a:t>9/17/2025</a:t>
            </a:r>
            <a:endParaRPr lang="en-US"/>
          </a:p>
        </p:txBody>
      </p:sp>
    </p:spTree>
    <p:extLst>
      <p:ext uri="{BB962C8B-B14F-4D97-AF65-F5344CB8AC3E}">
        <p14:creationId xmlns:p14="http://schemas.microsoft.com/office/powerpoint/2010/main" val="3594627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画像付きタイトル">
    <p:spTree>
      <p:nvGrpSpPr>
        <p:cNvPr id="1" name=""/>
        <p:cNvGrpSpPr/>
        <p:nvPr/>
      </p:nvGrpSpPr>
      <p:grpSpPr>
        <a:xfrm>
          <a:off x="0" y="0"/>
          <a:ext cx="0" cy="0"/>
          <a:chOff x="0" y="0"/>
          <a:chExt cx="0" cy="0"/>
        </a:xfrm>
      </p:grpSpPr>
      <p:grpSp>
        <p:nvGrpSpPr>
          <p:cNvPr id="4" name="グループ 3">
            <a:extLst>
              <a:ext uri="{FF2B5EF4-FFF2-40B4-BE49-F238E27FC236}">
                <a16:creationId xmlns:a16="http://schemas.microsoft.com/office/drawing/2014/main" id="{58F20381-B525-83E1-04F7-7B2CE07C8F86}"/>
              </a:ext>
            </a:extLst>
          </p:cNvPr>
          <p:cNvGrpSpPr/>
          <p:nvPr userDrawn="1"/>
        </p:nvGrpSpPr>
        <p:grpSpPr>
          <a:xfrm flipV="1">
            <a:off x="11235202" y="5833131"/>
            <a:ext cx="504370" cy="544340"/>
            <a:chOff x="10917026" y="837879"/>
            <a:chExt cx="513774" cy="554490"/>
          </a:xfrm>
        </p:grpSpPr>
        <p:sp>
          <p:nvSpPr>
            <p:cNvPr id="5" name="グラフィック 12">
              <a:extLst>
                <a:ext uri="{FF2B5EF4-FFF2-40B4-BE49-F238E27FC236}">
                  <a16:creationId xmlns:a16="http://schemas.microsoft.com/office/drawing/2014/main" id="{7C03E215-D7FC-6286-2AF6-55828447FF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9" name="グラフィック 13">
              <a:extLst>
                <a:ext uri="{FF2B5EF4-FFF2-40B4-BE49-F238E27FC236}">
                  <a16:creationId xmlns:a16="http://schemas.microsoft.com/office/drawing/2014/main" id="{F78CD9B1-F8B0-4A64-3456-A9A2295574F6}"/>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0" name="グラフィック 15">
              <a:extLst>
                <a:ext uri="{FF2B5EF4-FFF2-40B4-BE49-F238E27FC236}">
                  <a16:creationId xmlns:a16="http://schemas.microsoft.com/office/drawing/2014/main" id="{D09C6E38-7F48-9E76-2E6D-10B4D1EA1CE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
        <p:nvSpPr>
          <p:cNvPr id="6" name="長方形 5">
            <a:extLst>
              <a:ext uri="{FF2B5EF4-FFF2-40B4-BE49-F238E27FC236}">
                <a16:creationId xmlns:a16="http://schemas.microsoft.com/office/drawing/2014/main" id="{826C3ACE-E549-485B-A39D-BBF7B6FABE4F}"/>
              </a:ext>
              <a:ext uri="{C183D7F6-B498-43B3-948B-1728B52AA6E4}">
                <adec:decorative xmlns:adec="http://schemas.microsoft.com/office/drawing/2017/decorative" val="1"/>
              </a:ext>
            </a:extLst>
          </p:cNvPr>
          <p:cNvSpPr/>
          <p:nvPr userDrawn="1"/>
        </p:nvSpPr>
        <p:spPr>
          <a:xfrm>
            <a:off x="0" y="0"/>
            <a:ext cx="12192000" cy="4343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タイトル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1" y="4830149"/>
            <a:ext cx="9973455" cy="938784"/>
          </a:xfrm>
        </p:spPr>
        <p:txBody>
          <a:bodyPr vert="horz" lIns="91440" tIns="45720" rIns="91440" bIns="45720" rtlCol="0" anchor="b">
            <a:normAutofit/>
          </a:bodyPr>
          <a:lstStyle>
            <a:lvl1pPr>
              <a:defRPr lang="en-US" sz="6000" dirty="0">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3" name="サブタイトル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609601" y="5799255"/>
            <a:ext cx="9973455" cy="457200"/>
          </a:xfrm>
        </p:spPr>
        <p:txBody>
          <a:bodyPr vert="horz" lIns="91440" tIns="45720" rIns="91440" bIns="45720" rtlCol="0">
            <a:normAutofit/>
          </a:bodyPr>
          <a:lstStyle>
            <a:lvl1pPr marL="0" indent="0">
              <a:buNone/>
              <a:defRPr lang="en-US" sz="2000" dirty="0">
                <a:latin typeface="Meiryo UI" panose="020B0604030504040204" pitchFamily="34" charset="-128"/>
                <a:ea typeface="Meiryo UI" panose="020B0604030504040204" pitchFamily="34" charset="-128"/>
              </a:defRPr>
            </a:lvl1pPr>
          </a:lstStyle>
          <a:p>
            <a:pPr lvl="0" rtl="0"/>
            <a:r>
              <a:rPr lang="ja"/>
              <a:t>マスター サブタイトルの書式設定</a:t>
            </a:r>
          </a:p>
        </p:txBody>
      </p:sp>
      <p:sp>
        <p:nvSpPr>
          <p:cNvPr id="16" name="図プレースホルダー 15">
            <a:extLst>
              <a:ext uri="{FF2B5EF4-FFF2-40B4-BE49-F238E27FC236}">
                <a16:creationId xmlns:a16="http://schemas.microsoft.com/office/drawing/2014/main" id="{B32704EA-8361-E841-02ED-F3025E8FF334}"/>
              </a:ext>
            </a:extLst>
          </p:cNvPr>
          <p:cNvSpPr>
            <a:spLocks noGrp="1"/>
          </p:cNvSpPr>
          <p:nvPr>
            <p:ph type="pic" sz="quarter" idx="16" hasCustomPrompt="1"/>
          </p:nvPr>
        </p:nvSpPr>
        <p:spPr>
          <a:xfrm>
            <a:off x="304800" y="304801"/>
            <a:ext cx="11582398" cy="3717042"/>
          </a:xfrm>
          <a:blipFill dpi="0" rotWithShape="1">
            <a:blip r:embed="rId2">
              <a:alphaModFix amt="60000"/>
            </a:blip>
            <a:srcRect/>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8" name="フッター プレースホルダー 7">
            <a:extLst>
              <a:ext uri="{FF2B5EF4-FFF2-40B4-BE49-F238E27FC236}">
                <a16:creationId xmlns:a16="http://schemas.microsoft.com/office/drawing/2014/main" id="{1B5B8C48-05E9-5280-3F6A-22F8BCBB477E}"/>
              </a:ext>
            </a:extLst>
          </p:cNvPr>
          <p:cNvSpPr>
            <a:spLocks noGrp="1"/>
          </p:cNvSpPr>
          <p:nvPr>
            <p:ph type="ftr" sz="quarter" idx="15"/>
          </p:nvPr>
        </p:nvSpPr>
        <p:spPr>
          <a:xfrm>
            <a:off x="609600" y="6343955"/>
            <a:ext cx="280540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7" name="日付プレースホルダー 6">
            <a:extLst>
              <a:ext uri="{FF2B5EF4-FFF2-40B4-BE49-F238E27FC236}">
                <a16:creationId xmlns:a16="http://schemas.microsoft.com/office/drawing/2014/main" id="{1AA6C9C7-A264-237A-7F3C-46E6A7A9646D}"/>
              </a:ext>
            </a:extLst>
          </p:cNvPr>
          <p:cNvSpPr>
            <a:spLocks noGrp="1"/>
          </p:cNvSpPr>
          <p:nvPr>
            <p:ph type="dt" sz="half" idx="14"/>
          </p:nvPr>
        </p:nvSpPr>
        <p:spPr/>
        <p:txBody>
          <a:bodyPr rtlCol="0"/>
          <a:lstStyle/>
          <a:p>
            <a:pPr rtl="0"/>
            <a:r>
              <a:rPr lang="en-US" altLang="ja-JP"/>
              <a:t>9/17/2025</a:t>
            </a:r>
            <a:endParaRPr lang="en-US"/>
          </a:p>
        </p:txBody>
      </p:sp>
    </p:spTree>
    <p:extLst>
      <p:ext uri="{BB962C8B-B14F-4D97-AF65-F5344CB8AC3E}">
        <p14:creationId xmlns:p14="http://schemas.microsoft.com/office/powerpoint/2010/main" val="3888061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画像付きタイトル 2">
    <p:spTree>
      <p:nvGrpSpPr>
        <p:cNvPr id="1" name=""/>
        <p:cNvGrpSpPr/>
        <p:nvPr/>
      </p:nvGrpSpPr>
      <p:grpSpPr>
        <a:xfrm>
          <a:off x="0" y="0"/>
          <a:ext cx="0" cy="0"/>
          <a:chOff x="0" y="0"/>
          <a:chExt cx="0" cy="0"/>
        </a:xfrm>
      </p:grpSpPr>
      <p:sp>
        <p:nvSpPr>
          <p:cNvPr id="8" name="長方形 7">
            <a:extLst>
              <a:ext uri="{FF2B5EF4-FFF2-40B4-BE49-F238E27FC236}">
                <a16:creationId xmlns:a16="http://schemas.microsoft.com/office/drawing/2014/main" id="{3CBEC1D1-7F98-857F-E339-B3A2319EE6EA}"/>
              </a:ext>
              <a:ext uri="{C183D7F6-B498-43B3-948B-1728B52AA6E4}">
                <adec:decorative xmlns:adec="http://schemas.microsoft.com/office/drawing/2017/decorative" val="1"/>
              </a:ext>
            </a:extLst>
          </p:cNvPr>
          <p:cNvSpPr/>
          <p:nvPr userDrawn="1"/>
        </p:nvSpPr>
        <p:spPr>
          <a:xfrm>
            <a:off x="0" y="0"/>
            <a:ext cx="3352800"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6" name="タイトル 1">
            <a:extLst>
              <a:ext uri="{FF2B5EF4-FFF2-40B4-BE49-F238E27FC236}">
                <a16:creationId xmlns:a16="http://schemas.microsoft.com/office/drawing/2014/main" id="{79A38D88-7881-D4FF-5259-971983942C32}"/>
              </a:ext>
            </a:extLst>
          </p:cNvPr>
          <p:cNvSpPr>
            <a:spLocks noGrp="1"/>
          </p:cNvSpPr>
          <p:nvPr>
            <p:ph type="ctrTitle" hasCustomPrompt="1"/>
          </p:nvPr>
        </p:nvSpPr>
        <p:spPr>
          <a:xfrm>
            <a:off x="4267200" y="1769161"/>
            <a:ext cx="7284046" cy="2428125"/>
          </a:xfrm>
        </p:spPr>
        <p:txBody>
          <a:bodyPr vert="horz" lIns="91440" tIns="45720" rIns="91440" bIns="45720" rtlCol="0" anchor="b">
            <a:normAutofit/>
          </a:bodyPr>
          <a:lstStyle>
            <a:lvl1pPr>
              <a:defRPr lang="en-US" sz="6000" dirty="0">
                <a:solidFill>
                  <a:schemeClr val="tx2"/>
                </a:solidFill>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17" name="サブタイトル 2">
            <a:extLst>
              <a:ext uri="{FF2B5EF4-FFF2-40B4-BE49-F238E27FC236}">
                <a16:creationId xmlns:a16="http://schemas.microsoft.com/office/drawing/2014/main" id="{D3DF9455-AAB1-80EB-CDF7-31CB3D9C4307}"/>
              </a:ext>
            </a:extLst>
          </p:cNvPr>
          <p:cNvSpPr>
            <a:spLocks noGrp="1"/>
          </p:cNvSpPr>
          <p:nvPr>
            <p:ph type="subTitle" idx="1" hasCustomPrompt="1"/>
          </p:nvPr>
        </p:nvSpPr>
        <p:spPr>
          <a:xfrm>
            <a:off x="4267200" y="4343400"/>
            <a:ext cx="7284046" cy="854761"/>
          </a:xfrm>
        </p:spPr>
        <p:txBody>
          <a:bodyPr vert="horz" lIns="91440" tIns="45720" rIns="91440" bIns="45720" rtlCol="0">
            <a:normAutofit/>
          </a:bodyPr>
          <a:lstStyle>
            <a:lvl1pPr marL="0" indent="0">
              <a:buNone/>
              <a:defRPr lang="en-US" sz="2000" dirty="0">
                <a:solidFill>
                  <a:schemeClr val="tx2"/>
                </a:solidFill>
                <a:latin typeface="Meiryo UI" panose="020B0604030504040204" pitchFamily="34" charset="-128"/>
                <a:ea typeface="Meiryo UI" panose="020B0604030504040204" pitchFamily="34" charset="-128"/>
              </a:defRPr>
            </a:lvl1pPr>
          </a:lstStyle>
          <a:p>
            <a:pPr lvl="0" rtl="0"/>
            <a:r>
              <a:rPr lang="ja"/>
              <a:t>マスター サブタイトルの書式設定</a:t>
            </a:r>
          </a:p>
        </p:txBody>
      </p:sp>
      <p:sp>
        <p:nvSpPr>
          <p:cNvPr id="9" name="図プレースホルダー 19">
            <a:extLst>
              <a:ext uri="{FF2B5EF4-FFF2-40B4-BE49-F238E27FC236}">
                <a16:creationId xmlns:a16="http://schemas.microsoft.com/office/drawing/2014/main" id="{A4A48233-ADB1-E408-3C24-5E94AFF439AB}"/>
              </a:ext>
            </a:extLst>
          </p:cNvPr>
          <p:cNvSpPr>
            <a:spLocks noGrp="1"/>
          </p:cNvSpPr>
          <p:nvPr>
            <p:ph type="pic" sz="quarter" idx="13" hasCustomPrompt="1"/>
          </p:nvPr>
        </p:nvSpPr>
        <p:spPr>
          <a:xfrm>
            <a:off x="301752" y="301752"/>
            <a:ext cx="2749296" cy="6251447"/>
          </a:xfrm>
          <a:blipFill dpi="0" rotWithShape="1">
            <a:blip r:embed="rId2">
              <a:alphaModFix amt="60000"/>
            </a:blip>
            <a:srcRect/>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13" name="フッター プレースホルダー 4">
            <a:extLst>
              <a:ext uri="{FF2B5EF4-FFF2-40B4-BE49-F238E27FC236}">
                <a16:creationId xmlns:a16="http://schemas.microsoft.com/office/drawing/2014/main" id="{0FC87D7A-0527-A5E3-DEA8-D71F5745AAD8}"/>
              </a:ext>
            </a:extLst>
          </p:cNvPr>
          <p:cNvSpPr>
            <a:spLocks noGrp="1"/>
          </p:cNvSpPr>
          <p:nvPr>
            <p:ph type="ftr" sz="quarter" idx="11"/>
          </p:nvPr>
        </p:nvSpPr>
        <p:spPr>
          <a:xfrm>
            <a:off x="4267200" y="6343955"/>
            <a:ext cx="2100482"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12" name="日付プレースホルダー 3">
            <a:extLst>
              <a:ext uri="{FF2B5EF4-FFF2-40B4-BE49-F238E27FC236}">
                <a16:creationId xmlns:a16="http://schemas.microsoft.com/office/drawing/2014/main" id="{EAFB5A47-E72D-BB4C-9268-E49FA4142890}"/>
              </a:ext>
            </a:extLst>
          </p:cNvPr>
          <p:cNvSpPr>
            <a:spLocks noGrp="1"/>
          </p:cNvSpPr>
          <p:nvPr>
            <p:ph type="dt" sz="half" idx="10"/>
          </p:nvPr>
        </p:nvSpPr>
        <p:spPr>
          <a:xfrm>
            <a:off x="9618883" y="6343955"/>
            <a:ext cx="1475163" cy="365125"/>
          </a:xfrm>
        </p:spPr>
        <p:txBody>
          <a:bodyPr rtlCol="0"/>
          <a:lstStyle>
            <a:lvl1pPr>
              <a:defRPr>
                <a:solidFill>
                  <a:schemeClr val="tx1"/>
                </a:solidFill>
                <a:effectLst/>
              </a:defRPr>
            </a:lvl1pPr>
          </a:lstStyle>
          <a:p>
            <a:pPr rtl="0"/>
            <a:r>
              <a:rPr lang="en-US" altLang="ja-JP"/>
              <a:t>9/17/2025</a:t>
            </a:r>
            <a:endParaRPr lang="en-US"/>
          </a:p>
        </p:txBody>
      </p:sp>
      <p:sp>
        <p:nvSpPr>
          <p:cNvPr id="15" name="スライド番号プレースホルダー 5">
            <a:extLst>
              <a:ext uri="{FF2B5EF4-FFF2-40B4-BE49-F238E27FC236}">
                <a16:creationId xmlns:a16="http://schemas.microsoft.com/office/drawing/2014/main" id="{F81D0EA0-A326-A851-B642-A4EBACBE84A9}"/>
              </a:ext>
            </a:extLst>
          </p:cNvPr>
          <p:cNvSpPr>
            <a:spLocks noGrp="1"/>
          </p:cNvSpPr>
          <p:nvPr>
            <p:ph type="sldNum" sz="quarter" idx="12"/>
          </p:nvPr>
        </p:nvSpPr>
        <p:spPr>
          <a:xfrm>
            <a:off x="11125200" y="6343954"/>
            <a:ext cx="765048" cy="365125"/>
          </a:xfrm>
        </p:spPr>
        <p:txBody>
          <a:bodyPr rtlCol="0"/>
          <a:lstStyle/>
          <a:p>
            <a:pPr rtl="0"/>
            <a:fld id="{AEAA3239-9EA4-4A65-A281-97F994456D9F}" type="slidenum">
              <a:rPr lang="en-US" smtClean="0"/>
              <a:t>‹#›</a:t>
            </a:fld>
            <a:endParaRPr lang="en-US"/>
          </a:p>
        </p:txBody>
      </p:sp>
      <p:grpSp>
        <p:nvGrpSpPr>
          <p:cNvPr id="2" name="グループ 1">
            <a:extLst>
              <a:ext uri="{FF2B5EF4-FFF2-40B4-BE49-F238E27FC236}">
                <a16:creationId xmlns:a16="http://schemas.microsoft.com/office/drawing/2014/main" id="{5E27C3E2-72C1-ED26-913F-2FCD5587A1C7}"/>
              </a:ext>
            </a:extLst>
          </p:cNvPr>
          <p:cNvGrpSpPr/>
          <p:nvPr userDrawn="1"/>
        </p:nvGrpSpPr>
        <p:grpSpPr>
          <a:xfrm>
            <a:off x="11078040" y="685800"/>
            <a:ext cx="504370" cy="544340"/>
            <a:chOff x="10917026" y="837879"/>
            <a:chExt cx="513774" cy="554490"/>
          </a:xfrm>
        </p:grpSpPr>
        <p:sp>
          <p:nvSpPr>
            <p:cNvPr id="3" name="グラフィック 12">
              <a:extLst>
                <a:ext uri="{FF2B5EF4-FFF2-40B4-BE49-F238E27FC236}">
                  <a16:creationId xmlns:a16="http://schemas.microsoft.com/office/drawing/2014/main" id="{0A0291D7-8E3C-9DCC-A2C8-949C23071F4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1"/>
                </a:solidFill>
              </a:endParaRPr>
            </a:p>
          </p:txBody>
        </p:sp>
        <p:sp>
          <p:nvSpPr>
            <p:cNvPr id="4" name="グラフィック 13">
              <a:extLst>
                <a:ext uri="{FF2B5EF4-FFF2-40B4-BE49-F238E27FC236}">
                  <a16:creationId xmlns:a16="http://schemas.microsoft.com/office/drawing/2014/main" id="{453DCE66-88D3-8149-9CF0-EA784EF8B17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1"/>
                </a:solidFill>
              </a:endParaRPr>
            </a:p>
          </p:txBody>
        </p:sp>
        <p:sp>
          <p:nvSpPr>
            <p:cNvPr id="5" name="グラフィック 15">
              <a:extLst>
                <a:ext uri="{FF2B5EF4-FFF2-40B4-BE49-F238E27FC236}">
                  <a16:creationId xmlns:a16="http://schemas.microsoft.com/office/drawing/2014/main" id="{1DAEC3CE-F5C2-42D8-A1C3-B668793E907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1"/>
                </a:solidFill>
              </a:endParaRPr>
            </a:p>
          </p:txBody>
        </p:sp>
      </p:grpSp>
    </p:spTree>
    <p:extLst>
      <p:ext uri="{BB962C8B-B14F-4D97-AF65-F5344CB8AC3E}">
        <p14:creationId xmlns:p14="http://schemas.microsoft.com/office/powerpoint/2010/main" val="10510588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画像付きタイトル 3">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181600" y="1769161"/>
            <a:ext cx="6369646" cy="2428125"/>
          </a:xfrm>
        </p:spPr>
        <p:txBody>
          <a:bodyPr vert="horz" lIns="91440" tIns="45720" rIns="91440" bIns="45720" rtlCol="0" anchor="b">
            <a:normAutofit/>
          </a:bodyPr>
          <a:lstStyle>
            <a:lvl1pPr>
              <a:defRPr lang="en-US" sz="6000" dirty="0">
                <a:solidFill>
                  <a:schemeClr val="bg2"/>
                </a:solidFill>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3" name="サブタイトル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5181600" y="4343400"/>
            <a:ext cx="6369646" cy="854761"/>
          </a:xfrm>
        </p:spPr>
        <p:txBody>
          <a:bodyPr vert="horz" lIns="91440" tIns="45720" rIns="91440" bIns="45720" rtlCol="0">
            <a:normAutofit/>
          </a:bodyPr>
          <a:lstStyle>
            <a:lvl1pPr marL="0" indent="0">
              <a:buNone/>
              <a:defRPr lang="en-US" sz="2000" dirty="0">
                <a:solidFill>
                  <a:schemeClr val="bg2"/>
                </a:solidFill>
                <a:latin typeface="Meiryo UI" panose="020B0604030504040204" pitchFamily="34" charset="-128"/>
                <a:ea typeface="Meiryo UI" panose="020B0604030504040204" pitchFamily="34" charset="-128"/>
              </a:defRPr>
            </a:lvl1pPr>
          </a:lstStyle>
          <a:p>
            <a:pPr lvl="0" rtl="0"/>
            <a:r>
              <a:rPr lang="ja"/>
              <a:t>マスター サブタイトルの書式設定</a:t>
            </a:r>
          </a:p>
        </p:txBody>
      </p:sp>
      <p:sp>
        <p:nvSpPr>
          <p:cNvPr id="70" name="図プレースホルダー 18">
            <a:extLst>
              <a:ext uri="{FF2B5EF4-FFF2-40B4-BE49-F238E27FC236}">
                <a16:creationId xmlns:a16="http://schemas.microsoft.com/office/drawing/2014/main" id="{3E92F343-183A-6071-A6E3-2697714E7DE8}"/>
              </a:ext>
            </a:extLst>
          </p:cNvPr>
          <p:cNvSpPr>
            <a:spLocks noGrp="1"/>
          </p:cNvSpPr>
          <p:nvPr>
            <p:ph type="pic" sz="quarter" idx="14" hasCustomPrompt="1"/>
          </p:nvPr>
        </p:nvSpPr>
        <p:spPr>
          <a:xfrm>
            <a:off x="617927" y="1655065"/>
            <a:ext cx="3649273" cy="3649272"/>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dpi="0" rotWithShape="1">
            <a:blip r:embed="rId2">
              <a:alphaModFix amt="60000"/>
            </a:blip>
            <a:srcRect/>
            <a:stretch>
              <a:fillRect/>
            </a:stretch>
          </a:blipFill>
        </p:spPr>
        <p:txBody>
          <a:bodyPr wrap="square" tIns="914400" rtlCol="0" anchor="t">
            <a:normAutofit/>
          </a:bodyPr>
          <a:lstStyle>
            <a:lvl1pPr algn="ctr">
              <a:buNone/>
              <a:defRPr sz="1600" b="0" i="0">
                <a:solidFill>
                  <a:schemeClr val="tx1"/>
                </a:solidFill>
                <a:latin typeface="Meiryo UI" panose="020B0604030504040204" pitchFamily="34" charset="-128"/>
                <a:ea typeface="Meiryo UI" panose="020B0604030504040204" pitchFamily="34" charset="-128"/>
              </a:defRPr>
            </a:lvl1pPr>
          </a:lstStyle>
          <a:p>
            <a:pPr rtl="0"/>
            <a:r>
              <a:rPr lang="ja"/>
              <a:t>  </a:t>
            </a:r>
          </a:p>
        </p:txBody>
      </p:sp>
      <p:sp>
        <p:nvSpPr>
          <p:cNvPr id="5" name="フッター プレースホルダー 4">
            <a:extLst>
              <a:ext uri="{FF2B5EF4-FFF2-40B4-BE49-F238E27FC236}">
                <a16:creationId xmlns:a16="http://schemas.microsoft.com/office/drawing/2014/main" id="{5B407A58-3351-E479-1A0C-2FF49FA42707}"/>
              </a:ext>
            </a:extLst>
          </p:cNvPr>
          <p:cNvSpPr>
            <a:spLocks noGrp="1"/>
          </p:cNvSpPr>
          <p:nvPr>
            <p:ph type="ftr" sz="quarter" idx="11"/>
          </p:nvPr>
        </p:nvSpPr>
        <p:spPr>
          <a:xfrm>
            <a:off x="5181600" y="6343955"/>
            <a:ext cx="2100482" cy="365125"/>
          </a:xfrm>
        </p:spPr>
        <p:txBody>
          <a:bodyPr rtlCol="0">
            <a:normAutofit/>
          </a:bodyPr>
          <a:lstStyle>
            <a:lvl1pPr>
              <a:defRPr>
                <a:solidFill>
                  <a:schemeClr val="bg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rtlCol="0"/>
          <a:lstStyle>
            <a:lvl1pPr>
              <a:defRPr>
                <a:solidFill>
                  <a:schemeClr val="bg1"/>
                </a:solidFill>
                <a:effectLst/>
              </a:defRPr>
            </a:lvl1pPr>
          </a:lstStyle>
          <a:p>
            <a:pPr rtl="0"/>
            <a:r>
              <a:rPr lang="en-US" altLang="ja-JP"/>
              <a:t>9/17/2025</a:t>
            </a:r>
            <a:endParaRPr lang="en-US"/>
          </a:p>
        </p:txBody>
      </p:sp>
      <p:sp>
        <p:nvSpPr>
          <p:cNvPr id="6" name="スライド番号プレースホルダー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5200" y="6343954"/>
            <a:ext cx="426046" cy="365125"/>
          </a:xfrm>
        </p:spPr>
        <p:txBody>
          <a:bodyPr rtlCol="0"/>
          <a:lstStyle>
            <a:lvl1pPr>
              <a:defRPr>
                <a:solidFill>
                  <a:schemeClr val="bg1"/>
                </a:solidFill>
              </a:defRPr>
            </a:lvl1pPr>
          </a:lstStyle>
          <a:p>
            <a:pPr rtl="0"/>
            <a:fld id="{AEAA3239-9EA4-4A65-A281-97F994456D9F}" type="slidenum">
              <a:rPr lang="en-US" smtClean="0"/>
              <a:pPr/>
              <a:t>‹#›</a:t>
            </a:fld>
            <a:endParaRPr lang="en-US"/>
          </a:p>
        </p:txBody>
      </p:sp>
      <p:grpSp>
        <p:nvGrpSpPr>
          <p:cNvPr id="71" name="グループ 70">
            <a:extLst>
              <a:ext uri="{FF2B5EF4-FFF2-40B4-BE49-F238E27FC236}">
                <a16:creationId xmlns:a16="http://schemas.microsoft.com/office/drawing/2014/main" id="{5A8391CE-6E5C-7F95-E4F6-CA031A7FE9EF}"/>
              </a:ext>
            </a:extLst>
          </p:cNvPr>
          <p:cNvGrpSpPr/>
          <p:nvPr userDrawn="1"/>
        </p:nvGrpSpPr>
        <p:grpSpPr>
          <a:xfrm flipH="1">
            <a:off x="609600" y="1691849"/>
            <a:ext cx="3202310" cy="3570866"/>
            <a:chOff x="8176980" y="837879"/>
            <a:chExt cx="3253820" cy="3628304"/>
          </a:xfrm>
        </p:grpSpPr>
        <p:sp>
          <p:nvSpPr>
            <p:cNvPr id="72" name="グラフィック 12">
              <a:extLst>
                <a:ext uri="{FF2B5EF4-FFF2-40B4-BE49-F238E27FC236}">
                  <a16:creationId xmlns:a16="http://schemas.microsoft.com/office/drawing/2014/main" id="{315E782D-1B62-1A7E-F943-E562642DC896}"/>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en-US">
                <a:solidFill>
                  <a:schemeClr val="bg1"/>
                </a:solidFill>
              </a:endParaRPr>
            </a:p>
          </p:txBody>
        </p:sp>
        <p:sp>
          <p:nvSpPr>
            <p:cNvPr id="73" name="グラフィック 13">
              <a:extLst>
                <a:ext uri="{FF2B5EF4-FFF2-40B4-BE49-F238E27FC236}">
                  <a16:creationId xmlns:a16="http://schemas.microsoft.com/office/drawing/2014/main" id="{54E55328-6641-32F6-83DA-F7F67F53DA4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en-US">
                <a:solidFill>
                  <a:schemeClr val="bg1"/>
                </a:solidFill>
              </a:endParaRPr>
            </a:p>
          </p:txBody>
        </p:sp>
        <p:sp>
          <p:nvSpPr>
            <p:cNvPr id="74" name="グラフィック 15">
              <a:extLst>
                <a:ext uri="{FF2B5EF4-FFF2-40B4-BE49-F238E27FC236}">
                  <a16:creationId xmlns:a16="http://schemas.microsoft.com/office/drawing/2014/main" id="{E03230C5-4F41-A943-FEB0-AF14041F65A8}"/>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27540303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画像付きタイトル 4">
    <p:spTree>
      <p:nvGrpSpPr>
        <p:cNvPr id="1" name=""/>
        <p:cNvGrpSpPr/>
        <p:nvPr/>
      </p:nvGrpSpPr>
      <p:grpSpPr>
        <a:xfrm>
          <a:off x="0" y="0"/>
          <a:ext cx="0" cy="0"/>
          <a:chOff x="0" y="0"/>
          <a:chExt cx="0" cy="0"/>
        </a:xfrm>
      </p:grpSpPr>
      <p:sp>
        <p:nvSpPr>
          <p:cNvPr id="4" name="長方形 3">
            <a:extLst>
              <a:ext uri="{FF2B5EF4-FFF2-40B4-BE49-F238E27FC236}">
                <a16:creationId xmlns:a16="http://schemas.microsoft.com/office/drawing/2014/main" id="{F78F586E-F017-C86C-2A57-820E3F9C14C5}"/>
              </a:ext>
              <a:ext uri="{C183D7F6-B498-43B3-948B-1728B52AA6E4}">
                <adec:decorative xmlns:adec="http://schemas.microsoft.com/office/drawing/2017/decorative" val="1"/>
              </a:ext>
            </a:extLst>
          </p:cNvPr>
          <p:cNvSpPr/>
          <p:nvPr userDrawn="1"/>
        </p:nvSpPr>
        <p:spPr>
          <a:xfrm>
            <a:off x="8839200" y="0"/>
            <a:ext cx="3352800"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42" name="タイトル 1">
            <a:extLst>
              <a:ext uri="{FF2B5EF4-FFF2-40B4-BE49-F238E27FC236}">
                <a16:creationId xmlns:a16="http://schemas.microsoft.com/office/drawing/2014/main" id="{D244D47C-238B-4C58-A3EA-D08BC92B1454}"/>
              </a:ext>
            </a:extLst>
          </p:cNvPr>
          <p:cNvSpPr>
            <a:spLocks noGrp="1"/>
          </p:cNvSpPr>
          <p:nvPr>
            <p:ph type="ctrTitle" hasCustomPrompt="1"/>
          </p:nvPr>
        </p:nvSpPr>
        <p:spPr>
          <a:xfrm>
            <a:off x="731520" y="1769161"/>
            <a:ext cx="6347479" cy="2428125"/>
          </a:xfrm>
        </p:spPr>
        <p:txBody>
          <a:bodyPr vert="horz" lIns="91440" tIns="45720" rIns="91440" bIns="45720" rtlCol="0" anchor="b">
            <a:normAutofit/>
          </a:bodyPr>
          <a:lstStyle>
            <a:lvl1pPr>
              <a:defRPr lang="en-US" sz="6000" dirty="0">
                <a:solidFill>
                  <a:schemeClr val="tx2"/>
                </a:solidFill>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43" name="サブタイトル 2">
            <a:extLst>
              <a:ext uri="{FF2B5EF4-FFF2-40B4-BE49-F238E27FC236}">
                <a16:creationId xmlns:a16="http://schemas.microsoft.com/office/drawing/2014/main" id="{BE024BDA-EDE4-950C-5CAA-808A8A9709BC}"/>
              </a:ext>
            </a:extLst>
          </p:cNvPr>
          <p:cNvSpPr>
            <a:spLocks noGrp="1"/>
          </p:cNvSpPr>
          <p:nvPr>
            <p:ph type="subTitle" idx="1" hasCustomPrompt="1"/>
          </p:nvPr>
        </p:nvSpPr>
        <p:spPr>
          <a:xfrm>
            <a:off x="731520" y="4343400"/>
            <a:ext cx="6347479" cy="854761"/>
          </a:xfrm>
        </p:spPr>
        <p:txBody>
          <a:bodyPr vert="horz" lIns="91440" tIns="45720" rIns="91440" bIns="45720" rtlCol="0">
            <a:normAutofit/>
          </a:bodyPr>
          <a:lstStyle>
            <a:lvl1pPr marL="0" indent="0">
              <a:buNone/>
              <a:defRPr lang="en-US" sz="2000" dirty="0">
                <a:solidFill>
                  <a:schemeClr val="tx2"/>
                </a:solidFill>
                <a:latin typeface="Meiryo UI" panose="020B0604030504040204" pitchFamily="34" charset="-128"/>
                <a:ea typeface="Meiryo UI" panose="020B0604030504040204" pitchFamily="34" charset="-128"/>
              </a:defRPr>
            </a:lvl1pPr>
          </a:lstStyle>
          <a:p>
            <a:pPr lvl="0" rtl="0"/>
            <a:r>
              <a:rPr lang="ja"/>
              <a:t>マスター サブタイトルの書式設定</a:t>
            </a:r>
          </a:p>
        </p:txBody>
      </p:sp>
      <p:sp>
        <p:nvSpPr>
          <p:cNvPr id="15" name="フッター プレースホルダー 4">
            <a:extLst>
              <a:ext uri="{FF2B5EF4-FFF2-40B4-BE49-F238E27FC236}">
                <a16:creationId xmlns:a16="http://schemas.microsoft.com/office/drawing/2014/main" id="{510A432B-FC47-3A7E-9BC1-E978613FF7DE}"/>
              </a:ext>
            </a:extLst>
          </p:cNvPr>
          <p:cNvSpPr>
            <a:spLocks noGrp="1"/>
          </p:cNvSpPr>
          <p:nvPr>
            <p:ph type="ftr" sz="quarter" idx="11"/>
          </p:nvPr>
        </p:nvSpPr>
        <p:spPr>
          <a:xfrm>
            <a:off x="731520" y="6343955"/>
            <a:ext cx="2100482"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14" name="日付プレースホルダー 3">
            <a:extLst>
              <a:ext uri="{FF2B5EF4-FFF2-40B4-BE49-F238E27FC236}">
                <a16:creationId xmlns:a16="http://schemas.microsoft.com/office/drawing/2014/main" id="{8D6EF6E2-A99D-ACAA-9484-72812FEC3935}"/>
              </a:ext>
            </a:extLst>
          </p:cNvPr>
          <p:cNvSpPr>
            <a:spLocks noGrp="1"/>
          </p:cNvSpPr>
          <p:nvPr>
            <p:ph type="dt" sz="half" idx="10"/>
          </p:nvPr>
        </p:nvSpPr>
        <p:spPr>
          <a:xfrm>
            <a:off x="5961283" y="6343955"/>
            <a:ext cx="1475163" cy="365125"/>
          </a:xfrm>
        </p:spPr>
        <p:txBody>
          <a:bodyPr rtlCol="0"/>
          <a:lstStyle>
            <a:lvl1pPr>
              <a:defRPr>
                <a:solidFill>
                  <a:schemeClr val="bg1">
                    <a:lumMod val="65000"/>
                  </a:schemeClr>
                </a:solidFill>
                <a:effectLst/>
              </a:defRPr>
            </a:lvl1pPr>
          </a:lstStyle>
          <a:p>
            <a:pPr rtl="0"/>
            <a:r>
              <a:rPr lang="en-US" altLang="ja-JP"/>
              <a:t>9/17/2025</a:t>
            </a:r>
            <a:endParaRPr lang="en-US"/>
          </a:p>
        </p:txBody>
      </p:sp>
      <p:sp>
        <p:nvSpPr>
          <p:cNvPr id="16" name="スライド番号プレースホルダー 5">
            <a:extLst>
              <a:ext uri="{FF2B5EF4-FFF2-40B4-BE49-F238E27FC236}">
                <a16:creationId xmlns:a16="http://schemas.microsoft.com/office/drawing/2014/main" id="{39676F7D-66A2-EA10-9616-F088F9350101}"/>
              </a:ext>
            </a:extLst>
          </p:cNvPr>
          <p:cNvSpPr>
            <a:spLocks noGrp="1"/>
          </p:cNvSpPr>
          <p:nvPr>
            <p:ph type="sldNum" sz="quarter" idx="12"/>
          </p:nvPr>
        </p:nvSpPr>
        <p:spPr>
          <a:xfrm>
            <a:off x="7467600" y="6343954"/>
            <a:ext cx="774700" cy="365125"/>
          </a:xfrm>
        </p:spPr>
        <p:txBody>
          <a:bodyPr rtlCol="0"/>
          <a:lstStyle/>
          <a:p>
            <a:pPr rtl="0"/>
            <a:fld id="{AEAA3239-9EA4-4A65-A281-97F994456D9F}" type="slidenum">
              <a:rPr lang="en-US" smtClean="0"/>
              <a:t>‹#›</a:t>
            </a:fld>
            <a:endParaRPr lang="en-US"/>
          </a:p>
        </p:txBody>
      </p:sp>
      <p:sp>
        <p:nvSpPr>
          <p:cNvPr id="20" name="図プレースホルダー 19">
            <a:extLst>
              <a:ext uri="{FF2B5EF4-FFF2-40B4-BE49-F238E27FC236}">
                <a16:creationId xmlns:a16="http://schemas.microsoft.com/office/drawing/2014/main" id="{1998C3BB-EB5A-C967-7413-4881360325BB}"/>
              </a:ext>
            </a:extLst>
          </p:cNvPr>
          <p:cNvSpPr>
            <a:spLocks noGrp="1"/>
          </p:cNvSpPr>
          <p:nvPr>
            <p:ph type="pic" sz="quarter" idx="13" hasCustomPrompt="1"/>
          </p:nvPr>
        </p:nvSpPr>
        <p:spPr>
          <a:xfrm>
            <a:off x="9140952" y="301752"/>
            <a:ext cx="2749296" cy="6251447"/>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grpSp>
        <p:nvGrpSpPr>
          <p:cNvPr id="2" name="グループ 1">
            <a:extLst>
              <a:ext uri="{FF2B5EF4-FFF2-40B4-BE49-F238E27FC236}">
                <a16:creationId xmlns:a16="http://schemas.microsoft.com/office/drawing/2014/main" id="{D4D53FBB-137B-8B8C-BD58-9D583E67E9FA}"/>
              </a:ext>
            </a:extLst>
          </p:cNvPr>
          <p:cNvGrpSpPr/>
          <p:nvPr userDrawn="1"/>
        </p:nvGrpSpPr>
        <p:grpSpPr>
          <a:xfrm flipH="1">
            <a:off x="609221" y="685800"/>
            <a:ext cx="504370" cy="544340"/>
            <a:chOff x="10917026" y="837879"/>
            <a:chExt cx="513774" cy="554490"/>
          </a:xfrm>
        </p:grpSpPr>
        <p:sp>
          <p:nvSpPr>
            <p:cNvPr id="3" name="グラフィック 12">
              <a:extLst>
                <a:ext uri="{FF2B5EF4-FFF2-40B4-BE49-F238E27FC236}">
                  <a16:creationId xmlns:a16="http://schemas.microsoft.com/office/drawing/2014/main" id="{57C7E1E0-3774-C52E-FF3F-276DC7254D7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5" name="グラフィック 13">
              <a:extLst>
                <a:ext uri="{FF2B5EF4-FFF2-40B4-BE49-F238E27FC236}">
                  <a16:creationId xmlns:a16="http://schemas.microsoft.com/office/drawing/2014/main" id="{A35855F0-4BF9-780B-F9E5-C3B812086AD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6" name="グラフィック 15">
              <a:extLst>
                <a:ext uri="{FF2B5EF4-FFF2-40B4-BE49-F238E27FC236}">
                  <a16:creationId xmlns:a16="http://schemas.microsoft.com/office/drawing/2014/main" id="{1739F853-03FD-59DE-48A2-690D0CBD692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24579197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 ヘッダー">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4001" y="836955"/>
            <a:ext cx="5943600" cy="4649446"/>
          </a:xfrm>
        </p:spPr>
        <p:txBody>
          <a:bodyPr vert="horz" lIns="91440" tIns="45720" rIns="91440" bIns="45720" rtlCol="0" anchor="b">
            <a:normAutofit/>
          </a:bodyPr>
          <a:lstStyle>
            <a:lvl1pPr>
              <a:defRPr lang="en-US" sz="8000" dirty="0">
                <a:latin typeface="Meiryo UI" panose="020B0604030504040204" pitchFamily="34" charset="-128"/>
                <a:ea typeface="Meiryo UI" panose="020B0604030504040204" pitchFamily="34" charset="-128"/>
              </a:defRPr>
            </a:lvl1pPr>
          </a:lstStyle>
          <a:p>
            <a:pPr lvl="0" rtl="0"/>
            <a:r>
              <a:rPr lang="ja"/>
              <a:t>セクション ヘッダー</a:t>
            </a:r>
          </a:p>
        </p:txBody>
      </p:sp>
      <p:sp>
        <p:nvSpPr>
          <p:cNvPr id="8" name="スライド番号プレースホルダー 7">
            <a:extLst>
              <a:ext uri="{FF2B5EF4-FFF2-40B4-BE49-F238E27FC236}">
                <a16:creationId xmlns:a16="http://schemas.microsoft.com/office/drawing/2014/main" id="{90F72D20-20C9-383E-9178-0772F0E1F3DE}"/>
              </a:ext>
            </a:extLst>
          </p:cNvPr>
          <p:cNvSpPr>
            <a:spLocks noGrp="1"/>
          </p:cNvSpPr>
          <p:nvPr>
            <p:ph type="sldNum" sz="quarter" idx="12"/>
          </p:nvPr>
        </p:nvSpPr>
        <p:spPr>
          <a:xfrm>
            <a:off x="533400" y="6343955"/>
            <a:ext cx="609600" cy="365125"/>
          </a:xfrm>
        </p:spPr>
        <p:txBody>
          <a:bodyPr rtlCol="0"/>
          <a:lstStyle>
            <a:lvl1pPr>
              <a:defRPr>
                <a:solidFill>
                  <a:schemeClr val="tx1"/>
                </a:solidFill>
              </a:defRPr>
            </a:lvl1pPr>
          </a:lstStyle>
          <a:p>
            <a:pPr rtl="0"/>
            <a:fld id="{AEAA3239-9EA4-4A65-A281-97F994456D9F}" type="slidenum">
              <a:rPr lang="en-US" smtClean="0"/>
              <a:pPr/>
              <a:t>‹#›</a:t>
            </a:fld>
            <a:endParaRPr lang="en-US"/>
          </a:p>
        </p:txBody>
      </p:sp>
      <p:sp>
        <p:nvSpPr>
          <p:cNvPr id="7" name="フッター プレースホルダー 6">
            <a:extLst>
              <a:ext uri="{FF2B5EF4-FFF2-40B4-BE49-F238E27FC236}">
                <a16:creationId xmlns:a16="http://schemas.microsoft.com/office/drawing/2014/main" id="{0F88A337-5DA0-D43A-9171-0BE54F3B9861}"/>
              </a:ext>
            </a:extLst>
          </p:cNvPr>
          <p:cNvSpPr>
            <a:spLocks noGrp="1"/>
          </p:cNvSpPr>
          <p:nvPr>
            <p:ph type="ftr" sz="quarter" idx="11"/>
          </p:nvPr>
        </p:nvSpPr>
        <p:spPr/>
        <p:txBody>
          <a:bodyPr rtlCol="0">
            <a:normAutofit/>
          </a:bodyPr>
          <a:lstStyle>
            <a:lvl1pPr>
              <a:defRPr>
                <a:solidFill>
                  <a:schemeClr val="tx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DE5E48CF-6B97-2628-4E35-BBA37CF30176}"/>
              </a:ext>
            </a:extLst>
          </p:cNvPr>
          <p:cNvSpPr>
            <a:spLocks noGrp="1"/>
          </p:cNvSpPr>
          <p:nvPr>
            <p:ph type="dt" sz="half" idx="10"/>
          </p:nvPr>
        </p:nvSpPr>
        <p:spPr/>
        <p:txBody>
          <a:bodyPr rtlCol="0"/>
          <a:lstStyle>
            <a:lvl1pPr>
              <a:defRPr>
                <a:solidFill>
                  <a:schemeClr val="tx1"/>
                </a:solidFill>
              </a:defRPr>
            </a:lvl1pPr>
          </a:lstStyle>
          <a:p>
            <a:pPr rtl="0"/>
            <a:r>
              <a:rPr lang="en-US" altLang="ja-JP"/>
              <a:t>9/17/2025</a:t>
            </a:r>
            <a:endParaRPr lang="en-US"/>
          </a:p>
        </p:txBody>
      </p:sp>
      <p:grpSp>
        <p:nvGrpSpPr>
          <p:cNvPr id="4" name="グループ 3">
            <a:extLst>
              <a:ext uri="{FF2B5EF4-FFF2-40B4-BE49-F238E27FC236}">
                <a16:creationId xmlns:a16="http://schemas.microsoft.com/office/drawing/2014/main" id="{AD6A6A97-47D8-2732-5480-7A10088EEECA}"/>
              </a:ext>
            </a:extLst>
          </p:cNvPr>
          <p:cNvGrpSpPr/>
          <p:nvPr userDrawn="1"/>
        </p:nvGrpSpPr>
        <p:grpSpPr>
          <a:xfrm>
            <a:off x="11078040" y="685800"/>
            <a:ext cx="504370" cy="544340"/>
            <a:chOff x="10917026" y="837879"/>
            <a:chExt cx="513774" cy="554490"/>
          </a:xfrm>
        </p:grpSpPr>
        <p:sp>
          <p:nvSpPr>
            <p:cNvPr id="5" name="グラフィック 12">
              <a:extLst>
                <a:ext uri="{FF2B5EF4-FFF2-40B4-BE49-F238E27FC236}">
                  <a16:creationId xmlns:a16="http://schemas.microsoft.com/office/drawing/2014/main" id="{F1A8C0CF-15BB-E48E-84A2-FED587711EC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pPr rtl="0"/>
              <a:endParaRPr lang="en-US">
                <a:solidFill>
                  <a:schemeClr val="bg1"/>
                </a:solidFill>
              </a:endParaRPr>
            </a:p>
          </p:txBody>
        </p:sp>
        <p:sp>
          <p:nvSpPr>
            <p:cNvPr id="6" name="グラフィック 13">
              <a:extLst>
                <a:ext uri="{FF2B5EF4-FFF2-40B4-BE49-F238E27FC236}">
                  <a16:creationId xmlns:a16="http://schemas.microsoft.com/office/drawing/2014/main" id="{B930F6D1-9019-A076-D0C4-525F4D513B7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pPr rtl="0"/>
              <a:endParaRPr lang="en-US">
                <a:solidFill>
                  <a:schemeClr val="bg1"/>
                </a:solidFill>
              </a:endParaRPr>
            </a:p>
          </p:txBody>
        </p:sp>
        <p:sp>
          <p:nvSpPr>
            <p:cNvPr id="10" name="グラフィック 15">
              <a:extLst>
                <a:ext uri="{FF2B5EF4-FFF2-40B4-BE49-F238E27FC236}">
                  <a16:creationId xmlns:a16="http://schemas.microsoft.com/office/drawing/2014/main" id="{8041F824-3F05-4F8D-88F1-6EC99B0D8ED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pPr rtl="0"/>
              <a:endParaRPr lang="en-US">
                <a:solidFill>
                  <a:schemeClr val="bg1"/>
                </a:solidFill>
              </a:endParaRPr>
            </a:p>
          </p:txBody>
        </p:sp>
      </p:grpSp>
      <p:cxnSp>
        <p:nvCxnSpPr>
          <p:cNvPr id="11" name="直線​​コネクタ(S) 10">
            <a:extLst>
              <a:ext uri="{FF2B5EF4-FFF2-40B4-BE49-F238E27FC236}">
                <a16:creationId xmlns:a16="http://schemas.microsoft.com/office/drawing/2014/main" id="{5CF65C86-0B12-5A0A-5722-290568B81842}"/>
              </a:ext>
              <a:ext uri="{C183D7F6-B498-43B3-948B-1728B52AA6E4}">
                <adec:decorative xmlns:adec="http://schemas.microsoft.com/office/drawing/2017/decorative" val="1"/>
              </a:ext>
            </a:extLst>
          </p:cNvPr>
          <p:cNvCxnSpPr>
            <a:cxnSpLocks/>
          </p:cNvCxnSpPr>
          <p:nvPr userDrawn="1"/>
        </p:nvCxnSpPr>
        <p:spPr>
          <a:xfrm>
            <a:off x="841248" y="0"/>
            <a:ext cx="0" cy="5202936"/>
          </a:xfrm>
          <a:prstGeom prst="line">
            <a:avLst/>
          </a:prstGeom>
          <a:ln w="25400" cap="sq">
            <a:solidFill>
              <a:schemeClr val="tx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9652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議題">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4019F8-742E-9EEF-F591-C9666AC32AF1}"/>
              </a:ext>
            </a:extLst>
          </p:cNvPr>
          <p:cNvSpPr>
            <a:spLocks noGrp="1"/>
          </p:cNvSpPr>
          <p:nvPr>
            <p:ph type="title" hasCustomPrompt="1"/>
          </p:nvPr>
        </p:nvSpPr>
        <p:spPr>
          <a:xfrm>
            <a:off x="1523999" y="903862"/>
            <a:ext cx="8229589" cy="1534537"/>
          </a:xfrm>
        </p:spPr>
        <p:txBody>
          <a:bodyPr rtlCol="0" anchor="b">
            <a:normAutofit/>
          </a:bodyPr>
          <a:lstStyle>
            <a:lvl1pPr>
              <a:defRPr sz="6000">
                <a:solidFill>
                  <a:schemeClr val="bg2"/>
                </a:solidFill>
                <a:latin typeface="Meiryo UI" panose="020B0604030504040204" pitchFamily="34" charset="-128"/>
                <a:ea typeface="Meiryo UI" panose="020B0604030504040204" pitchFamily="34" charset="-128"/>
              </a:defRPr>
            </a:lvl1pPr>
          </a:lstStyle>
          <a:p>
            <a:pPr rtl="0"/>
            <a:r>
              <a:rPr lang="ja"/>
              <a:t>議題</a:t>
            </a:r>
          </a:p>
        </p:txBody>
      </p:sp>
      <p:sp>
        <p:nvSpPr>
          <p:cNvPr id="5" name="スライド番号プレースホルダー 4">
            <a:extLst>
              <a:ext uri="{FF2B5EF4-FFF2-40B4-BE49-F238E27FC236}">
                <a16:creationId xmlns:a16="http://schemas.microsoft.com/office/drawing/2014/main" id="{626B86D3-24E1-029E-BA22-9F17F9517D65}"/>
              </a:ext>
            </a:extLst>
          </p:cNvPr>
          <p:cNvSpPr>
            <a:spLocks noGrp="1"/>
          </p:cNvSpPr>
          <p:nvPr>
            <p:ph type="sldNum" sz="quarter" idx="12"/>
          </p:nvPr>
        </p:nvSpPr>
        <p:spPr>
          <a:xfrm>
            <a:off x="533400" y="685801"/>
            <a:ext cx="609600" cy="365125"/>
          </a:xfrm>
        </p:spPr>
        <p:txBody>
          <a:bodyPr rtlCol="0"/>
          <a:lstStyle>
            <a:lvl1pPr>
              <a:defRPr>
                <a:solidFill>
                  <a:schemeClr val="bg1"/>
                </a:solidFill>
              </a:defRPr>
            </a:lvl1pPr>
          </a:lstStyle>
          <a:p>
            <a:pPr rtl="0"/>
            <a:fld id="{AEAA3239-9EA4-4A65-A281-97F994456D9F}" type="slidenum">
              <a:rPr lang="en-US" smtClean="0"/>
              <a:pPr/>
              <a:t>‹#›</a:t>
            </a:fld>
            <a:endParaRPr lang="en-US"/>
          </a:p>
        </p:txBody>
      </p:sp>
      <p:sp>
        <p:nvSpPr>
          <p:cNvPr id="7" name="コンテンツ プレースホルダー 6">
            <a:extLst>
              <a:ext uri="{FF2B5EF4-FFF2-40B4-BE49-F238E27FC236}">
                <a16:creationId xmlns:a16="http://schemas.microsoft.com/office/drawing/2014/main" id="{28C8B19A-6FC1-2B71-0BFB-9274CBF396B9}"/>
              </a:ext>
            </a:extLst>
          </p:cNvPr>
          <p:cNvSpPr>
            <a:spLocks noGrp="1"/>
          </p:cNvSpPr>
          <p:nvPr>
            <p:ph sz="quarter" idx="13" hasCustomPrompt="1"/>
          </p:nvPr>
        </p:nvSpPr>
        <p:spPr>
          <a:xfrm>
            <a:off x="1527048" y="2971800"/>
            <a:ext cx="8229603" cy="3200399"/>
          </a:xfrm>
        </p:spPr>
        <p:txBody>
          <a:bodyPr rtlCol="0">
            <a:normAutofit/>
          </a:bodyPr>
          <a:lstStyle>
            <a:lvl1pPr marL="457200" indent="-457200">
              <a:buFont typeface="+mj-lt"/>
              <a:buAutoNum type="arabicPeriod"/>
              <a:defRPr sz="1800">
                <a:solidFill>
                  <a:schemeClr val="bg1"/>
                </a:solidFill>
                <a:latin typeface="Meiryo UI" panose="020B0604030504040204" pitchFamily="34" charset="-128"/>
                <a:ea typeface="Meiryo UI" panose="020B0604030504040204" pitchFamily="34" charset="-128"/>
              </a:defRPr>
            </a:lvl1pPr>
            <a:lvl2pPr marL="685800" indent="-457200">
              <a:buFont typeface="+mj-lt"/>
              <a:buAutoNum type="arabicPeriod"/>
              <a:defRPr sz="1600">
                <a:solidFill>
                  <a:schemeClr val="bg1"/>
                </a:solidFill>
                <a:latin typeface="Meiryo UI" panose="020B0604030504040204" pitchFamily="34" charset="-128"/>
                <a:ea typeface="Meiryo UI" panose="020B0604030504040204" pitchFamily="34" charset="-128"/>
              </a:defRPr>
            </a:lvl2pPr>
            <a:lvl3pPr marL="800100" indent="-342900">
              <a:buFont typeface="+mj-lt"/>
              <a:buAutoNum type="arabicPeriod"/>
              <a:defRPr sz="1400">
                <a:solidFill>
                  <a:schemeClr val="bg1"/>
                </a:solidFill>
                <a:latin typeface="Meiryo UI" panose="020B0604030504040204" pitchFamily="34" charset="-128"/>
                <a:ea typeface="Meiryo UI" panose="020B0604030504040204" pitchFamily="34" charset="-128"/>
              </a:defRPr>
            </a:lvl3pPr>
            <a:lvl4pPr marL="1028700" indent="-342900">
              <a:buFont typeface="+mj-lt"/>
              <a:buAutoNum type="arabicPeriod"/>
              <a:defRPr sz="1400">
                <a:solidFill>
                  <a:schemeClr val="bg1"/>
                </a:solidFill>
                <a:latin typeface="Meiryo UI" panose="020B0604030504040204" pitchFamily="34" charset="-128"/>
                <a:ea typeface="Meiryo UI" panose="020B0604030504040204" pitchFamily="34" charset="-128"/>
              </a:defRPr>
            </a:lvl4pPr>
            <a:lvl5pPr marL="1257300" indent="-342900">
              <a:buFont typeface="+mj-lt"/>
              <a:buAutoNum type="arabicPeriod"/>
              <a:defRPr sz="1400">
                <a:solidFill>
                  <a:schemeClr val="bg1"/>
                </a:solidFill>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4" name="フッター プレースホルダー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normAutofit/>
          </a:bodyPr>
          <a:lstStyle>
            <a:lvl1pPr>
              <a:defRPr>
                <a:solidFill>
                  <a:schemeClr val="bg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lvl1pPr>
              <a:defRPr>
                <a:solidFill>
                  <a:schemeClr val="bg1"/>
                </a:solidFill>
              </a:defRPr>
            </a:lvl1pPr>
          </a:lstStyle>
          <a:p>
            <a:pPr rtl="0"/>
            <a:r>
              <a:rPr lang="en-US" altLang="ja-JP"/>
              <a:t>9/17/2025</a:t>
            </a:r>
            <a:endParaRPr lang="en-US"/>
          </a:p>
        </p:txBody>
      </p:sp>
      <p:grpSp>
        <p:nvGrpSpPr>
          <p:cNvPr id="32" name="グループ 31">
            <a:extLst>
              <a:ext uri="{FF2B5EF4-FFF2-40B4-BE49-F238E27FC236}">
                <a16:creationId xmlns:a16="http://schemas.microsoft.com/office/drawing/2014/main" id="{7037958B-0E0E-0F56-D7A5-E2437B3EEBB1}"/>
              </a:ext>
            </a:extLst>
          </p:cNvPr>
          <p:cNvGrpSpPr/>
          <p:nvPr userDrawn="1"/>
        </p:nvGrpSpPr>
        <p:grpSpPr>
          <a:xfrm>
            <a:off x="11078040" y="685800"/>
            <a:ext cx="504370" cy="544340"/>
            <a:chOff x="10917026" y="837879"/>
            <a:chExt cx="513774" cy="554490"/>
          </a:xfrm>
        </p:grpSpPr>
        <p:sp>
          <p:nvSpPr>
            <p:cNvPr id="33" name="グラフィック 12">
              <a:extLst>
                <a:ext uri="{FF2B5EF4-FFF2-40B4-BE49-F238E27FC236}">
                  <a16:creationId xmlns:a16="http://schemas.microsoft.com/office/drawing/2014/main" id="{AD1D3695-B33C-3177-AAA7-157D47AB04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en-US">
                <a:solidFill>
                  <a:schemeClr val="bg1"/>
                </a:solidFill>
              </a:endParaRPr>
            </a:p>
          </p:txBody>
        </p:sp>
        <p:sp>
          <p:nvSpPr>
            <p:cNvPr id="34" name="グラフィック 13">
              <a:extLst>
                <a:ext uri="{FF2B5EF4-FFF2-40B4-BE49-F238E27FC236}">
                  <a16:creationId xmlns:a16="http://schemas.microsoft.com/office/drawing/2014/main" id="{DCE100C5-0490-BB66-2B74-2DF1FFCFE07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en-US">
                <a:solidFill>
                  <a:schemeClr val="bg1"/>
                </a:solidFill>
              </a:endParaRPr>
            </a:p>
          </p:txBody>
        </p:sp>
        <p:sp>
          <p:nvSpPr>
            <p:cNvPr id="35" name="グラフィック 15">
              <a:extLst>
                <a:ext uri="{FF2B5EF4-FFF2-40B4-BE49-F238E27FC236}">
                  <a16:creationId xmlns:a16="http://schemas.microsoft.com/office/drawing/2014/main" id="{B85442F5-30EF-FBB6-1E36-5DC16B93722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en-US">
                <a:solidFill>
                  <a:schemeClr val="bg1"/>
                </a:solidFill>
              </a:endParaRPr>
            </a:p>
          </p:txBody>
        </p:sp>
      </p:grpSp>
      <p:cxnSp>
        <p:nvCxnSpPr>
          <p:cNvPr id="6" name="直線​​コネクタ(S) 5">
            <a:extLst>
              <a:ext uri="{FF2B5EF4-FFF2-40B4-BE49-F238E27FC236}">
                <a16:creationId xmlns:a16="http://schemas.microsoft.com/office/drawing/2014/main" id="{1FB85528-A2AE-0D0A-C420-26F74D4290D5}"/>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801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画像付き議題">
    <p:spTree>
      <p:nvGrpSpPr>
        <p:cNvPr id="1" name=""/>
        <p:cNvGrpSpPr/>
        <p:nvPr/>
      </p:nvGrpSpPr>
      <p:grpSpPr>
        <a:xfrm>
          <a:off x="0" y="0"/>
          <a:ext cx="0" cy="0"/>
          <a:chOff x="0" y="0"/>
          <a:chExt cx="0" cy="0"/>
        </a:xfrm>
      </p:grpSpPr>
      <p:sp>
        <p:nvSpPr>
          <p:cNvPr id="22" name="タイトル 1">
            <a:extLst>
              <a:ext uri="{FF2B5EF4-FFF2-40B4-BE49-F238E27FC236}">
                <a16:creationId xmlns:a16="http://schemas.microsoft.com/office/drawing/2014/main" id="{C2F46A82-71BF-F4CF-0CCA-F8EDE46E1207}"/>
              </a:ext>
            </a:extLst>
          </p:cNvPr>
          <p:cNvSpPr>
            <a:spLocks noGrp="1"/>
          </p:cNvSpPr>
          <p:nvPr>
            <p:ph type="title" hasCustomPrompt="1"/>
          </p:nvPr>
        </p:nvSpPr>
        <p:spPr>
          <a:xfrm>
            <a:off x="5665891" y="685800"/>
            <a:ext cx="5910407" cy="1752599"/>
          </a:xfrm>
        </p:spPr>
        <p:txBody>
          <a:bodyPr rtlCol="0" anchor="b">
            <a:normAutofit/>
          </a:bodyPr>
          <a:lstStyle>
            <a:lvl1pPr>
              <a:defRPr sz="6000">
                <a:solidFill>
                  <a:schemeClr val="tx2"/>
                </a:solidFill>
                <a:latin typeface="Meiryo UI" panose="020B0604030504040204" pitchFamily="34" charset="-128"/>
                <a:ea typeface="Meiryo UI" panose="020B0604030504040204" pitchFamily="34" charset="-128"/>
              </a:defRPr>
            </a:lvl1pPr>
          </a:lstStyle>
          <a:p>
            <a:pPr rtl="0"/>
            <a:r>
              <a:rPr lang="ja"/>
              <a:t>議題</a:t>
            </a:r>
          </a:p>
        </p:txBody>
      </p:sp>
      <p:sp>
        <p:nvSpPr>
          <p:cNvPr id="17" name="スライド番号プレースホルダー 4">
            <a:extLst>
              <a:ext uri="{FF2B5EF4-FFF2-40B4-BE49-F238E27FC236}">
                <a16:creationId xmlns:a16="http://schemas.microsoft.com/office/drawing/2014/main" id="{D3A244C5-BA25-AD67-DEC7-8DAF5E5F371C}"/>
              </a:ext>
            </a:extLst>
          </p:cNvPr>
          <p:cNvSpPr>
            <a:spLocks noGrp="1"/>
          </p:cNvSpPr>
          <p:nvPr>
            <p:ph type="sldNum" sz="quarter" idx="12"/>
          </p:nvPr>
        </p:nvSpPr>
        <p:spPr>
          <a:xfrm>
            <a:off x="533400" y="685801"/>
            <a:ext cx="609600" cy="365125"/>
          </a:xfrm>
        </p:spPr>
        <p:txBody>
          <a:bodyPr rtlCol="0"/>
          <a:lstStyle>
            <a:lvl1pPr>
              <a:defRPr>
                <a:solidFill>
                  <a:schemeClr val="accent2"/>
                </a:solidFill>
              </a:defRPr>
            </a:lvl1pPr>
          </a:lstStyle>
          <a:p>
            <a:pPr rtl="0"/>
            <a:fld id="{AEAA3239-9EA4-4A65-A281-97F994456D9F}" type="slidenum">
              <a:rPr lang="en-US" smtClean="0"/>
              <a:pPr/>
              <a:t>‹#›</a:t>
            </a:fld>
            <a:endParaRPr lang="en-US"/>
          </a:p>
        </p:txBody>
      </p:sp>
      <p:sp>
        <p:nvSpPr>
          <p:cNvPr id="43" name="図プレースホルダー 18">
            <a:extLst>
              <a:ext uri="{FF2B5EF4-FFF2-40B4-BE49-F238E27FC236}">
                <a16:creationId xmlns:a16="http://schemas.microsoft.com/office/drawing/2014/main" id="{BBFDCB4D-0EA1-434E-D480-6780571836EE}"/>
              </a:ext>
            </a:extLst>
          </p:cNvPr>
          <p:cNvSpPr>
            <a:spLocks noGrp="1"/>
          </p:cNvSpPr>
          <p:nvPr>
            <p:ph type="pic" sz="quarter" idx="14" hasCustomPrompt="1"/>
          </p:nvPr>
        </p:nvSpPr>
        <p:spPr>
          <a:xfrm>
            <a:off x="1316427" y="1655065"/>
            <a:ext cx="3649273" cy="3649272"/>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a:blip r:embed="rId2">
              <a:alphaModFix amt="60000"/>
            </a:blip>
            <a:stretch>
              <a:fillRect/>
            </a:stretch>
          </a:blipFill>
        </p:spPr>
        <p:txBody>
          <a:bodyPr wrap="square" tIns="914400" rtlCol="0" anchor="t">
            <a:normAutofit/>
          </a:bodyPr>
          <a:lstStyle>
            <a:lvl1pPr algn="ctr">
              <a:buNone/>
              <a:defRPr sz="1600" b="0" i="0">
                <a:solidFill>
                  <a:schemeClr val="tx1"/>
                </a:solidFill>
                <a:latin typeface="Meiryo UI" panose="020B0604030504040204" pitchFamily="34" charset="-128"/>
                <a:ea typeface="Meiryo UI" panose="020B0604030504040204" pitchFamily="34" charset="-128"/>
              </a:defRPr>
            </a:lvl1pPr>
          </a:lstStyle>
          <a:p>
            <a:pPr rtl="0"/>
            <a:r>
              <a:rPr lang="ja"/>
              <a:t>  </a:t>
            </a:r>
          </a:p>
        </p:txBody>
      </p:sp>
      <p:sp>
        <p:nvSpPr>
          <p:cNvPr id="21" name="コンテンツ プレースホルダー 6">
            <a:extLst>
              <a:ext uri="{FF2B5EF4-FFF2-40B4-BE49-F238E27FC236}">
                <a16:creationId xmlns:a16="http://schemas.microsoft.com/office/drawing/2014/main" id="{C3E55B71-84F9-223B-46EC-202E6DCC1E5C}"/>
              </a:ext>
            </a:extLst>
          </p:cNvPr>
          <p:cNvSpPr>
            <a:spLocks noGrp="1"/>
          </p:cNvSpPr>
          <p:nvPr>
            <p:ph sz="quarter" idx="15" hasCustomPrompt="1"/>
          </p:nvPr>
        </p:nvSpPr>
        <p:spPr>
          <a:xfrm>
            <a:off x="5668946" y="2971800"/>
            <a:ext cx="5910417" cy="3200399"/>
          </a:xfrm>
        </p:spPr>
        <p:txBody>
          <a:bodyPr rtlCol="0">
            <a:normAutofit/>
          </a:bodyPr>
          <a:lstStyle>
            <a:lvl1pPr marL="457200" indent="-457200">
              <a:buFont typeface="+mj-lt"/>
              <a:buAutoNum type="arabicPeriod"/>
              <a:defRPr sz="1800">
                <a:solidFill>
                  <a:schemeClr val="tx2"/>
                </a:solidFill>
                <a:latin typeface="Meiryo UI" panose="020B0604030504040204" pitchFamily="34" charset="-128"/>
                <a:ea typeface="Meiryo UI" panose="020B0604030504040204" pitchFamily="34" charset="-128"/>
              </a:defRPr>
            </a:lvl1pPr>
            <a:lvl2pPr marL="685800" indent="-457200">
              <a:buFont typeface="+mj-lt"/>
              <a:buAutoNum type="arabicPeriod"/>
              <a:defRPr sz="1600">
                <a:solidFill>
                  <a:schemeClr val="tx2"/>
                </a:solidFill>
                <a:latin typeface="Meiryo UI" panose="020B0604030504040204" pitchFamily="34" charset="-128"/>
                <a:ea typeface="Meiryo UI" panose="020B0604030504040204" pitchFamily="34" charset="-128"/>
              </a:defRPr>
            </a:lvl2pPr>
            <a:lvl3pPr marL="800100" indent="-342900">
              <a:buFont typeface="+mj-lt"/>
              <a:buAutoNum type="arabicPeriod"/>
              <a:defRPr sz="1400">
                <a:solidFill>
                  <a:schemeClr val="tx2"/>
                </a:solidFill>
                <a:latin typeface="Meiryo UI" panose="020B0604030504040204" pitchFamily="34" charset="-128"/>
                <a:ea typeface="Meiryo UI" panose="020B0604030504040204" pitchFamily="34" charset="-128"/>
              </a:defRPr>
            </a:lvl3pPr>
            <a:lvl4pPr marL="1028700" indent="-342900">
              <a:buFont typeface="+mj-lt"/>
              <a:buAutoNum type="arabicPeriod"/>
              <a:defRPr sz="1400">
                <a:solidFill>
                  <a:schemeClr val="tx2"/>
                </a:solidFill>
                <a:latin typeface="Meiryo UI" panose="020B0604030504040204" pitchFamily="34" charset="-128"/>
                <a:ea typeface="Meiryo UI" panose="020B0604030504040204" pitchFamily="34" charset="-128"/>
              </a:defRPr>
            </a:lvl4pPr>
            <a:lvl5pPr marL="1257300" indent="-342900">
              <a:buFont typeface="+mj-lt"/>
              <a:buAutoNum type="arabicPeriod"/>
              <a:defRPr sz="1400">
                <a:solidFill>
                  <a:schemeClr val="tx2"/>
                </a:solidFill>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4" name="フッター プレースホルダー 3">
            <a:extLst>
              <a:ext uri="{FF2B5EF4-FFF2-40B4-BE49-F238E27FC236}">
                <a16:creationId xmlns:a16="http://schemas.microsoft.com/office/drawing/2014/main" id="{0B12CFE6-D05E-5478-B3A4-81DC4DCD7410}"/>
              </a:ext>
            </a:extLst>
          </p:cNvPr>
          <p:cNvSpPr>
            <a:spLocks noGrp="1"/>
          </p:cNvSpPr>
          <p:nvPr>
            <p:ph type="ftr" sz="quarter" idx="11"/>
          </p:nvPr>
        </p:nvSpPr>
        <p:spPr>
          <a:xfrm>
            <a:off x="5665892" y="6343955"/>
            <a:ext cx="2985400"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6CC77F2D-39D2-22F7-CF0B-39D63EBF00B7}"/>
              </a:ext>
            </a:extLst>
          </p:cNvPr>
          <p:cNvSpPr>
            <a:spLocks noGrp="1"/>
          </p:cNvSpPr>
          <p:nvPr>
            <p:ph type="dt" sz="half" idx="10"/>
          </p:nvPr>
        </p:nvSpPr>
        <p:spPr>
          <a:xfrm>
            <a:off x="10023190" y="6343955"/>
            <a:ext cx="1553108" cy="365125"/>
          </a:xfrm>
        </p:spPr>
        <p:txBody>
          <a:bodyPr rtlCol="0"/>
          <a:lstStyle/>
          <a:p>
            <a:pPr rtl="0"/>
            <a:r>
              <a:rPr lang="en-US" altLang="ja-JP"/>
              <a:t>9/17/2025</a:t>
            </a:r>
            <a:endParaRPr lang="en-US"/>
          </a:p>
        </p:txBody>
      </p:sp>
      <p:grpSp>
        <p:nvGrpSpPr>
          <p:cNvPr id="44" name="グループ 43">
            <a:extLst>
              <a:ext uri="{FF2B5EF4-FFF2-40B4-BE49-F238E27FC236}">
                <a16:creationId xmlns:a16="http://schemas.microsoft.com/office/drawing/2014/main" id="{44AEE93E-8CED-5237-25BD-6A37575E9105}"/>
              </a:ext>
            </a:extLst>
          </p:cNvPr>
          <p:cNvGrpSpPr/>
          <p:nvPr userDrawn="1"/>
        </p:nvGrpSpPr>
        <p:grpSpPr>
          <a:xfrm flipH="1">
            <a:off x="1308100" y="1691849"/>
            <a:ext cx="3202310" cy="3570866"/>
            <a:chOff x="8176980" y="837879"/>
            <a:chExt cx="3253820" cy="3628304"/>
          </a:xfrm>
        </p:grpSpPr>
        <p:sp>
          <p:nvSpPr>
            <p:cNvPr id="45" name="グラフィック 12">
              <a:extLst>
                <a:ext uri="{FF2B5EF4-FFF2-40B4-BE49-F238E27FC236}">
                  <a16:creationId xmlns:a16="http://schemas.microsoft.com/office/drawing/2014/main" id="{E434A56F-49B4-88EC-6F0D-F0B7876DA5F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46" name="グラフィック 13">
              <a:extLst>
                <a:ext uri="{FF2B5EF4-FFF2-40B4-BE49-F238E27FC236}">
                  <a16:creationId xmlns:a16="http://schemas.microsoft.com/office/drawing/2014/main" id="{1E87D2CA-3265-27F0-1765-34F885750152}"/>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47" name="グラフィック 15">
              <a:extLst>
                <a:ext uri="{FF2B5EF4-FFF2-40B4-BE49-F238E27FC236}">
                  <a16:creationId xmlns:a16="http://schemas.microsoft.com/office/drawing/2014/main" id="{38A959F0-9AA6-E2C2-DBE3-1F0F5649C822}"/>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cxnSp>
        <p:nvCxnSpPr>
          <p:cNvPr id="2" name="直線​​コネクタ(S) 1">
            <a:extLst>
              <a:ext uri="{FF2B5EF4-FFF2-40B4-BE49-F238E27FC236}">
                <a16:creationId xmlns:a16="http://schemas.microsoft.com/office/drawing/2014/main" id="{F41F9AE9-4D1B-F10A-6C35-328127A91F36}"/>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7585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コンテンツ 2">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E87F8542-2E37-60E4-B73F-B9F05372BF63}"/>
              </a:ext>
            </a:extLst>
          </p:cNvPr>
          <p:cNvSpPr>
            <a:spLocks noGrp="1"/>
          </p:cNvSpPr>
          <p:nvPr>
            <p:ph type="title" hasCustomPrompt="1"/>
          </p:nvPr>
        </p:nvSpPr>
        <p:spPr>
          <a:xfrm>
            <a:off x="1527048" y="685800"/>
            <a:ext cx="9052560" cy="1508760"/>
          </a:xfrm>
        </p:spPr>
        <p:txBody>
          <a:bodyPr rtlCol="0">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6" name="スライド番号プレースホルダー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16" name="コンテンツ プレースホルダー 15">
            <a:extLst>
              <a:ext uri="{FF2B5EF4-FFF2-40B4-BE49-F238E27FC236}">
                <a16:creationId xmlns:a16="http://schemas.microsoft.com/office/drawing/2014/main" id="{96D523BE-BDE0-144E-0534-0A316EF9F17A}"/>
              </a:ext>
            </a:extLst>
          </p:cNvPr>
          <p:cNvSpPr>
            <a:spLocks noGrp="1"/>
          </p:cNvSpPr>
          <p:nvPr>
            <p:ph sz="quarter" idx="14" hasCustomPrompt="1"/>
          </p:nvPr>
        </p:nvSpPr>
        <p:spPr>
          <a:xfrm>
            <a:off x="1523999" y="2286000"/>
            <a:ext cx="4572001" cy="2286000"/>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ltLang="ja-JP"/>
              <a:t>9/17/2025</a:t>
            </a:r>
            <a:endParaRPr lang="en-US"/>
          </a:p>
        </p:txBody>
      </p:sp>
      <p:grpSp>
        <p:nvGrpSpPr>
          <p:cNvPr id="12" name="グループ 11">
            <a:extLst>
              <a:ext uri="{FF2B5EF4-FFF2-40B4-BE49-F238E27FC236}">
                <a16:creationId xmlns:a16="http://schemas.microsoft.com/office/drawing/2014/main" id="{5FF6FE41-900C-A8D7-8F77-B88E87FF7CD7}"/>
              </a:ext>
            </a:extLst>
          </p:cNvPr>
          <p:cNvGrpSpPr/>
          <p:nvPr userDrawn="1"/>
        </p:nvGrpSpPr>
        <p:grpSpPr>
          <a:xfrm>
            <a:off x="11078040" y="685800"/>
            <a:ext cx="504370" cy="544340"/>
            <a:chOff x="10917026" y="837879"/>
            <a:chExt cx="513774" cy="554490"/>
          </a:xfrm>
        </p:grpSpPr>
        <p:sp>
          <p:nvSpPr>
            <p:cNvPr id="13" name="グラフィック 12">
              <a:extLst>
                <a:ext uri="{FF2B5EF4-FFF2-40B4-BE49-F238E27FC236}">
                  <a16:creationId xmlns:a16="http://schemas.microsoft.com/office/drawing/2014/main" id="{A7798043-2DD6-F9A7-DDF8-A24FEEDF899C}"/>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4" name="グラフィック 13">
              <a:extLst>
                <a:ext uri="{FF2B5EF4-FFF2-40B4-BE49-F238E27FC236}">
                  <a16:creationId xmlns:a16="http://schemas.microsoft.com/office/drawing/2014/main" id="{40DF0F9E-37B7-8D89-04C9-5834AB4AD3B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5" name="グラフィック 15">
              <a:extLst>
                <a:ext uri="{FF2B5EF4-FFF2-40B4-BE49-F238E27FC236}">
                  <a16:creationId xmlns:a16="http://schemas.microsoft.com/office/drawing/2014/main" id="{3646AA31-DEAD-4A4C-2815-3C7DC1F17DA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cxnSp>
        <p:nvCxnSpPr>
          <p:cNvPr id="7" name="直線​​コネクタ(S) 6">
            <a:extLst>
              <a:ext uri="{FF2B5EF4-FFF2-40B4-BE49-F238E27FC236}">
                <a16:creationId xmlns:a16="http://schemas.microsoft.com/office/drawing/2014/main" id="{681BFE2C-8931-A7FD-ED4C-5C609A09005C}"/>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199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コンテンツ 3">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7433D9-FD02-59E2-0F81-A0B7201D2DA0}"/>
              </a:ext>
            </a:extLst>
          </p:cNvPr>
          <p:cNvSpPr>
            <a:spLocks noGrp="1"/>
          </p:cNvSpPr>
          <p:nvPr>
            <p:ph type="title" hasCustomPrompt="1"/>
          </p:nvPr>
        </p:nvSpPr>
        <p:spPr>
          <a:xfrm>
            <a:off x="1523999" y="685800"/>
            <a:ext cx="9052560" cy="1508760"/>
          </a:xfrm>
        </p:spPr>
        <p:txBody>
          <a:bodyPr rtlCol="0" anchor="b" anchorCtr="0">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6" name="スライド番号プレースホルダー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8" name="コンテンツ プレースホルダー 7">
            <a:extLst>
              <a:ext uri="{FF2B5EF4-FFF2-40B4-BE49-F238E27FC236}">
                <a16:creationId xmlns:a16="http://schemas.microsoft.com/office/drawing/2014/main" id="{D42D62A0-8127-CE86-0633-0D65E1E136F7}"/>
              </a:ext>
            </a:extLst>
          </p:cNvPr>
          <p:cNvSpPr>
            <a:spLocks noGrp="1"/>
          </p:cNvSpPr>
          <p:nvPr>
            <p:ph sz="quarter" idx="13" hasCustomPrompt="1"/>
          </p:nvPr>
        </p:nvSpPr>
        <p:spPr>
          <a:xfrm>
            <a:off x="1523998" y="2286000"/>
            <a:ext cx="6035040" cy="2926080"/>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ltLang="ja-JP"/>
              <a:t>9/17/2025</a:t>
            </a:r>
            <a:endParaRPr lang="en-US"/>
          </a:p>
        </p:txBody>
      </p:sp>
      <p:grpSp>
        <p:nvGrpSpPr>
          <p:cNvPr id="16" name="グループ 15">
            <a:extLst>
              <a:ext uri="{FF2B5EF4-FFF2-40B4-BE49-F238E27FC236}">
                <a16:creationId xmlns:a16="http://schemas.microsoft.com/office/drawing/2014/main" id="{0323216B-D119-CA7E-58DF-7F7325E519AA}"/>
              </a:ext>
            </a:extLst>
          </p:cNvPr>
          <p:cNvGrpSpPr/>
          <p:nvPr userDrawn="1"/>
        </p:nvGrpSpPr>
        <p:grpSpPr>
          <a:xfrm>
            <a:off x="11078040" y="685800"/>
            <a:ext cx="504370" cy="544340"/>
            <a:chOff x="10917026" y="837879"/>
            <a:chExt cx="513774" cy="554490"/>
          </a:xfrm>
        </p:grpSpPr>
        <p:sp>
          <p:nvSpPr>
            <p:cNvPr id="17" name="グラフィック 12">
              <a:extLst>
                <a:ext uri="{FF2B5EF4-FFF2-40B4-BE49-F238E27FC236}">
                  <a16:creationId xmlns:a16="http://schemas.microsoft.com/office/drawing/2014/main" id="{AC903912-3AB9-1BE3-1831-92CEC75612C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8" name="グラフィック 13">
              <a:extLst>
                <a:ext uri="{FF2B5EF4-FFF2-40B4-BE49-F238E27FC236}">
                  <a16:creationId xmlns:a16="http://schemas.microsoft.com/office/drawing/2014/main" id="{51476F24-2832-A972-88A0-593ADC9F3376}"/>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9" name="グラフィック 15">
              <a:extLst>
                <a:ext uri="{FF2B5EF4-FFF2-40B4-BE49-F238E27FC236}">
                  <a16:creationId xmlns:a16="http://schemas.microsoft.com/office/drawing/2014/main" id="{BE86153E-3E2A-4A98-DAC8-73A6D558210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cxnSp>
        <p:nvCxnSpPr>
          <p:cNvPr id="7" name="直線​​コネクタ(S) 6">
            <a:extLst>
              <a:ext uri="{FF2B5EF4-FFF2-40B4-BE49-F238E27FC236}">
                <a16:creationId xmlns:a16="http://schemas.microsoft.com/office/drawing/2014/main" id="{4EA00EEB-72CD-3573-B5DB-FE83CFF509DD}"/>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355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 4">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7433D9-FD02-59E2-0F81-A0B7201D2DA0}"/>
              </a:ext>
            </a:extLst>
          </p:cNvPr>
          <p:cNvSpPr>
            <a:spLocks noGrp="1"/>
          </p:cNvSpPr>
          <p:nvPr>
            <p:ph type="title" hasCustomPrompt="1"/>
          </p:nvPr>
        </p:nvSpPr>
        <p:spPr>
          <a:xfrm>
            <a:off x="1524002" y="685800"/>
            <a:ext cx="9052560" cy="1508760"/>
          </a:xfrm>
        </p:spPr>
        <p:txBody>
          <a:bodyPr rtlCol="0" anchor="b" anchorCtr="0">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6" name="スライド番号プレースホルダー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9" name="コンテンツ プレースホルダー 7">
            <a:extLst>
              <a:ext uri="{FF2B5EF4-FFF2-40B4-BE49-F238E27FC236}">
                <a16:creationId xmlns:a16="http://schemas.microsoft.com/office/drawing/2014/main" id="{BE7670AD-1080-B1DD-DE49-930AF9336CA0}"/>
              </a:ext>
            </a:extLst>
          </p:cNvPr>
          <p:cNvSpPr>
            <a:spLocks noGrp="1"/>
          </p:cNvSpPr>
          <p:nvPr>
            <p:ph sz="quarter" idx="14" hasCustomPrompt="1"/>
          </p:nvPr>
        </p:nvSpPr>
        <p:spPr>
          <a:xfrm>
            <a:off x="1524002" y="2286000"/>
            <a:ext cx="6934201" cy="3291840"/>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ltLang="ja-JP"/>
              <a:t>9/17/2025</a:t>
            </a:r>
            <a:endParaRPr lang="en-US"/>
          </a:p>
        </p:txBody>
      </p:sp>
      <p:grpSp>
        <p:nvGrpSpPr>
          <p:cNvPr id="17" name="グループ 16">
            <a:extLst>
              <a:ext uri="{FF2B5EF4-FFF2-40B4-BE49-F238E27FC236}">
                <a16:creationId xmlns:a16="http://schemas.microsoft.com/office/drawing/2014/main" id="{DEF4BE0B-AE0F-F425-DC6B-863C2E94D104}"/>
              </a:ext>
            </a:extLst>
          </p:cNvPr>
          <p:cNvGrpSpPr/>
          <p:nvPr userDrawn="1"/>
        </p:nvGrpSpPr>
        <p:grpSpPr>
          <a:xfrm>
            <a:off x="11078040" y="685800"/>
            <a:ext cx="504370" cy="544340"/>
            <a:chOff x="10917026" y="837879"/>
            <a:chExt cx="513774" cy="554490"/>
          </a:xfrm>
        </p:grpSpPr>
        <p:sp>
          <p:nvSpPr>
            <p:cNvPr id="18" name="グラフィック 12">
              <a:extLst>
                <a:ext uri="{FF2B5EF4-FFF2-40B4-BE49-F238E27FC236}">
                  <a16:creationId xmlns:a16="http://schemas.microsoft.com/office/drawing/2014/main" id="{4F59D1C4-D5A8-3205-D6E0-BE13582B6AE6}"/>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9" name="グラフィック 13">
              <a:extLst>
                <a:ext uri="{FF2B5EF4-FFF2-40B4-BE49-F238E27FC236}">
                  <a16:creationId xmlns:a16="http://schemas.microsoft.com/office/drawing/2014/main" id="{C94E27BE-456F-4421-67D9-CBFB09F0F14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20" name="グラフィック 15">
              <a:extLst>
                <a:ext uri="{FF2B5EF4-FFF2-40B4-BE49-F238E27FC236}">
                  <a16:creationId xmlns:a16="http://schemas.microsoft.com/office/drawing/2014/main" id="{CEB12E88-EDC2-9632-B876-CBE4EBADB69E}"/>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cxnSp>
        <p:nvCxnSpPr>
          <p:cNvPr id="3" name="直線​​コネクタ(S) 2">
            <a:extLst>
              <a:ext uri="{FF2B5EF4-FFF2-40B4-BE49-F238E27FC236}">
                <a16:creationId xmlns:a16="http://schemas.microsoft.com/office/drawing/2014/main" id="{EB5C5802-D648-9113-0EEF-985EAA7F7F73}"/>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9312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コンテンツ 5">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021672C7-A17C-A024-9EB7-E09DE65A204E}"/>
              </a:ext>
            </a:extLst>
          </p:cNvPr>
          <p:cNvSpPr>
            <a:spLocks noGrp="1"/>
          </p:cNvSpPr>
          <p:nvPr>
            <p:ph type="title" hasCustomPrompt="1"/>
          </p:nvPr>
        </p:nvSpPr>
        <p:spPr>
          <a:xfrm>
            <a:off x="1524000" y="685800"/>
            <a:ext cx="9052560" cy="1508760"/>
          </a:xfrm>
        </p:spPr>
        <p:txBody>
          <a:bodyPr rtlCol="0" anchor="b" anchorCtr="0">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6" name="スライド番号プレースホルダー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7" name="コンテンツ プレースホルダー 7">
            <a:extLst>
              <a:ext uri="{FF2B5EF4-FFF2-40B4-BE49-F238E27FC236}">
                <a16:creationId xmlns:a16="http://schemas.microsoft.com/office/drawing/2014/main" id="{50AC8C5D-A77C-17F7-AF84-8B92D28482C4}"/>
              </a:ext>
            </a:extLst>
          </p:cNvPr>
          <p:cNvSpPr>
            <a:spLocks noGrp="1"/>
          </p:cNvSpPr>
          <p:nvPr>
            <p:ph sz="quarter" idx="14" hasCustomPrompt="1"/>
          </p:nvPr>
        </p:nvSpPr>
        <p:spPr>
          <a:xfrm>
            <a:off x="1524000" y="2286000"/>
            <a:ext cx="8412480" cy="4023360"/>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ltLang="ja-JP"/>
              <a:t>9/17/2025</a:t>
            </a:r>
            <a:endParaRPr lang="en-US"/>
          </a:p>
        </p:txBody>
      </p:sp>
      <p:cxnSp>
        <p:nvCxnSpPr>
          <p:cNvPr id="2" name="直線​​コネクタ(S) 1">
            <a:extLst>
              <a:ext uri="{FF2B5EF4-FFF2-40B4-BE49-F238E27FC236}">
                <a16:creationId xmlns:a16="http://schemas.microsoft.com/office/drawing/2014/main" id="{97E214D7-F48E-8238-4C22-A98E55E66332}"/>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3" name="グループ 2">
            <a:extLst>
              <a:ext uri="{FF2B5EF4-FFF2-40B4-BE49-F238E27FC236}">
                <a16:creationId xmlns:a16="http://schemas.microsoft.com/office/drawing/2014/main" id="{D4E954D1-13F2-EF63-F03D-F46F1AEA3DC7}"/>
              </a:ext>
            </a:extLst>
          </p:cNvPr>
          <p:cNvGrpSpPr/>
          <p:nvPr userDrawn="1"/>
        </p:nvGrpSpPr>
        <p:grpSpPr>
          <a:xfrm>
            <a:off x="11078040" y="685800"/>
            <a:ext cx="504370" cy="544340"/>
            <a:chOff x="10917026" y="837879"/>
            <a:chExt cx="513774" cy="554490"/>
          </a:xfrm>
        </p:grpSpPr>
        <p:sp>
          <p:nvSpPr>
            <p:cNvPr id="8" name="グラフィック 12">
              <a:extLst>
                <a:ext uri="{FF2B5EF4-FFF2-40B4-BE49-F238E27FC236}">
                  <a16:creationId xmlns:a16="http://schemas.microsoft.com/office/drawing/2014/main" id="{01D8479A-6727-AA09-8398-F37C8ABA3AF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1" name="グラフィック 13">
              <a:extLst>
                <a:ext uri="{FF2B5EF4-FFF2-40B4-BE49-F238E27FC236}">
                  <a16:creationId xmlns:a16="http://schemas.microsoft.com/office/drawing/2014/main" id="{1FFFF7E5-5ED3-C624-8716-91363898789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2" name="グラフィック 15">
              <a:extLst>
                <a:ext uri="{FF2B5EF4-FFF2-40B4-BE49-F238E27FC236}">
                  <a16:creationId xmlns:a16="http://schemas.microsoft.com/office/drawing/2014/main" id="{0531A9C3-F1A9-08AA-EB86-483737E3191D}"/>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24089597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コンテンツ 6">
    <p:spTree>
      <p:nvGrpSpPr>
        <p:cNvPr id="1" name=""/>
        <p:cNvGrpSpPr/>
        <p:nvPr/>
      </p:nvGrpSpPr>
      <p:grpSpPr>
        <a:xfrm>
          <a:off x="0" y="0"/>
          <a:ext cx="0" cy="0"/>
          <a:chOff x="0" y="0"/>
          <a:chExt cx="0" cy="0"/>
        </a:xfrm>
      </p:grpSpPr>
      <p:sp>
        <p:nvSpPr>
          <p:cNvPr id="15" name="タイトル 1">
            <a:extLst>
              <a:ext uri="{FF2B5EF4-FFF2-40B4-BE49-F238E27FC236}">
                <a16:creationId xmlns:a16="http://schemas.microsoft.com/office/drawing/2014/main" id="{64D38536-57AB-5EAB-9CE8-9796DAF18277}"/>
              </a:ext>
            </a:extLst>
          </p:cNvPr>
          <p:cNvSpPr>
            <a:spLocks noGrp="1"/>
          </p:cNvSpPr>
          <p:nvPr>
            <p:ph type="title" hasCustomPrompt="1"/>
          </p:nvPr>
        </p:nvSpPr>
        <p:spPr>
          <a:xfrm>
            <a:off x="1524000" y="685800"/>
            <a:ext cx="9052560" cy="1508760"/>
          </a:xfrm>
        </p:spPr>
        <p:txBody>
          <a:bodyPr rtlCol="0" anchor="b" anchorCtr="0">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2" name="スライド番号プレースホルダー 5">
            <a:extLst>
              <a:ext uri="{FF2B5EF4-FFF2-40B4-BE49-F238E27FC236}">
                <a16:creationId xmlns:a16="http://schemas.microsoft.com/office/drawing/2014/main" id="{4F01311B-A9FF-DBDB-A383-A299DC9F589D}"/>
              </a:ext>
            </a:extLst>
          </p:cNvPr>
          <p:cNvSpPr>
            <a:spLocks noGrp="1"/>
          </p:cNvSpPr>
          <p:nvPr>
            <p:ph type="sldNum" sz="quarter" idx="12"/>
          </p:nvPr>
        </p:nvSpPr>
        <p:spPr>
          <a:xfrm>
            <a:off x="533400" y="685801"/>
            <a:ext cx="609600" cy="365125"/>
          </a:xfrm>
        </p:spPr>
        <p:txBody>
          <a:bodyPr rtlCol="0"/>
          <a:lstStyle/>
          <a:p>
            <a:pPr rtl="0"/>
            <a:fld id="{AEAA3239-9EA4-4A65-A281-97F994456D9F}" type="slidenum">
              <a:rPr lang="en-US" smtClean="0"/>
              <a:t>‹#›</a:t>
            </a:fld>
            <a:endParaRPr lang="en-US"/>
          </a:p>
        </p:txBody>
      </p:sp>
      <p:sp>
        <p:nvSpPr>
          <p:cNvPr id="7" name="コンテンツ プレースホルダー 7">
            <a:extLst>
              <a:ext uri="{FF2B5EF4-FFF2-40B4-BE49-F238E27FC236}">
                <a16:creationId xmlns:a16="http://schemas.microsoft.com/office/drawing/2014/main" id="{2160C0A1-5692-F2A8-A18C-A2194E5352A1}"/>
              </a:ext>
            </a:extLst>
          </p:cNvPr>
          <p:cNvSpPr>
            <a:spLocks noGrp="1"/>
          </p:cNvSpPr>
          <p:nvPr>
            <p:ph sz="quarter" idx="14" hasCustomPrompt="1"/>
          </p:nvPr>
        </p:nvSpPr>
        <p:spPr>
          <a:xfrm>
            <a:off x="1523998" y="2286000"/>
            <a:ext cx="10058400" cy="4023360"/>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ltLang="ja-JP"/>
              <a:t>9/17/2025</a:t>
            </a:r>
            <a:endParaRPr lang="en-US"/>
          </a:p>
        </p:txBody>
      </p:sp>
      <p:cxnSp>
        <p:nvCxnSpPr>
          <p:cNvPr id="2" name="直線​​コネクタ(S) 1">
            <a:extLst>
              <a:ext uri="{FF2B5EF4-FFF2-40B4-BE49-F238E27FC236}">
                <a16:creationId xmlns:a16="http://schemas.microsoft.com/office/drawing/2014/main" id="{DDFACEC5-4969-F3A0-4BA7-BFFD0245B46C}"/>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3" name="グループ 2">
            <a:extLst>
              <a:ext uri="{FF2B5EF4-FFF2-40B4-BE49-F238E27FC236}">
                <a16:creationId xmlns:a16="http://schemas.microsoft.com/office/drawing/2014/main" id="{8EFEE51A-85CE-F78B-374B-7079210EAD71}"/>
              </a:ext>
            </a:extLst>
          </p:cNvPr>
          <p:cNvGrpSpPr/>
          <p:nvPr userDrawn="1"/>
        </p:nvGrpSpPr>
        <p:grpSpPr>
          <a:xfrm>
            <a:off x="11078040" y="685800"/>
            <a:ext cx="504370" cy="544340"/>
            <a:chOff x="10917026" y="837879"/>
            <a:chExt cx="513774" cy="554490"/>
          </a:xfrm>
        </p:grpSpPr>
        <p:sp>
          <p:nvSpPr>
            <p:cNvPr id="6" name="グラフィック 12">
              <a:extLst>
                <a:ext uri="{FF2B5EF4-FFF2-40B4-BE49-F238E27FC236}">
                  <a16:creationId xmlns:a16="http://schemas.microsoft.com/office/drawing/2014/main" id="{5784CA53-1EF1-D49B-FEC8-50D70D21BE8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9" name="グラフィック 13">
              <a:extLst>
                <a:ext uri="{FF2B5EF4-FFF2-40B4-BE49-F238E27FC236}">
                  <a16:creationId xmlns:a16="http://schemas.microsoft.com/office/drawing/2014/main" id="{1E8C17C1-ABB3-50E1-B4D4-6B8295C03E6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0" name="グラフィック 15">
              <a:extLst>
                <a:ext uri="{FF2B5EF4-FFF2-40B4-BE49-F238E27FC236}">
                  <a16:creationId xmlns:a16="http://schemas.microsoft.com/office/drawing/2014/main" id="{A6E8154A-AE94-5E8C-59A0-4CCC387AF16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23190947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画像付きコンテンツ">
    <p:spTree>
      <p:nvGrpSpPr>
        <p:cNvPr id="1" name=""/>
        <p:cNvGrpSpPr/>
        <p:nvPr/>
      </p:nvGrpSpPr>
      <p:grpSpPr>
        <a:xfrm>
          <a:off x="0" y="0"/>
          <a:ext cx="0" cy="0"/>
          <a:chOff x="0" y="0"/>
          <a:chExt cx="0" cy="0"/>
        </a:xfrm>
      </p:grpSpPr>
      <p:sp>
        <p:nvSpPr>
          <p:cNvPr id="20" name="タイトル 1">
            <a:extLst>
              <a:ext uri="{FF2B5EF4-FFF2-40B4-BE49-F238E27FC236}">
                <a16:creationId xmlns:a16="http://schemas.microsoft.com/office/drawing/2014/main" id="{1DE647DC-5A18-3C36-1F44-304B72FEDC97}"/>
              </a:ext>
            </a:extLst>
          </p:cNvPr>
          <p:cNvSpPr>
            <a:spLocks noGrp="1"/>
          </p:cNvSpPr>
          <p:nvPr>
            <p:ph type="title" hasCustomPrompt="1"/>
          </p:nvPr>
        </p:nvSpPr>
        <p:spPr>
          <a:xfrm>
            <a:off x="4267200" y="731520"/>
            <a:ext cx="6423565" cy="914400"/>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21" name="長方形 20">
            <a:extLst>
              <a:ext uri="{FF2B5EF4-FFF2-40B4-BE49-F238E27FC236}">
                <a16:creationId xmlns:a16="http://schemas.microsoft.com/office/drawing/2014/main" id="{7092F38B-ED2A-2686-73F0-3333166E236A}"/>
              </a:ext>
              <a:ext uri="{C183D7F6-B498-43B3-948B-1728B52AA6E4}">
                <adec:decorative xmlns:adec="http://schemas.microsoft.com/office/drawing/2017/decorative" val="1"/>
              </a:ext>
            </a:extLst>
          </p:cNvPr>
          <p:cNvSpPr/>
          <p:nvPr userDrawn="1"/>
        </p:nvSpPr>
        <p:spPr>
          <a:xfrm>
            <a:off x="0" y="0"/>
            <a:ext cx="3336364"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図プレースホルダー 34">
            <a:extLst>
              <a:ext uri="{FF2B5EF4-FFF2-40B4-BE49-F238E27FC236}">
                <a16:creationId xmlns:a16="http://schemas.microsoft.com/office/drawing/2014/main" id="{5804EC16-79F7-7AA9-8D6F-678723119787}"/>
              </a:ext>
            </a:extLst>
          </p:cNvPr>
          <p:cNvSpPr>
            <a:spLocks noGrp="1"/>
          </p:cNvSpPr>
          <p:nvPr>
            <p:ph type="pic" sz="quarter" idx="18" hasCustomPrompt="1"/>
          </p:nvPr>
        </p:nvSpPr>
        <p:spPr>
          <a:xfrm>
            <a:off x="301752" y="301752"/>
            <a:ext cx="2732860" cy="6254496"/>
          </a:xfrm>
          <a:blipFill dpi="0" rotWithShape="1">
            <a:blip r:embed="rId2">
              <a:alphaModFix amt="60000"/>
            </a:blip>
            <a:srcRect/>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16" name="コンテンツ プレースホルダー 7">
            <a:extLst>
              <a:ext uri="{FF2B5EF4-FFF2-40B4-BE49-F238E27FC236}">
                <a16:creationId xmlns:a16="http://schemas.microsoft.com/office/drawing/2014/main" id="{D2B645B5-BDAD-38D3-990B-F959B4B803E1}"/>
              </a:ext>
            </a:extLst>
          </p:cNvPr>
          <p:cNvSpPr>
            <a:spLocks noGrp="1"/>
          </p:cNvSpPr>
          <p:nvPr>
            <p:ph sz="quarter" idx="14" hasCustomPrompt="1"/>
          </p:nvPr>
        </p:nvSpPr>
        <p:spPr>
          <a:xfrm>
            <a:off x="4267200" y="1984248"/>
            <a:ext cx="6415614" cy="3977640"/>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9" name="フッター プレースホルダー 8">
            <a:extLst>
              <a:ext uri="{FF2B5EF4-FFF2-40B4-BE49-F238E27FC236}">
                <a16:creationId xmlns:a16="http://schemas.microsoft.com/office/drawing/2014/main" id="{C65BFCB1-FAA8-D03A-3B62-DCB2CF1CA112}"/>
              </a:ext>
            </a:extLst>
          </p:cNvPr>
          <p:cNvSpPr>
            <a:spLocks noGrp="1"/>
          </p:cNvSpPr>
          <p:nvPr>
            <p:ph type="ftr" sz="quarter" idx="16"/>
          </p:nvPr>
        </p:nvSpPr>
        <p:spPr>
          <a:xfrm>
            <a:off x="4267200" y="6343955"/>
            <a:ext cx="3364903"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1E742B5C-5438-96A4-4A2A-AE939906F8A4}"/>
              </a:ext>
            </a:extLst>
          </p:cNvPr>
          <p:cNvSpPr>
            <a:spLocks noGrp="1"/>
          </p:cNvSpPr>
          <p:nvPr>
            <p:ph type="dt" sz="half" idx="15"/>
          </p:nvPr>
        </p:nvSpPr>
        <p:spPr>
          <a:xfrm>
            <a:off x="8141903" y="6343955"/>
            <a:ext cx="2060808" cy="365125"/>
          </a:xfrm>
        </p:spPr>
        <p:txBody>
          <a:bodyPr rtlCol="0"/>
          <a:lstStyle/>
          <a:p>
            <a:pPr rtl="0"/>
            <a:r>
              <a:rPr lang="en-US" altLang="ja-JP"/>
              <a:t>9/17/2025</a:t>
            </a:r>
            <a:endParaRPr lang="en-US"/>
          </a:p>
        </p:txBody>
      </p:sp>
      <p:sp>
        <p:nvSpPr>
          <p:cNvPr id="27" name="スライド番号プレースホルダー 11">
            <a:extLst>
              <a:ext uri="{FF2B5EF4-FFF2-40B4-BE49-F238E27FC236}">
                <a16:creationId xmlns:a16="http://schemas.microsoft.com/office/drawing/2014/main" id="{C9ADF389-1DF3-8DF0-2D8C-C2A62758A3F9}"/>
              </a:ext>
            </a:extLst>
          </p:cNvPr>
          <p:cNvSpPr>
            <a:spLocks noGrp="1"/>
          </p:cNvSpPr>
          <p:nvPr>
            <p:ph type="sldNum" sz="quarter" idx="17"/>
          </p:nvPr>
        </p:nvSpPr>
        <p:spPr>
          <a:xfrm>
            <a:off x="10261558" y="6346865"/>
            <a:ext cx="429207" cy="365125"/>
          </a:xfrm>
        </p:spPr>
        <p:txBody>
          <a:bodyPr rtlCol="0"/>
          <a:lstStyle/>
          <a:p>
            <a:pPr rtl="0"/>
            <a:fld id="{AEAA3239-9EA4-4A65-A281-97F994456D9F}" type="slidenum">
              <a:rPr lang="en-US" smtClean="0"/>
              <a:t>‹#›</a:t>
            </a:fld>
            <a:endParaRPr lang="en-US"/>
          </a:p>
        </p:txBody>
      </p:sp>
      <p:grpSp>
        <p:nvGrpSpPr>
          <p:cNvPr id="23" name="グループ 22">
            <a:extLst>
              <a:ext uri="{FF2B5EF4-FFF2-40B4-BE49-F238E27FC236}">
                <a16:creationId xmlns:a16="http://schemas.microsoft.com/office/drawing/2014/main" id="{67EE228E-80B4-D191-194D-3720913CD210}"/>
              </a:ext>
            </a:extLst>
          </p:cNvPr>
          <p:cNvGrpSpPr/>
          <p:nvPr userDrawn="1"/>
        </p:nvGrpSpPr>
        <p:grpSpPr>
          <a:xfrm>
            <a:off x="11078040" y="685800"/>
            <a:ext cx="504370" cy="544340"/>
            <a:chOff x="10917026" y="837879"/>
            <a:chExt cx="513774" cy="554490"/>
          </a:xfrm>
        </p:grpSpPr>
        <p:sp>
          <p:nvSpPr>
            <p:cNvPr id="24" name="グラフィック 12">
              <a:extLst>
                <a:ext uri="{FF2B5EF4-FFF2-40B4-BE49-F238E27FC236}">
                  <a16:creationId xmlns:a16="http://schemas.microsoft.com/office/drawing/2014/main" id="{5F2878E0-CF71-CE0E-FB49-BC9AB7B750E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25" name="グラフィック 13">
              <a:extLst>
                <a:ext uri="{FF2B5EF4-FFF2-40B4-BE49-F238E27FC236}">
                  <a16:creationId xmlns:a16="http://schemas.microsoft.com/office/drawing/2014/main" id="{7E87741A-6AB9-C683-3F00-BC74FA8448E5}"/>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26" name="グラフィック 15">
              <a:extLst>
                <a:ext uri="{FF2B5EF4-FFF2-40B4-BE49-F238E27FC236}">
                  <a16:creationId xmlns:a16="http://schemas.microsoft.com/office/drawing/2014/main" id="{8A03B7A9-3959-1D93-7871-04782460676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10183034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画像付きコンテンツ 2">
    <p:spTree>
      <p:nvGrpSpPr>
        <p:cNvPr id="1" name=""/>
        <p:cNvGrpSpPr/>
        <p:nvPr/>
      </p:nvGrpSpPr>
      <p:grpSpPr>
        <a:xfrm>
          <a:off x="0" y="0"/>
          <a:ext cx="0" cy="0"/>
          <a:chOff x="0" y="0"/>
          <a:chExt cx="0" cy="0"/>
        </a:xfrm>
      </p:grpSpPr>
      <p:sp>
        <p:nvSpPr>
          <p:cNvPr id="28" name="タイトル 1">
            <a:extLst>
              <a:ext uri="{FF2B5EF4-FFF2-40B4-BE49-F238E27FC236}">
                <a16:creationId xmlns:a16="http://schemas.microsoft.com/office/drawing/2014/main" id="{766037FA-C85A-8CB7-2972-6A61D955B79F}"/>
              </a:ext>
            </a:extLst>
          </p:cNvPr>
          <p:cNvSpPr>
            <a:spLocks noGrp="1"/>
          </p:cNvSpPr>
          <p:nvPr>
            <p:ph type="title" hasCustomPrompt="1"/>
          </p:nvPr>
        </p:nvSpPr>
        <p:spPr>
          <a:xfrm>
            <a:off x="731520" y="731520"/>
            <a:ext cx="6423565" cy="914400"/>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8" name="コンテンツ プレースホルダー 7">
            <a:extLst>
              <a:ext uri="{FF2B5EF4-FFF2-40B4-BE49-F238E27FC236}">
                <a16:creationId xmlns:a16="http://schemas.microsoft.com/office/drawing/2014/main" id="{07755DB3-9272-8E5E-039F-AC14A2C07898}"/>
              </a:ext>
            </a:extLst>
          </p:cNvPr>
          <p:cNvSpPr>
            <a:spLocks noGrp="1"/>
          </p:cNvSpPr>
          <p:nvPr>
            <p:ph sz="quarter" idx="14" hasCustomPrompt="1"/>
          </p:nvPr>
        </p:nvSpPr>
        <p:spPr>
          <a:xfrm>
            <a:off x="731520" y="1984248"/>
            <a:ext cx="6415614" cy="3977640"/>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10" name="フッター プレースホルダー 9">
            <a:extLst>
              <a:ext uri="{FF2B5EF4-FFF2-40B4-BE49-F238E27FC236}">
                <a16:creationId xmlns:a16="http://schemas.microsoft.com/office/drawing/2014/main" id="{4515DEC4-C967-ABFB-73CF-0A90335332A4}"/>
              </a:ext>
            </a:extLst>
          </p:cNvPr>
          <p:cNvSpPr>
            <a:spLocks noGrp="1"/>
          </p:cNvSpPr>
          <p:nvPr>
            <p:ph type="ftr" sz="quarter" idx="16"/>
          </p:nvPr>
        </p:nvSpPr>
        <p:spPr>
          <a:xfrm>
            <a:off x="731520" y="6346864"/>
            <a:ext cx="280540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9" name="日付プレースホルダー 8">
            <a:extLst>
              <a:ext uri="{FF2B5EF4-FFF2-40B4-BE49-F238E27FC236}">
                <a16:creationId xmlns:a16="http://schemas.microsoft.com/office/drawing/2014/main" id="{81177663-FC76-DF36-EEB7-5BE4C6C82F3A}"/>
              </a:ext>
            </a:extLst>
          </p:cNvPr>
          <p:cNvSpPr>
            <a:spLocks noGrp="1"/>
          </p:cNvSpPr>
          <p:nvPr>
            <p:ph type="dt" sz="half" idx="15"/>
          </p:nvPr>
        </p:nvSpPr>
        <p:spPr>
          <a:xfrm>
            <a:off x="5874321" y="6346865"/>
            <a:ext cx="1607270" cy="365125"/>
          </a:xfrm>
        </p:spPr>
        <p:txBody>
          <a:bodyPr rtlCol="0"/>
          <a:lstStyle/>
          <a:p>
            <a:pPr rtl="0"/>
            <a:r>
              <a:rPr lang="en-US" altLang="ja-JP"/>
              <a:t>9/17/2025</a:t>
            </a:r>
            <a:endParaRPr lang="en-US"/>
          </a:p>
        </p:txBody>
      </p:sp>
      <p:sp>
        <p:nvSpPr>
          <p:cNvPr id="12" name="スライド番号プレースホルダー 11">
            <a:extLst>
              <a:ext uri="{FF2B5EF4-FFF2-40B4-BE49-F238E27FC236}">
                <a16:creationId xmlns:a16="http://schemas.microsoft.com/office/drawing/2014/main" id="{A5A5085F-BE80-B110-AA1F-9DD0919E27D7}"/>
              </a:ext>
            </a:extLst>
          </p:cNvPr>
          <p:cNvSpPr>
            <a:spLocks noGrp="1"/>
          </p:cNvSpPr>
          <p:nvPr>
            <p:ph type="sldNum" sz="quarter" idx="17"/>
          </p:nvPr>
        </p:nvSpPr>
        <p:spPr>
          <a:xfrm>
            <a:off x="7518358" y="6346865"/>
            <a:ext cx="429207" cy="365125"/>
          </a:xfrm>
        </p:spPr>
        <p:txBody>
          <a:bodyPr rtlCol="0"/>
          <a:lstStyle/>
          <a:p>
            <a:pPr rtl="0"/>
            <a:fld id="{AEAA3239-9EA4-4A65-A281-97F994456D9F}" type="slidenum">
              <a:rPr lang="en-US" smtClean="0"/>
              <a:t>‹#›</a:t>
            </a:fld>
            <a:endParaRPr lang="en-US"/>
          </a:p>
        </p:txBody>
      </p:sp>
      <p:sp>
        <p:nvSpPr>
          <p:cNvPr id="6" name="長方形 5">
            <a:extLst>
              <a:ext uri="{FF2B5EF4-FFF2-40B4-BE49-F238E27FC236}">
                <a16:creationId xmlns:a16="http://schemas.microsoft.com/office/drawing/2014/main" id="{1A40D3F1-5C23-CAD7-8AF9-5C81B4571DBB}"/>
              </a:ext>
              <a:ext uri="{C183D7F6-B498-43B3-948B-1728B52AA6E4}">
                <adec:decorative xmlns:adec="http://schemas.microsoft.com/office/drawing/2017/decorative" val="1"/>
              </a:ext>
            </a:extLst>
          </p:cNvPr>
          <p:cNvSpPr/>
          <p:nvPr userDrawn="1"/>
        </p:nvSpPr>
        <p:spPr>
          <a:xfrm>
            <a:off x="8854014" y="0"/>
            <a:ext cx="3336364"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図プレースホルダー 34">
            <a:extLst>
              <a:ext uri="{FF2B5EF4-FFF2-40B4-BE49-F238E27FC236}">
                <a16:creationId xmlns:a16="http://schemas.microsoft.com/office/drawing/2014/main" id="{9DBD1D3F-F3AD-C978-1458-64CE12AAFFFD}"/>
              </a:ext>
            </a:extLst>
          </p:cNvPr>
          <p:cNvSpPr>
            <a:spLocks noGrp="1"/>
          </p:cNvSpPr>
          <p:nvPr>
            <p:ph type="pic" sz="quarter" idx="18" hasCustomPrompt="1"/>
          </p:nvPr>
        </p:nvSpPr>
        <p:spPr>
          <a:xfrm>
            <a:off x="9155766" y="301752"/>
            <a:ext cx="2732860" cy="6254496"/>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grpSp>
        <p:nvGrpSpPr>
          <p:cNvPr id="2" name="グループ 1">
            <a:extLst>
              <a:ext uri="{FF2B5EF4-FFF2-40B4-BE49-F238E27FC236}">
                <a16:creationId xmlns:a16="http://schemas.microsoft.com/office/drawing/2014/main" id="{A18435CD-97DF-A076-40A5-65229CDC5C1B}"/>
              </a:ext>
            </a:extLst>
          </p:cNvPr>
          <p:cNvGrpSpPr/>
          <p:nvPr userDrawn="1"/>
        </p:nvGrpSpPr>
        <p:grpSpPr>
          <a:xfrm>
            <a:off x="7668411" y="685800"/>
            <a:ext cx="504370" cy="544340"/>
            <a:chOff x="10917026" y="837879"/>
            <a:chExt cx="513774" cy="554490"/>
          </a:xfrm>
        </p:grpSpPr>
        <p:sp>
          <p:nvSpPr>
            <p:cNvPr id="3" name="グラフィック 12">
              <a:extLst>
                <a:ext uri="{FF2B5EF4-FFF2-40B4-BE49-F238E27FC236}">
                  <a16:creationId xmlns:a16="http://schemas.microsoft.com/office/drawing/2014/main" id="{48B1A2B4-5074-9C60-9666-49DB6D32B328}"/>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4" name="グラフィック 13">
              <a:extLst>
                <a:ext uri="{FF2B5EF4-FFF2-40B4-BE49-F238E27FC236}">
                  <a16:creationId xmlns:a16="http://schemas.microsoft.com/office/drawing/2014/main" id="{1448CBF4-AC51-42E4-C98A-353B48E6515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5" name="グラフィック 15">
              <a:extLst>
                <a:ext uri="{FF2B5EF4-FFF2-40B4-BE49-F238E27FC236}">
                  <a16:creationId xmlns:a16="http://schemas.microsoft.com/office/drawing/2014/main" id="{E5BDC04D-82AC-D872-4B92-48EC2791BCB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37688094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画像付きコンテンツ 3">
    <p:spTree>
      <p:nvGrpSpPr>
        <p:cNvPr id="1" name=""/>
        <p:cNvGrpSpPr/>
        <p:nvPr/>
      </p:nvGrpSpPr>
      <p:grpSpPr>
        <a:xfrm>
          <a:off x="0" y="0"/>
          <a:ext cx="0" cy="0"/>
          <a:chOff x="0" y="0"/>
          <a:chExt cx="0" cy="0"/>
        </a:xfrm>
      </p:grpSpPr>
      <p:grpSp>
        <p:nvGrpSpPr>
          <p:cNvPr id="7" name="グループ 6">
            <a:extLst>
              <a:ext uri="{FF2B5EF4-FFF2-40B4-BE49-F238E27FC236}">
                <a16:creationId xmlns:a16="http://schemas.microsoft.com/office/drawing/2014/main" id="{787A406A-98CC-81E3-A582-DBAE79C8B4D2}"/>
              </a:ext>
            </a:extLst>
          </p:cNvPr>
          <p:cNvGrpSpPr/>
          <p:nvPr userDrawn="1"/>
        </p:nvGrpSpPr>
        <p:grpSpPr>
          <a:xfrm>
            <a:off x="11078040" y="685800"/>
            <a:ext cx="504370" cy="544340"/>
            <a:chOff x="10917026" y="837879"/>
            <a:chExt cx="513774" cy="554490"/>
          </a:xfrm>
        </p:grpSpPr>
        <p:sp>
          <p:nvSpPr>
            <p:cNvPr id="10" name="グラフィック 12">
              <a:extLst>
                <a:ext uri="{FF2B5EF4-FFF2-40B4-BE49-F238E27FC236}">
                  <a16:creationId xmlns:a16="http://schemas.microsoft.com/office/drawing/2014/main" id="{1974FA03-6110-90A7-7ACD-CC6BCF088F5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2" name="グラフィック 13">
              <a:extLst>
                <a:ext uri="{FF2B5EF4-FFF2-40B4-BE49-F238E27FC236}">
                  <a16:creationId xmlns:a16="http://schemas.microsoft.com/office/drawing/2014/main" id="{5CA3C8F2-2334-4369-C570-E512D554B20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3" name="グラフィック 15">
              <a:extLst>
                <a:ext uri="{FF2B5EF4-FFF2-40B4-BE49-F238E27FC236}">
                  <a16:creationId xmlns:a16="http://schemas.microsoft.com/office/drawing/2014/main" id="{4E33D598-2942-33DF-4C3C-4E499AE0B0A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
        <p:nvSpPr>
          <p:cNvPr id="21" name="長方形 20">
            <a:extLst>
              <a:ext uri="{FF2B5EF4-FFF2-40B4-BE49-F238E27FC236}">
                <a16:creationId xmlns:a16="http://schemas.microsoft.com/office/drawing/2014/main" id="{1B0CAAAC-D107-198B-E4CE-8452C06BB112}"/>
              </a:ext>
              <a:ext uri="{C183D7F6-B498-43B3-948B-1728B52AA6E4}">
                <adec:decorative xmlns:adec="http://schemas.microsoft.com/office/drawing/2017/decorative" val="1"/>
              </a:ext>
            </a:extLst>
          </p:cNvPr>
          <p:cNvSpPr/>
          <p:nvPr userDrawn="1"/>
        </p:nvSpPr>
        <p:spPr>
          <a:xfrm>
            <a:off x="0" y="0"/>
            <a:ext cx="289071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3" name="タイトル 1">
            <a:extLst>
              <a:ext uri="{FF2B5EF4-FFF2-40B4-BE49-F238E27FC236}">
                <a16:creationId xmlns:a16="http://schemas.microsoft.com/office/drawing/2014/main" id="{18AAE811-FEB8-95DC-B043-E131BEA52FF1}"/>
              </a:ext>
            </a:extLst>
          </p:cNvPr>
          <p:cNvSpPr>
            <a:spLocks noGrp="1"/>
          </p:cNvSpPr>
          <p:nvPr>
            <p:ph type="title" hasCustomPrompt="1"/>
          </p:nvPr>
        </p:nvSpPr>
        <p:spPr>
          <a:xfrm>
            <a:off x="3810000" y="731520"/>
            <a:ext cx="6858000" cy="914400"/>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22" name="図プレースホルダー 34">
            <a:extLst>
              <a:ext uri="{FF2B5EF4-FFF2-40B4-BE49-F238E27FC236}">
                <a16:creationId xmlns:a16="http://schemas.microsoft.com/office/drawing/2014/main" id="{5F03A7F6-0474-7396-683E-2A53EA6B6F0F}"/>
              </a:ext>
            </a:extLst>
          </p:cNvPr>
          <p:cNvSpPr>
            <a:spLocks noGrp="1"/>
          </p:cNvSpPr>
          <p:nvPr>
            <p:ph type="pic" sz="quarter" idx="18" hasCustomPrompt="1"/>
          </p:nvPr>
        </p:nvSpPr>
        <p:spPr>
          <a:xfrm>
            <a:off x="301753" y="301752"/>
            <a:ext cx="2287214" cy="6254496"/>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24" name="コンテンツ プレースホルダー 7">
            <a:extLst>
              <a:ext uri="{FF2B5EF4-FFF2-40B4-BE49-F238E27FC236}">
                <a16:creationId xmlns:a16="http://schemas.microsoft.com/office/drawing/2014/main" id="{D9F3B242-0007-0319-DD0E-C53F1CE59074}"/>
              </a:ext>
            </a:extLst>
          </p:cNvPr>
          <p:cNvSpPr>
            <a:spLocks noGrp="1"/>
          </p:cNvSpPr>
          <p:nvPr>
            <p:ph sz="quarter" idx="14" hasCustomPrompt="1"/>
          </p:nvPr>
        </p:nvSpPr>
        <p:spPr>
          <a:xfrm>
            <a:off x="3810000" y="1984248"/>
            <a:ext cx="6858000" cy="4306770"/>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18" name="フッター プレースホルダー 8">
            <a:extLst>
              <a:ext uri="{FF2B5EF4-FFF2-40B4-BE49-F238E27FC236}">
                <a16:creationId xmlns:a16="http://schemas.microsoft.com/office/drawing/2014/main" id="{1A075F21-2BDF-AFA6-0060-65B156C83F54}"/>
              </a:ext>
            </a:extLst>
          </p:cNvPr>
          <p:cNvSpPr>
            <a:spLocks noGrp="1"/>
          </p:cNvSpPr>
          <p:nvPr>
            <p:ph type="ftr" sz="quarter" idx="16"/>
          </p:nvPr>
        </p:nvSpPr>
        <p:spPr>
          <a:xfrm>
            <a:off x="3810000" y="6346870"/>
            <a:ext cx="280540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19" name="日付プレースホルダー 3">
            <a:extLst>
              <a:ext uri="{FF2B5EF4-FFF2-40B4-BE49-F238E27FC236}">
                <a16:creationId xmlns:a16="http://schemas.microsoft.com/office/drawing/2014/main" id="{A9AE630E-4E41-72F3-9B7D-A501ADBA940D}"/>
              </a:ext>
            </a:extLst>
          </p:cNvPr>
          <p:cNvSpPr>
            <a:spLocks noGrp="1"/>
          </p:cNvSpPr>
          <p:nvPr>
            <p:ph type="dt" sz="half" idx="15"/>
          </p:nvPr>
        </p:nvSpPr>
        <p:spPr>
          <a:xfrm>
            <a:off x="7313206" y="6346870"/>
            <a:ext cx="2925587" cy="365125"/>
          </a:xfrm>
        </p:spPr>
        <p:txBody>
          <a:bodyPr rtlCol="0"/>
          <a:lstStyle/>
          <a:p>
            <a:pPr rtl="0"/>
            <a:r>
              <a:rPr lang="en-US" altLang="ja-JP"/>
              <a:t>9/17/2025</a:t>
            </a:r>
            <a:endParaRPr lang="en-US"/>
          </a:p>
        </p:txBody>
      </p:sp>
      <p:sp>
        <p:nvSpPr>
          <p:cNvPr id="20" name="スライド番号プレースホルダー 9">
            <a:extLst>
              <a:ext uri="{FF2B5EF4-FFF2-40B4-BE49-F238E27FC236}">
                <a16:creationId xmlns:a16="http://schemas.microsoft.com/office/drawing/2014/main" id="{9922FFAC-6879-E94C-4B8D-7DF01B2C59E2}"/>
              </a:ext>
            </a:extLst>
          </p:cNvPr>
          <p:cNvSpPr>
            <a:spLocks noGrp="1"/>
          </p:cNvSpPr>
          <p:nvPr>
            <p:ph type="sldNum" sz="quarter" idx="17"/>
          </p:nvPr>
        </p:nvSpPr>
        <p:spPr>
          <a:xfrm>
            <a:off x="10238793" y="6346870"/>
            <a:ext cx="429207"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41125821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画像付きコンテンツ 4">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731520" y="731520"/>
            <a:ext cx="6858000" cy="914400"/>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8" name="コンテンツ プレースホルダー 7">
            <a:extLst>
              <a:ext uri="{FF2B5EF4-FFF2-40B4-BE49-F238E27FC236}">
                <a16:creationId xmlns:a16="http://schemas.microsoft.com/office/drawing/2014/main" id="{07755DB3-9272-8E5E-039F-AC14A2C07898}"/>
              </a:ext>
            </a:extLst>
          </p:cNvPr>
          <p:cNvSpPr>
            <a:spLocks noGrp="1"/>
          </p:cNvSpPr>
          <p:nvPr>
            <p:ph sz="quarter" idx="14" hasCustomPrompt="1"/>
          </p:nvPr>
        </p:nvSpPr>
        <p:spPr>
          <a:xfrm>
            <a:off x="731520" y="1984248"/>
            <a:ext cx="6858000" cy="4306770"/>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9" name="フッター プレースホルダー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6870"/>
            <a:ext cx="280540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9F3CAD5B-18BB-E21E-3A4C-7BAACB8519A4}"/>
              </a:ext>
            </a:extLst>
          </p:cNvPr>
          <p:cNvSpPr>
            <a:spLocks noGrp="1"/>
          </p:cNvSpPr>
          <p:nvPr>
            <p:ph type="dt" sz="half" idx="15"/>
          </p:nvPr>
        </p:nvSpPr>
        <p:spPr>
          <a:xfrm>
            <a:off x="5027206" y="6346870"/>
            <a:ext cx="2925587" cy="365125"/>
          </a:xfrm>
        </p:spPr>
        <p:txBody>
          <a:bodyPr rtlCol="0"/>
          <a:lstStyle/>
          <a:p>
            <a:pPr rtl="0"/>
            <a:r>
              <a:rPr lang="en-US" altLang="ja-JP"/>
              <a:t>9/17/2025</a:t>
            </a:r>
            <a:endParaRPr lang="en-US"/>
          </a:p>
        </p:txBody>
      </p:sp>
      <p:sp>
        <p:nvSpPr>
          <p:cNvPr id="10" name="スライド番号プレースホルダー 9">
            <a:extLst>
              <a:ext uri="{FF2B5EF4-FFF2-40B4-BE49-F238E27FC236}">
                <a16:creationId xmlns:a16="http://schemas.microsoft.com/office/drawing/2014/main" id="{BBDEAB8E-8806-A459-E320-4CA2B455BFD7}"/>
              </a:ext>
            </a:extLst>
          </p:cNvPr>
          <p:cNvSpPr>
            <a:spLocks noGrp="1"/>
          </p:cNvSpPr>
          <p:nvPr>
            <p:ph type="sldNum" sz="quarter" idx="17"/>
          </p:nvPr>
        </p:nvSpPr>
        <p:spPr>
          <a:xfrm>
            <a:off x="7952793" y="6346870"/>
            <a:ext cx="429207" cy="365125"/>
          </a:xfrm>
        </p:spPr>
        <p:txBody>
          <a:bodyPr rtlCol="0"/>
          <a:lstStyle/>
          <a:p>
            <a:pPr rtl="0"/>
            <a:fld id="{AEAA3239-9EA4-4A65-A281-97F994456D9F}" type="slidenum">
              <a:rPr lang="en-US" smtClean="0"/>
              <a:t>‹#›</a:t>
            </a:fld>
            <a:endParaRPr lang="en-US"/>
          </a:p>
        </p:txBody>
      </p:sp>
      <p:sp>
        <p:nvSpPr>
          <p:cNvPr id="3" name="長方形 2">
            <a:extLst>
              <a:ext uri="{FF2B5EF4-FFF2-40B4-BE49-F238E27FC236}">
                <a16:creationId xmlns:a16="http://schemas.microsoft.com/office/drawing/2014/main" id="{18997909-0131-A5AB-BDFD-5E97BCADBD6A}"/>
              </a:ext>
              <a:ext uri="{C183D7F6-B498-43B3-948B-1728B52AA6E4}">
                <adec:decorative xmlns:adec="http://schemas.microsoft.com/office/drawing/2017/decorative" val="1"/>
              </a:ext>
            </a:extLst>
          </p:cNvPr>
          <p:cNvSpPr/>
          <p:nvPr userDrawn="1"/>
        </p:nvSpPr>
        <p:spPr>
          <a:xfrm>
            <a:off x="9301280" y="0"/>
            <a:ext cx="289071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5" name="図プレースホルダー 34">
            <a:extLst>
              <a:ext uri="{FF2B5EF4-FFF2-40B4-BE49-F238E27FC236}">
                <a16:creationId xmlns:a16="http://schemas.microsoft.com/office/drawing/2014/main" id="{DF60756A-385A-6B79-E093-1C3F727234E3}"/>
              </a:ext>
            </a:extLst>
          </p:cNvPr>
          <p:cNvSpPr>
            <a:spLocks noGrp="1"/>
          </p:cNvSpPr>
          <p:nvPr>
            <p:ph type="pic" sz="quarter" idx="18" hasCustomPrompt="1"/>
          </p:nvPr>
        </p:nvSpPr>
        <p:spPr>
          <a:xfrm>
            <a:off x="9603033" y="301752"/>
            <a:ext cx="2287214" cy="6254496"/>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grpSp>
        <p:nvGrpSpPr>
          <p:cNvPr id="12" name="グループ 11">
            <a:extLst>
              <a:ext uri="{FF2B5EF4-FFF2-40B4-BE49-F238E27FC236}">
                <a16:creationId xmlns:a16="http://schemas.microsoft.com/office/drawing/2014/main" id="{C93FBD9B-BB94-CEED-C78F-D16C7C949103}"/>
              </a:ext>
            </a:extLst>
          </p:cNvPr>
          <p:cNvGrpSpPr/>
          <p:nvPr userDrawn="1"/>
        </p:nvGrpSpPr>
        <p:grpSpPr>
          <a:xfrm>
            <a:off x="8116493" y="685800"/>
            <a:ext cx="504370" cy="544340"/>
            <a:chOff x="10917026" y="837879"/>
            <a:chExt cx="513774" cy="554490"/>
          </a:xfrm>
        </p:grpSpPr>
        <p:sp>
          <p:nvSpPr>
            <p:cNvPr id="13" name="グラフィック 12">
              <a:extLst>
                <a:ext uri="{FF2B5EF4-FFF2-40B4-BE49-F238E27FC236}">
                  <a16:creationId xmlns:a16="http://schemas.microsoft.com/office/drawing/2014/main" id="{A3EB4539-F175-6B4B-7F0C-0A2944DFF89E}"/>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14" name="グラフィック 13">
              <a:extLst>
                <a:ext uri="{FF2B5EF4-FFF2-40B4-BE49-F238E27FC236}">
                  <a16:creationId xmlns:a16="http://schemas.microsoft.com/office/drawing/2014/main" id="{A7B804E8-3A22-78B4-B509-6DD4DBAE8D8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15" name="グラフィック 15">
              <a:extLst>
                <a:ext uri="{FF2B5EF4-FFF2-40B4-BE49-F238E27FC236}">
                  <a16:creationId xmlns:a16="http://schemas.microsoft.com/office/drawing/2014/main" id="{17E815E2-F347-3BE2-5C43-A012900BE63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12623733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画像付きコンテンツ 5">
    <p:spTree>
      <p:nvGrpSpPr>
        <p:cNvPr id="1" name=""/>
        <p:cNvGrpSpPr/>
        <p:nvPr/>
      </p:nvGrpSpPr>
      <p:grpSpPr>
        <a:xfrm>
          <a:off x="0" y="0"/>
          <a:ext cx="0" cy="0"/>
          <a:chOff x="0" y="0"/>
          <a:chExt cx="0" cy="0"/>
        </a:xfrm>
      </p:grpSpPr>
      <p:sp>
        <p:nvSpPr>
          <p:cNvPr id="17" name="長方形 16">
            <a:extLst>
              <a:ext uri="{FF2B5EF4-FFF2-40B4-BE49-F238E27FC236}">
                <a16:creationId xmlns:a16="http://schemas.microsoft.com/office/drawing/2014/main" id="{364FC88D-D92D-DA20-CF4A-84384D8C2F14}"/>
              </a:ext>
              <a:ext uri="{C183D7F6-B498-43B3-948B-1728B52AA6E4}">
                <adec:decorative xmlns:adec="http://schemas.microsoft.com/office/drawing/2017/decorative" val="1"/>
              </a:ext>
            </a:extLst>
          </p:cNvPr>
          <p:cNvSpPr/>
          <p:nvPr userDrawn="1"/>
        </p:nvSpPr>
        <p:spPr>
          <a:xfrm>
            <a:off x="0" y="0"/>
            <a:ext cx="527608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21" name="グループ 20">
            <a:extLst>
              <a:ext uri="{FF2B5EF4-FFF2-40B4-BE49-F238E27FC236}">
                <a16:creationId xmlns:a16="http://schemas.microsoft.com/office/drawing/2014/main" id="{B688C643-D0E9-231F-EB37-6774C0A3E8F1}"/>
              </a:ext>
            </a:extLst>
          </p:cNvPr>
          <p:cNvGrpSpPr/>
          <p:nvPr userDrawn="1"/>
        </p:nvGrpSpPr>
        <p:grpSpPr>
          <a:xfrm>
            <a:off x="11078040" y="685800"/>
            <a:ext cx="504370" cy="544340"/>
            <a:chOff x="10917026" y="837879"/>
            <a:chExt cx="513774" cy="554490"/>
          </a:xfrm>
        </p:grpSpPr>
        <p:sp>
          <p:nvSpPr>
            <p:cNvPr id="22" name="グラフィック 12">
              <a:extLst>
                <a:ext uri="{FF2B5EF4-FFF2-40B4-BE49-F238E27FC236}">
                  <a16:creationId xmlns:a16="http://schemas.microsoft.com/office/drawing/2014/main" id="{424C36C5-4A7D-CCF3-B51F-D0B88C6E608B}"/>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1"/>
                </a:solidFill>
              </a:endParaRPr>
            </a:p>
          </p:txBody>
        </p:sp>
        <p:sp>
          <p:nvSpPr>
            <p:cNvPr id="23" name="グラフィック 13">
              <a:extLst>
                <a:ext uri="{FF2B5EF4-FFF2-40B4-BE49-F238E27FC236}">
                  <a16:creationId xmlns:a16="http://schemas.microsoft.com/office/drawing/2014/main" id="{B0042815-752F-6DD6-53FD-A6E87B6E159E}"/>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1"/>
                </a:solidFill>
              </a:endParaRPr>
            </a:p>
          </p:txBody>
        </p:sp>
        <p:sp>
          <p:nvSpPr>
            <p:cNvPr id="24" name="グラフィック 15">
              <a:extLst>
                <a:ext uri="{FF2B5EF4-FFF2-40B4-BE49-F238E27FC236}">
                  <a16:creationId xmlns:a16="http://schemas.microsoft.com/office/drawing/2014/main" id="{CF56F6F2-7303-70CF-6CB5-85427DAC77B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1"/>
                </a:solidFill>
              </a:endParaRPr>
            </a:p>
          </p:txBody>
        </p:sp>
      </p:grpSp>
      <p:sp>
        <p:nvSpPr>
          <p:cNvPr id="25" name="タイトル 1">
            <a:extLst>
              <a:ext uri="{FF2B5EF4-FFF2-40B4-BE49-F238E27FC236}">
                <a16:creationId xmlns:a16="http://schemas.microsoft.com/office/drawing/2014/main" id="{140C24A2-BE01-3A87-C043-931216F0B64C}"/>
              </a:ext>
            </a:extLst>
          </p:cNvPr>
          <p:cNvSpPr>
            <a:spLocks noGrp="1"/>
          </p:cNvSpPr>
          <p:nvPr>
            <p:ph type="title" hasCustomPrompt="1"/>
          </p:nvPr>
        </p:nvSpPr>
        <p:spPr>
          <a:xfrm>
            <a:off x="6190488" y="731520"/>
            <a:ext cx="4663440" cy="1447800"/>
          </a:xfrm>
        </p:spPr>
        <p:txBody>
          <a:bodyPr rtlCol="0" anchor="b">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8" name="図プレースホルダー 34">
            <a:extLst>
              <a:ext uri="{FF2B5EF4-FFF2-40B4-BE49-F238E27FC236}">
                <a16:creationId xmlns:a16="http://schemas.microsoft.com/office/drawing/2014/main" id="{BEA2029F-15E2-0FF2-34DE-4EA7F2CAFC38}"/>
              </a:ext>
            </a:extLst>
          </p:cNvPr>
          <p:cNvSpPr>
            <a:spLocks noGrp="1"/>
          </p:cNvSpPr>
          <p:nvPr>
            <p:ph type="pic" sz="quarter" idx="18" hasCustomPrompt="1"/>
          </p:nvPr>
        </p:nvSpPr>
        <p:spPr>
          <a:xfrm>
            <a:off x="301752" y="301752"/>
            <a:ext cx="4672584" cy="6254496"/>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26" name="コンテンツ プレースホルダー 7">
            <a:extLst>
              <a:ext uri="{FF2B5EF4-FFF2-40B4-BE49-F238E27FC236}">
                <a16:creationId xmlns:a16="http://schemas.microsoft.com/office/drawing/2014/main" id="{7BFBE908-0DFE-6B84-D3F5-F4A5B0AF3EDF}"/>
              </a:ext>
            </a:extLst>
          </p:cNvPr>
          <p:cNvSpPr>
            <a:spLocks noGrp="1"/>
          </p:cNvSpPr>
          <p:nvPr>
            <p:ph sz="quarter" idx="14" hasCustomPrompt="1"/>
          </p:nvPr>
        </p:nvSpPr>
        <p:spPr>
          <a:xfrm>
            <a:off x="6195931" y="2373638"/>
            <a:ext cx="4460528" cy="3798562"/>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a:xfrm>
            <a:off x="6190488" y="6343955"/>
            <a:ext cx="210509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a:xfrm>
            <a:off x="8460666" y="6343955"/>
            <a:ext cx="1772029" cy="365125"/>
          </a:xfrm>
        </p:spPr>
        <p:txBody>
          <a:bodyPr rtlCol="0"/>
          <a:lstStyle>
            <a:lvl1pPr>
              <a:defRPr>
                <a:solidFill>
                  <a:schemeClr val="tx1"/>
                </a:solidFill>
                <a:effectLst/>
              </a:defRPr>
            </a:lvl1pPr>
          </a:lstStyle>
          <a:p>
            <a:pPr rtl="0"/>
            <a:r>
              <a:rPr lang="en-US" altLang="ja-JP"/>
              <a:t>9/17/2025</a:t>
            </a:r>
            <a:endParaRPr lang="en-US"/>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a:xfrm>
            <a:off x="10232695" y="6343955"/>
            <a:ext cx="429207"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30477345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画像付きコンテンツ 6">
    <p:spTree>
      <p:nvGrpSpPr>
        <p:cNvPr id="1" name=""/>
        <p:cNvGrpSpPr/>
        <p:nvPr/>
      </p:nvGrpSpPr>
      <p:grpSpPr>
        <a:xfrm>
          <a:off x="0" y="0"/>
          <a:ext cx="0" cy="0"/>
          <a:chOff x="0" y="0"/>
          <a:chExt cx="0" cy="0"/>
        </a:xfrm>
      </p:grpSpPr>
      <p:sp>
        <p:nvSpPr>
          <p:cNvPr id="9" name="長方形 8">
            <a:extLst>
              <a:ext uri="{FF2B5EF4-FFF2-40B4-BE49-F238E27FC236}">
                <a16:creationId xmlns:a16="http://schemas.microsoft.com/office/drawing/2014/main" id="{DA59BB2C-7590-FBB4-3327-5EC2E6FF4657}"/>
              </a:ext>
              <a:ext uri="{C183D7F6-B498-43B3-948B-1728B52AA6E4}">
                <adec:decorative xmlns:adec="http://schemas.microsoft.com/office/drawing/2017/decorative" val="1"/>
              </a:ext>
            </a:extLst>
          </p:cNvPr>
          <p:cNvSpPr/>
          <p:nvPr userDrawn="1"/>
        </p:nvSpPr>
        <p:spPr>
          <a:xfrm>
            <a:off x="6915912" y="0"/>
            <a:ext cx="527608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タイトル 1">
            <a:extLst>
              <a:ext uri="{FF2B5EF4-FFF2-40B4-BE49-F238E27FC236}">
                <a16:creationId xmlns:a16="http://schemas.microsoft.com/office/drawing/2014/main" id="{00F5D989-607B-FB7F-0F99-0E7B26A16824}"/>
              </a:ext>
            </a:extLst>
          </p:cNvPr>
          <p:cNvSpPr>
            <a:spLocks noGrp="1"/>
          </p:cNvSpPr>
          <p:nvPr>
            <p:ph type="title" hasCustomPrompt="1"/>
          </p:nvPr>
        </p:nvSpPr>
        <p:spPr>
          <a:xfrm>
            <a:off x="731520" y="731520"/>
            <a:ext cx="4760540" cy="1463040"/>
          </a:xfrm>
        </p:spPr>
        <p:txBody>
          <a:bodyPr rtlCol="0" anchor="b">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3" name="コンテンツ プレースホルダー 7">
            <a:extLst>
              <a:ext uri="{FF2B5EF4-FFF2-40B4-BE49-F238E27FC236}">
                <a16:creationId xmlns:a16="http://schemas.microsoft.com/office/drawing/2014/main" id="{0DDD81C0-07D7-782E-23E7-41B36AC20214}"/>
              </a:ext>
            </a:extLst>
          </p:cNvPr>
          <p:cNvSpPr>
            <a:spLocks noGrp="1"/>
          </p:cNvSpPr>
          <p:nvPr>
            <p:ph sz="quarter" idx="14" hasCustomPrompt="1"/>
          </p:nvPr>
        </p:nvSpPr>
        <p:spPr>
          <a:xfrm>
            <a:off x="731520" y="2373638"/>
            <a:ext cx="4460528" cy="3798562"/>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15" name="フッター プレースホルダー 5">
            <a:extLst>
              <a:ext uri="{FF2B5EF4-FFF2-40B4-BE49-F238E27FC236}">
                <a16:creationId xmlns:a16="http://schemas.microsoft.com/office/drawing/2014/main" id="{CAB313A0-3D14-8B7E-4DCD-7023183E01C3}"/>
              </a:ext>
            </a:extLst>
          </p:cNvPr>
          <p:cNvSpPr>
            <a:spLocks noGrp="1"/>
          </p:cNvSpPr>
          <p:nvPr>
            <p:ph type="ftr" sz="quarter" idx="11"/>
          </p:nvPr>
        </p:nvSpPr>
        <p:spPr>
          <a:xfrm>
            <a:off x="731520" y="6343955"/>
            <a:ext cx="2105099"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14" name="日付プレースホルダー 4">
            <a:extLst>
              <a:ext uri="{FF2B5EF4-FFF2-40B4-BE49-F238E27FC236}">
                <a16:creationId xmlns:a16="http://schemas.microsoft.com/office/drawing/2014/main" id="{ED1993B6-5797-FC08-C430-C673385C562D}"/>
              </a:ext>
            </a:extLst>
          </p:cNvPr>
          <p:cNvSpPr>
            <a:spLocks noGrp="1"/>
          </p:cNvSpPr>
          <p:nvPr>
            <p:ph type="dt" sz="half" idx="10"/>
          </p:nvPr>
        </p:nvSpPr>
        <p:spPr>
          <a:xfrm>
            <a:off x="3794178" y="6343955"/>
            <a:ext cx="1772029" cy="365125"/>
          </a:xfrm>
        </p:spPr>
        <p:txBody>
          <a:bodyPr rtlCol="0"/>
          <a:lstStyle>
            <a:lvl1pPr>
              <a:defRPr>
                <a:solidFill>
                  <a:schemeClr val="tx1"/>
                </a:solidFill>
                <a:effectLst/>
              </a:defRPr>
            </a:lvl1pPr>
          </a:lstStyle>
          <a:p>
            <a:pPr rtl="0"/>
            <a:r>
              <a:rPr lang="en-US" altLang="ja-JP"/>
              <a:t>9/17/2025</a:t>
            </a:r>
            <a:endParaRPr lang="en-US"/>
          </a:p>
        </p:txBody>
      </p:sp>
      <p:sp>
        <p:nvSpPr>
          <p:cNvPr id="16" name="スライド番号プレースホルダー 6">
            <a:extLst>
              <a:ext uri="{FF2B5EF4-FFF2-40B4-BE49-F238E27FC236}">
                <a16:creationId xmlns:a16="http://schemas.microsoft.com/office/drawing/2014/main" id="{DF8C9955-F196-5067-514B-5A38AEFE02E9}"/>
              </a:ext>
            </a:extLst>
          </p:cNvPr>
          <p:cNvSpPr>
            <a:spLocks noGrp="1"/>
          </p:cNvSpPr>
          <p:nvPr>
            <p:ph type="sldNum" sz="quarter" idx="12"/>
          </p:nvPr>
        </p:nvSpPr>
        <p:spPr>
          <a:xfrm>
            <a:off x="5566207" y="6343955"/>
            <a:ext cx="695108" cy="365125"/>
          </a:xfrm>
        </p:spPr>
        <p:txBody>
          <a:bodyPr rtlCol="0"/>
          <a:lstStyle/>
          <a:p>
            <a:pPr rtl="0"/>
            <a:fld id="{AEAA3239-9EA4-4A65-A281-97F994456D9F}" type="slidenum">
              <a:rPr lang="en-US" smtClean="0"/>
              <a:t>‹#›</a:t>
            </a:fld>
            <a:endParaRPr lang="en-US" dirty="0"/>
          </a:p>
        </p:txBody>
      </p:sp>
      <p:sp>
        <p:nvSpPr>
          <p:cNvPr id="10" name="図プレースホルダー 34">
            <a:extLst>
              <a:ext uri="{FF2B5EF4-FFF2-40B4-BE49-F238E27FC236}">
                <a16:creationId xmlns:a16="http://schemas.microsoft.com/office/drawing/2014/main" id="{39BF7065-8AF2-D931-49F8-454004870315}"/>
              </a:ext>
            </a:extLst>
          </p:cNvPr>
          <p:cNvSpPr>
            <a:spLocks noGrp="1"/>
          </p:cNvSpPr>
          <p:nvPr>
            <p:ph type="pic" sz="quarter" idx="18" hasCustomPrompt="1"/>
          </p:nvPr>
        </p:nvSpPr>
        <p:spPr>
          <a:xfrm>
            <a:off x="7217664" y="301752"/>
            <a:ext cx="4672584" cy="6254496"/>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grpSp>
        <p:nvGrpSpPr>
          <p:cNvPr id="2" name="グループ 1">
            <a:extLst>
              <a:ext uri="{FF2B5EF4-FFF2-40B4-BE49-F238E27FC236}">
                <a16:creationId xmlns:a16="http://schemas.microsoft.com/office/drawing/2014/main" id="{96DA45BA-0F8A-4A64-8B62-9586386978BE}"/>
              </a:ext>
            </a:extLst>
          </p:cNvPr>
          <p:cNvGrpSpPr/>
          <p:nvPr userDrawn="1"/>
        </p:nvGrpSpPr>
        <p:grpSpPr>
          <a:xfrm>
            <a:off x="5731125" y="685800"/>
            <a:ext cx="504370" cy="544340"/>
            <a:chOff x="10917026" y="837879"/>
            <a:chExt cx="513774" cy="554490"/>
          </a:xfrm>
        </p:grpSpPr>
        <p:sp>
          <p:nvSpPr>
            <p:cNvPr id="3" name="グラフィック 12">
              <a:extLst>
                <a:ext uri="{FF2B5EF4-FFF2-40B4-BE49-F238E27FC236}">
                  <a16:creationId xmlns:a16="http://schemas.microsoft.com/office/drawing/2014/main" id="{37384074-2785-F317-D94C-0A50BF6CF2A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4" name="グラフィック 13">
              <a:extLst>
                <a:ext uri="{FF2B5EF4-FFF2-40B4-BE49-F238E27FC236}">
                  <a16:creationId xmlns:a16="http://schemas.microsoft.com/office/drawing/2014/main" id="{29AE60DE-4722-9C1D-3B24-48359F2978F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5" name="グラフィック 15">
              <a:extLst>
                <a:ext uri="{FF2B5EF4-FFF2-40B4-BE49-F238E27FC236}">
                  <a16:creationId xmlns:a16="http://schemas.microsoft.com/office/drawing/2014/main" id="{252AF6E6-C7EE-AC03-2270-108B472CD8A6}"/>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1940440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画像付きコンテンツ 7">
    <p:spTree>
      <p:nvGrpSpPr>
        <p:cNvPr id="1" name=""/>
        <p:cNvGrpSpPr/>
        <p:nvPr/>
      </p:nvGrpSpPr>
      <p:grpSpPr>
        <a:xfrm>
          <a:off x="0" y="0"/>
          <a:ext cx="0" cy="0"/>
          <a:chOff x="0" y="0"/>
          <a:chExt cx="0" cy="0"/>
        </a:xfrm>
      </p:grpSpPr>
      <p:sp>
        <p:nvSpPr>
          <p:cNvPr id="13" name="長方形 12">
            <a:extLst>
              <a:ext uri="{FF2B5EF4-FFF2-40B4-BE49-F238E27FC236}">
                <a16:creationId xmlns:a16="http://schemas.microsoft.com/office/drawing/2014/main" id="{F788E269-88CE-8C16-5FFA-6422CB84D5CA}"/>
              </a:ext>
              <a:ext uri="{C183D7F6-B498-43B3-948B-1728B52AA6E4}">
                <adec:decorative xmlns:adec="http://schemas.microsoft.com/office/drawing/2017/decorative" val="1"/>
              </a:ext>
            </a:extLst>
          </p:cNvPr>
          <p:cNvSpPr/>
          <p:nvPr userDrawn="1"/>
        </p:nvSpPr>
        <p:spPr>
          <a:xfrm>
            <a:off x="-13138" y="1524"/>
            <a:ext cx="6281165"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 name="タイトル 1">
            <a:extLst>
              <a:ext uri="{FF2B5EF4-FFF2-40B4-BE49-F238E27FC236}">
                <a16:creationId xmlns:a16="http://schemas.microsoft.com/office/drawing/2014/main" id="{A900E387-922C-953A-843A-B9F023262BD7}"/>
              </a:ext>
            </a:extLst>
          </p:cNvPr>
          <p:cNvSpPr>
            <a:spLocks noGrp="1"/>
          </p:cNvSpPr>
          <p:nvPr>
            <p:ph type="title" hasCustomPrompt="1"/>
          </p:nvPr>
        </p:nvSpPr>
        <p:spPr>
          <a:xfrm>
            <a:off x="7178104" y="731520"/>
            <a:ext cx="3566160" cy="1463040"/>
          </a:xfrm>
        </p:spPr>
        <p:txBody>
          <a:bodyPr rtlCol="0" anchor="b">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4" name="図プレースホルダー 19">
            <a:extLst>
              <a:ext uri="{FF2B5EF4-FFF2-40B4-BE49-F238E27FC236}">
                <a16:creationId xmlns:a16="http://schemas.microsoft.com/office/drawing/2014/main" id="{38E1518C-B8DA-5FB3-D59D-3C0852649A63}"/>
              </a:ext>
            </a:extLst>
          </p:cNvPr>
          <p:cNvSpPr>
            <a:spLocks noGrp="1"/>
          </p:cNvSpPr>
          <p:nvPr>
            <p:ph type="pic" sz="quarter" idx="18" hasCustomPrompt="1"/>
          </p:nvPr>
        </p:nvSpPr>
        <p:spPr>
          <a:xfrm>
            <a:off x="288485" y="303276"/>
            <a:ext cx="5677791" cy="6251447"/>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12" name="コンテンツ プレースホルダー 7">
            <a:extLst>
              <a:ext uri="{FF2B5EF4-FFF2-40B4-BE49-F238E27FC236}">
                <a16:creationId xmlns:a16="http://schemas.microsoft.com/office/drawing/2014/main" id="{35F0A005-5A5E-B738-FB00-880E7ABF3C82}"/>
              </a:ext>
            </a:extLst>
          </p:cNvPr>
          <p:cNvSpPr>
            <a:spLocks noGrp="1"/>
          </p:cNvSpPr>
          <p:nvPr>
            <p:ph sz="quarter" idx="14" hasCustomPrompt="1"/>
          </p:nvPr>
        </p:nvSpPr>
        <p:spPr>
          <a:xfrm>
            <a:off x="7178233" y="2373638"/>
            <a:ext cx="3466596" cy="3798562"/>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9" name="フッター プレースホルダー 8">
            <a:extLst>
              <a:ext uri="{FF2B5EF4-FFF2-40B4-BE49-F238E27FC236}">
                <a16:creationId xmlns:a16="http://schemas.microsoft.com/office/drawing/2014/main" id="{B09198F5-FF38-389C-E060-120AC6301809}"/>
              </a:ext>
            </a:extLst>
          </p:cNvPr>
          <p:cNvSpPr>
            <a:spLocks noGrp="1"/>
          </p:cNvSpPr>
          <p:nvPr>
            <p:ph type="ftr" sz="quarter" idx="16"/>
          </p:nvPr>
        </p:nvSpPr>
        <p:spPr>
          <a:xfrm>
            <a:off x="7178105" y="6343955"/>
            <a:ext cx="2012061"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15305F20-8340-4F06-2EA5-4D05FFED4587}"/>
              </a:ext>
            </a:extLst>
          </p:cNvPr>
          <p:cNvSpPr>
            <a:spLocks noGrp="1"/>
          </p:cNvSpPr>
          <p:nvPr>
            <p:ph type="dt" sz="half" idx="15"/>
          </p:nvPr>
        </p:nvSpPr>
        <p:spPr>
          <a:xfrm>
            <a:off x="9190166" y="6343955"/>
            <a:ext cx="922372" cy="365125"/>
          </a:xfrm>
        </p:spPr>
        <p:txBody>
          <a:bodyPr rtlCol="0"/>
          <a:lstStyle/>
          <a:p>
            <a:pPr rtl="0"/>
            <a:r>
              <a:rPr lang="en-US" altLang="ja-JP"/>
              <a:t>9/17/2025</a:t>
            </a:r>
            <a:endParaRPr lang="en-US"/>
          </a:p>
        </p:txBody>
      </p:sp>
      <p:sp>
        <p:nvSpPr>
          <p:cNvPr id="10" name="スライド番号プレースホルダー 9">
            <a:extLst>
              <a:ext uri="{FF2B5EF4-FFF2-40B4-BE49-F238E27FC236}">
                <a16:creationId xmlns:a16="http://schemas.microsoft.com/office/drawing/2014/main" id="{4963CA08-6B63-DC1E-8CB3-C323C9040122}"/>
              </a:ext>
            </a:extLst>
          </p:cNvPr>
          <p:cNvSpPr>
            <a:spLocks noGrp="1"/>
          </p:cNvSpPr>
          <p:nvPr>
            <p:ph type="sldNum" sz="quarter" idx="17"/>
          </p:nvPr>
        </p:nvSpPr>
        <p:spPr>
          <a:xfrm>
            <a:off x="10212180" y="6343955"/>
            <a:ext cx="429207" cy="365125"/>
          </a:xfrm>
        </p:spPr>
        <p:txBody>
          <a:bodyPr rtlCol="0"/>
          <a:lstStyle/>
          <a:p>
            <a:pPr rtl="0"/>
            <a:fld id="{AEAA3239-9EA4-4A65-A281-97F994456D9F}" type="slidenum">
              <a:rPr lang="en-US" smtClean="0"/>
              <a:t>‹#›</a:t>
            </a:fld>
            <a:endParaRPr lang="en-US"/>
          </a:p>
        </p:txBody>
      </p:sp>
      <p:grpSp>
        <p:nvGrpSpPr>
          <p:cNvPr id="15" name="グループ 14">
            <a:extLst>
              <a:ext uri="{FF2B5EF4-FFF2-40B4-BE49-F238E27FC236}">
                <a16:creationId xmlns:a16="http://schemas.microsoft.com/office/drawing/2014/main" id="{F5085F88-91FD-D282-D563-71C441A10FEE}"/>
              </a:ext>
            </a:extLst>
          </p:cNvPr>
          <p:cNvGrpSpPr/>
          <p:nvPr userDrawn="1"/>
        </p:nvGrpSpPr>
        <p:grpSpPr>
          <a:xfrm>
            <a:off x="11078040" y="685800"/>
            <a:ext cx="504370" cy="544340"/>
            <a:chOff x="10917026" y="837879"/>
            <a:chExt cx="513774" cy="554490"/>
          </a:xfrm>
        </p:grpSpPr>
        <p:sp>
          <p:nvSpPr>
            <p:cNvPr id="16" name="グラフィック 12">
              <a:extLst>
                <a:ext uri="{FF2B5EF4-FFF2-40B4-BE49-F238E27FC236}">
                  <a16:creationId xmlns:a16="http://schemas.microsoft.com/office/drawing/2014/main" id="{46032939-0CC3-2255-D3BA-4C4BA045A7F8}"/>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1"/>
                </a:solidFill>
              </a:endParaRPr>
            </a:p>
          </p:txBody>
        </p:sp>
        <p:sp>
          <p:nvSpPr>
            <p:cNvPr id="17" name="グラフィック 13">
              <a:extLst>
                <a:ext uri="{FF2B5EF4-FFF2-40B4-BE49-F238E27FC236}">
                  <a16:creationId xmlns:a16="http://schemas.microsoft.com/office/drawing/2014/main" id="{326CB967-92AC-04E3-A374-19C81692447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1"/>
                </a:solidFill>
              </a:endParaRPr>
            </a:p>
          </p:txBody>
        </p:sp>
        <p:sp>
          <p:nvSpPr>
            <p:cNvPr id="18" name="グラフィック 15">
              <a:extLst>
                <a:ext uri="{FF2B5EF4-FFF2-40B4-BE49-F238E27FC236}">
                  <a16:creationId xmlns:a16="http://schemas.microsoft.com/office/drawing/2014/main" id="{3467D95A-0128-AF21-E271-EC4877C8922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1"/>
                </a:solidFill>
              </a:endParaRPr>
            </a:p>
          </p:txBody>
        </p:sp>
      </p:grpSp>
    </p:spTree>
    <p:extLst>
      <p:ext uri="{BB962C8B-B14F-4D97-AF65-F5344CB8AC3E}">
        <p14:creationId xmlns:p14="http://schemas.microsoft.com/office/powerpoint/2010/main" val="33574191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画像付きコンテンツ 8">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731519" y="731520"/>
            <a:ext cx="3734215" cy="1463040"/>
          </a:xfrm>
        </p:spPr>
        <p:txBody>
          <a:bodyPr rtlCol="0" anchor="b">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8" name="コンテンツ プレースホルダー 7">
            <a:extLst>
              <a:ext uri="{FF2B5EF4-FFF2-40B4-BE49-F238E27FC236}">
                <a16:creationId xmlns:a16="http://schemas.microsoft.com/office/drawing/2014/main" id="{747AED59-1A26-9C13-8482-7857E7DEFE52}"/>
              </a:ext>
            </a:extLst>
          </p:cNvPr>
          <p:cNvSpPr>
            <a:spLocks noGrp="1"/>
          </p:cNvSpPr>
          <p:nvPr>
            <p:ph sz="quarter" idx="14" hasCustomPrompt="1"/>
          </p:nvPr>
        </p:nvSpPr>
        <p:spPr>
          <a:xfrm>
            <a:off x="731520" y="2373638"/>
            <a:ext cx="3466596" cy="3798562"/>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9" name="フッター プレースホルダー 8">
            <a:extLst>
              <a:ext uri="{FF2B5EF4-FFF2-40B4-BE49-F238E27FC236}">
                <a16:creationId xmlns:a16="http://schemas.microsoft.com/office/drawing/2014/main" id="{B09198F5-FF38-389C-E060-120AC6301809}"/>
              </a:ext>
            </a:extLst>
          </p:cNvPr>
          <p:cNvSpPr>
            <a:spLocks noGrp="1"/>
          </p:cNvSpPr>
          <p:nvPr>
            <p:ph type="ftr" sz="quarter" idx="16"/>
          </p:nvPr>
        </p:nvSpPr>
        <p:spPr>
          <a:xfrm>
            <a:off x="731520" y="6343955"/>
            <a:ext cx="1637337"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15305F20-8340-4F06-2EA5-4D05FFED4587}"/>
              </a:ext>
            </a:extLst>
          </p:cNvPr>
          <p:cNvSpPr>
            <a:spLocks noGrp="1"/>
          </p:cNvSpPr>
          <p:nvPr>
            <p:ph type="dt" sz="half" idx="15"/>
          </p:nvPr>
        </p:nvSpPr>
        <p:spPr>
          <a:xfrm>
            <a:off x="3617591" y="6343955"/>
            <a:ext cx="949766" cy="365125"/>
          </a:xfrm>
        </p:spPr>
        <p:txBody>
          <a:bodyPr rtlCol="0"/>
          <a:lstStyle/>
          <a:p>
            <a:pPr rtl="0"/>
            <a:r>
              <a:rPr lang="en-US" altLang="ja-JP"/>
              <a:t>9/17/2025</a:t>
            </a:r>
            <a:endParaRPr lang="en-US"/>
          </a:p>
        </p:txBody>
      </p:sp>
      <p:sp>
        <p:nvSpPr>
          <p:cNvPr id="10" name="スライド番号プレースホルダー 9">
            <a:extLst>
              <a:ext uri="{FF2B5EF4-FFF2-40B4-BE49-F238E27FC236}">
                <a16:creationId xmlns:a16="http://schemas.microsoft.com/office/drawing/2014/main" id="{4963CA08-6B63-DC1E-8CB3-C323C9040122}"/>
              </a:ext>
            </a:extLst>
          </p:cNvPr>
          <p:cNvSpPr>
            <a:spLocks noGrp="1"/>
          </p:cNvSpPr>
          <p:nvPr>
            <p:ph type="sldNum" sz="quarter" idx="17"/>
          </p:nvPr>
        </p:nvSpPr>
        <p:spPr>
          <a:xfrm>
            <a:off x="4567357" y="6343955"/>
            <a:ext cx="429207" cy="365125"/>
          </a:xfrm>
        </p:spPr>
        <p:txBody>
          <a:bodyPr rtlCol="0"/>
          <a:lstStyle/>
          <a:p>
            <a:pPr rtl="0"/>
            <a:fld id="{AEAA3239-9EA4-4A65-A281-97F994456D9F}" type="slidenum">
              <a:rPr lang="en-US" smtClean="0"/>
              <a:t>‹#›</a:t>
            </a:fld>
            <a:endParaRPr lang="en-US"/>
          </a:p>
        </p:txBody>
      </p:sp>
      <p:sp>
        <p:nvSpPr>
          <p:cNvPr id="3" name="長方形 2">
            <a:extLst>
              <a:ext uri="{FF2B5EF4-FFF2-40B4-BE49-F238E27FC236}">
                <a16:creationId xmlns:a16="http://schemas.microsoft.com/office/drawing/2014/main" id="{D6D97762-21CE-742F-476A-8D113FA7710B}"/>
              </a:ext>
              <a:ext uri="{C183D7F6-B498-43B3-948B-1728B52AA6E4}">
                <adec:decorative xmlns:adec="http://schemas.microsoft.com/office/drawing/2017/decorative" val="1"/>
              </a:ext>
            </a:extLst>
          </p:cNvPr>
          <p:cNvSpPr/>
          <p:nvPr userDrawn="1"/>
        </p:nvSpPr>
        <p:spPr>
          <a:xfrm>
            <a:off x="5910835" y="0"/>
            <a:ext cx="6281165"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5" name="図プレースホルダー 19">
            <a:extLst>
              <a:ext uri="{FF2B5EF4-FFF2-40B4-BE49-F238E27FC236}">
                <a16:creationId xmlns:a16="http://schemas.microsoft.com/office/drawing/2014/main" id="{3A0DA082-043B-10E6-F85B-5FE613224E99}"/>
              </a:ext>
            </a:extLst>
          </p:cNvPr>
          <p:cNvSpPr>
            <a:spLocks noGrp="1"/>
          </p:cNvSpPr>
          <p:nvPr>
            <p:ph type="pic" sz="quarter" idx="18" hasCustomPrompt="1"/>
          </p:nvPr>
        </p:nvSpPr>
        <p:spPr>
          <a:xfrm>
            <a:off x="6212458" y="301752"/>
            <a:ext cx="5677791" cy="6251447"/>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grpSp>
        <p:nvGrpSpPr>
          <p:cNvPr id="6" name="グループ 5">
            <a:extLst>
              <a:ext uri="{FF2B5EF4-FFF2-40B4-BE49-F238E27FC236}">
                <a16:creationId xmlns:a16="http://schemas.microsoft.com/office/drawing/2014/main" id="{9A8D083D-C540-D2F5-A63D-179C0B9297D1}"/>
              </a:ext>
            </a:extLst>
          </p:cNvPr>
          <p:cNvGrpSpPr/>
          <p:nvPr userDrawn="1"/>
        </p:nvGrpSpPr>
        <p:grpSpPr>
          <a:xfrm>
            <a:off x="4708236" y="685800"/>
            <a:ext cx="504370" cy="544340"/>
            <a:chOff x="10917026" y="837879"/>
            <a:chExt cx="513774" cy="554490"/>
          </a:xfrm>
        </p:grpSpPr>
        <p:sp>
          <p:nvSpPr>
            <p:cNvPr id="7" name="グラフィック 12">
              <a:extLst>
                <a:ext uri="{FF2B5EF4-FFF2-40B4-BE49-F238E27FC236}">
                  <a16:creationId xmlns:a16="http://schemas.microsoft.com/office/drawing/2014/main" id="{C093ED64-0C42-9BE5-744F-84BC0FC56BC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11" name="グラフィック 13">
              <a:extLst>
                <a:ext uri="{FF2B5EF4-FFF2-40B4-BE49-F238E27FC236}">
                  <a16:creationId xmlns:a16="http://schemas.microsoft.com/office/drawing/2014/main" id="{FEC78D10-4FD6-6427-73BE-7E91E74A3AE5}"/>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12" name="グラフィック 15">
              <a:extLst>
                <a:ext uri="{FF2B5EF4-FFF2-40B4-BE49-F238E27FC236}">
                  <a16:creationId xmlns:a16="http://schemas.microsoft.com/office/drawing/2014/main" id="{1F87DA6C-8CB7-C8C3-42EF-FB410EF4E4AC}"/>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21462785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画像付きコンテンツ 9">
    <p:spTree>
      <p:nvGrpSpPr>
        <p:cNvPr id="1" name=""/>
        <p:cNvGrpSpPr/>
        <p:nvPr/>
      </p:nvGrpSpPr>
      <p:grpSpPr>
        <a:xfrm>
          <a:off x="0" y="0"/>
          <a:ext cx="0" cy="0"/>
          <a:chOff x="0" y="0"/>
          <a:chExt cx="0" cy="0"/>
        </a:xfrm>
      </p:grpSpPr>
      <p:sp>
        <p:nvSpPr>
          <p:cNvPr id="15" name="長方形 14">
            <a:extLst>
              <a:ext uri="{FF2B5EF4-FFF2-40B4-BE49-F238E27FC236}">
                <a16:creationId xmlns:a16="http://schemas.microsoft.com/office/drawing/2014/main" id="{41568231-6EE1-C9D1-731F-866CD76D7217}"/>
              </a:ext>
              <a:ext uri="{C183D7F6-B498-43B3-948B-1728B52AA6E4}">
                <adec:decorative xmlns:adec="http://schemas.microsoft.com/office/drawing/2017/decorative" val="1"/>
              </a:ext>
            </a:extLst>
          </p:cNvPr>
          <p:cNvSpPr/>
          <p:nvPr userDrawn="1"/>
        </p:nvSpPr>
        <p:spPr>
          <a:xfrm>
            <a:off x="-1" y="0"/>
            <a:ext cx="701039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18" name="グループ 17">
            <a:extLst>
              <a:ext uri="{FF2B5EF4-FFF2-40B4-BE49-F238E27FC236}">
                <a16:creationId xmlns:a16="http://schemas.microsoft.com/office/drawing/2014/main" id="{78CADE79-1143-4025-5E81-CDF840A55570}"/>
              </a:ext>
            </a:extLst>
          </p:cNvPr>
          <p:cNvGrpSpPr/>
          <p:nvPr userDrawn="1"/>
        </p:nvGrpSpPr>
        <p:grpSpPr>
          <a:xfrm>
            <a:off x="11078040" y="685800"/>
            <a:ext cx="504370" cy="544340"/>
            <a:chOff x="10917026" y="837879"/>
            <a:chExt cx="513774" cy="554490"/>
          </a:xfrm>
        </p:grpSpPr>
        <p:sp>
          <p:nvSpPr>
            <p:cNvPr id="19" name="グラフィック 12">
              <a:extLst>
                <a:ext uri="{FF2B5EF4-FFF2-40B4-BE49-F238E27FC236}">
                  <a16:creationId xmlns:a16="http://schemas.microsoft.com/office/drawing/2014/main" id="{AED6A418-02F5-0E8F-B066-68C4FC75E8F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1"/>
                </a:solidFill>
              </a:endParaRPr>
            </a:p>
          </p:txBody>
        </p:sp>
        <p:sp>
          <p:nvSpPr>
            <p:cNvPr id="20" name="グラフィック 13">
              <a:extLst>
                <a:ext uri="{FF2B5EF4-FFF2-40B4-BE49-F238E27FC236}">
                  <a16:creationId xmlns:a16="http://schemas.microsoft.com/office/drawing/2014/main" id="{78A9BA8F-867C-C0C4-EAFC-DD16736ECDEB}"/>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1"/>
                </a:solidFill>
              </a:endParaRPr>
            </a:p>
          </p:txBody>
        </p:sp>
        <p:sp>
          <p:nvSpPr>
            <p:cNvPr id="21" name="グラフィック 15">
              <a:extLst>
                <a:ext uri="{FF2B5EF4-FFF2-40B4-BE49-F238E27FC236}">
                  <a16:creationId xmlns:a16="http://schemas.microsoft.com/office/drawing/2014/main" id="{E36243AC-DEA9-2BB6-9493-F12EF61BACD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1"/>
                </a:solidFill>
              </a:endParaRPr>
            </a:p>
          </p:txBody>
        </p:sp>
      </p:grpSp>
      <p:sp>
        <p:nvSpPr>
          <p:cNvPr id="24" name="タイトル 1">
            <a:extLst>
              <a:ext uri="{FF2B5EF4-FFF2-40B4-BE49-F238E27FC236}">
                <a16:creationId xmlns:a16="http://schemas.microsoft.com/office/drawing/2014/main" id="{0BF1A3E9-2DA8-EFCD-1945-10B7E4A7FC17}"/>
              </a:ext>
            </a:extLst>
          </p:cNvPr>
          <p:cNvSpPr>
            <a:spLocks noGrp="1"/>
          </p:cNvSpPr>
          <p:nvPr>
            <p:ph type="title" hasCustomPrompt="1"/>
          </p:nvPr>
        </p:nvSpPr>
        <p:spPr>
          <a:xfrm>
            <a:off x="7913788" y="731519"/>
            <a:ext cx="2699254" cy="2377440"/>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6" name="図プレースホルダー 19">
            <a:extLst>
              <a:ext uri="{FF2B5EF4-FFF2-40B4-BE49-F238E27FC236}">
                <a16:creationId xmlns:a16="http://schemas.microsoft.com/office/drawing/2014/main" id="{5B7D5800-440E-ABD3-D549-DBAB5788D851}"/>
              </a:ext>
            </a:extLst>
          </p:cNvPr>
          <p:cNvSpPr>
            <a:spLocks noGrp="1"/>
          </p:cNvSpPr>
          <p:nvPr>
            <p:ph type="pic" sz="quarter" idx="18" hasCustomPrompt="1"/>
          </p:nvPr>
        </p:nvSpPr>
        <p:spPr>
          <a:xfrm>
            <a:off x="306362" y="301752"/>
            <a:ext cx="6402283" cy="6251447"/>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25" name="コンテンツ プレースホルダー 7">
            <a:extLst>
              <a:ext uri="{FF2B5EF4-FFF2-40B4-BE49-F238E27FC236}">
                <a16:creationId xmlns:a16="http://schemas.microsoft.com/office/drawing/2014/main" id="{EBCA59A2-F29D-63E1-CCFC-C5630CD91770}"/>
              </a:ext>
            </a:extLst>
          </p:cNvPr>
          <p:cNvSpPr>
            <a:spLocks noGrp="1"/>
          </p:cNvSpPr>
          <p:nvPr>
            <p:ph sz="quarter" idx="14" hasCustomPrompt="1"/>
          </p:nvPr>
        </p:nvSpPr>
        <p:spPr>
          <a:xfrm>
            <a:off x="7914782" y="3337720"/>
            <a:ext cx="2693346" cy="2656250"/>
          </a:xfrm>
        </p:spPr>
        <p:txBody>
          <a:bodyPr vert="horz" lIns="91440" tIns="45720" rIns="91440" bIns="45720" rtlCol="0">
            <a:normAutofit/>
          </a:bodyPr>
          <a:lstStyle>
            <a:lvl1pPr marL="0" indent="0">
              <a:buNone/>
              <a:defRPr lang="en-US" sz="1400" dirty="0">
                <a:latin typeface="Meiryo UI" panose="020B0604030504040204" pitchFamily="34" charset="-128"/>
                <a:ea typeface="Meiryo UI" panose="020B0604030504040204" pitchFamily="34" charset="-128"/>
              </a:defRPr>
            </a:lvl1pPr>
            <a:lvl2pPr marL="228600" indent="0">
              <a:buNone/>
              <a:defRPr lang="en-US" sz="1400" dirty="0">
                <a:latin typeface="Meiryo UI" panose="020B0604030504040204" pitchFamily="34" charset="-128"/>
                <a:ea typeface="Meiryo UI" panose="020B0604030504040204" pitchFamily="34" charset="-128"/>
              </a:defRPr>
            </a:lvl2pPr>
            <a:lvl3pPr marL="457200" indent="0">
              <a:buNone/>
              <a:defRPr lang="en-US" sz="1400" dirty="0">
                <a:latin typeface="Meiryo UI" panose="020B0604030504040204" pitchFamily="34" charset="-128"/>
                <a:ea typeface="Meiryo UI" panose="020B0604030504040204" pitchFamily="34" charset="-128"/>
              </a:defRPr>
            </a:lvl3pPr>
            <a:lvl4pPr marL="685800" indent="0">
              <a:buNone/>
              <a:defRPr lang="en-US" sz="1400" dirty="0">
                <a:latin typeface="Meiryo UI" panose="020B0604030504040204" pitchFamily="34" charset="-128"/>
                <a:ea typeface="Meiryo UI" panose="020B0604030504040204" pitchFamily="34" charset="-128"/>
              </a:defRPr>
            </a:lvl4pPr>
            <a:lvl5pPr marL="914400" indent="0">
              <a:buNone/>
              <a:defRPr lang="en-US" sz="1400" dirty="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a:xfrm>
            <a:off x="7913788" y="6343955"/>
            <a:ext cx="1404460"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a:xfrm>
            <a:off x="9329261" y="6343955"/>
            <a:ext cx="854573" cy="365125"/>
          </a:xfrm>
        </p:spPr>
        <p:txBody>
          <a:bodyPr rtlCol="0"/>
          <a:lstStyle>
            <a:lvl1pPr>
              <a:defRPr>
                <a:solidFill>
                  <a:schemeClr val="bg1">
                    <a:lumMod val="65000"/>
                  </a:schemeClr>
                </a:solidFill>
                <a:effectLst/>
              </a:defRPr>
            </a:lvl1pPr>
          </a:lstStyle>
          <a:p>
            <a:pPr rtl="0"/>
            <a:r>
              <a:rPr lang="en-US" altLang="ja-JP"/>
              <a:t>9/17/2025</a:t>
            </a:r>
            <a:endParaRPr lang="en-US"/>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a:xfrm>
            <a:off x="10183835" y="6343955"/>
            <a:ext cx="429207"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36443800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画像付きコンテンツ 10">
    <p:spTree>
      <p:nvGrpSpPr>
        <p:cNvPr id="1" name=""/>
        <p:cNvGrpSpPr/>
        <p:nvPr/>
      </p:nvGrpSpPr>
      <p:grpSpPr>
        <a:xfrm>
          <a:off x="0" y="0"/>
          <a:ext cx="0" cy="0"/>
          <a:chOff x="0" y="0"/>
          <a:chExt cx="0" cy="0"/>
        </a:xfrm>
      </p:grpSpPr>
      <p:sp>
        <p:nvSpPr>
          <p:cNvPr id="18" name="長方形 17">
            <a:extLst>
              <a:ext uri="{FF2B5EF4-FFF2-40B4-BE49-F238E27FC236}">
                <a16:creationId xmlns:a16="http://schemas.microsoft.com/office/drawing/2014/main" id="{53B3EF42-50EE-E6A8-A9C2-7AFE6D442ADC}"/>
              </a:ext>
              <a:ext uri="{C183D7F6-B498-43B3-948B-1728B52AA6E4}">
                <adec:decorative xmlns:adec="http://schemas.microsoft.com/office/drawing/2017/decorative" val="1"/>
              </a:ext>
            </a:extLst>
          </p:cNvPr>
          <p:cNvSpPr/>
          <p:nvPr userDrawn="1"/>
        </p:nvSpPr>
        <p:spPr>
          <a:xfrm>
            <a:off x="5196841" y="0"/>
            <a:ext cx="7010399"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10" name="グループ 9">
            <a:extLst>
              <a:ext uri="{FF2B5EF4-FFF2-40B4-BE49-F238E27FC236}">
                <a16:creationId xmlns:a16="http://schemas.microsoft.com/office/drawing/2014/main" id="{9252F0D5-BB41-D48B-86B3-F11E48AF7EA8}"/>
              </a:ext>
            </a:extLst>
          </p:cNvPr>
          <p:cNvGrpSpPr/>
          <p:nvPr userDrawn="1"/>
        </p:nvGrpSpPr>
        <p:grpSpPr>
          <a:xfrm>
            <a:off x="3894778" y="685800"/>
            <a:ext cx="504370" cy="544340"/>
            <a:chOff x="10917026" y="837879"/>
            <a:chExt cx="513774" cy="554490"/>
          </a:xfrm>
        </p:grpSpPr>
        <p:sp>
          <p:nvSpPr>
            <p:cNvPr id="11" name="グラフィック 12">
              <a:extLst>
                <a:ext uri="{FF2B5EF4-FFF2-40B4-BE49-F238E27FC236}">
                  <a16:creationId xmlns:a16="http://schemas.microsoft.com/office/drawing/2014/main" id="{6296570F-FB5B-F825-C362-F81EFAF021A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1"/>
                </a:solidFill>
              </a:endParaRPr>
            </a:p>
          </p:txBody>
        </p:sp>
        <p:sp>
          <p:nvSpPr>
            <p:cNvPr id="16" name="グラフィック 13">
              <a:extLst>
                <a:ext uri="{FF2B5EF4-FFF2-40B4-BE49-F238E27FC236}">
                  <a16:creationId xmlns:a16="http://schemas.microsoft.com/office/drawing/2014/main" id="{4C1B3463-18E1-346D-1A07-8930AA65C103}"/>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1"/>
                </a:solidFill>
              </a:endParaRPr>
            </a:p>
          </p:txBody>
        </p:sp>
        <p:sp>
          <p:nvSpPr>
            <p:cNvPr id="17" name="グラフィック 15">
              <a:extLst>
                <a:ext uri="{FF2B5EF4-FFF2-40B4-BE49-F238E27FC236}">
                  <a16:creationId xmlns:a16="http://schemas.microsoft.com/office/drawing/2014/main" id="{93FF8579-2163-3C63-2EAE-9C03E5709D0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1"/>
                </a:solidFill>
              </a:endParaRPr>
            </a:p>
          </p:txBody>
        </p:sp>
      </p:grpSp>
      <p:sp>
        <p:nvSpPr>
          <p:cNvPr id="20" name="タイトル 1">
            <a:extLst>
              <a:ext uri="{FF2B5EF4-FFF2-40B4-BE49-F238E27FC236}">
                <a16:creationId xmlns:a16="http://schemas.microsoft.com/office/drawing/2014/main" id="{24B91569-6261-A0AF-CAF5-5AAD160092EB}"/>
              </a:ext>
            </a:extLst>
          </p:cNvPr>
          <p:cNvSpPr>
            <a:spLocks noGrp="1"/>
          </p:cNvSpPr>
          <p:nvPr>
            <p:ph type="title" hasCustomPrompt="1"/>
          </p:nvPr>
        </p:nvSpPr>
        <p:spPr>
          <a:xfrm>
            <a:off x="730526" y="731519"/>
            <a:ext cx="2699254" cy="2377440"/>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21" name="コンテンツ プレースホルダー 7">
            <a:extLst>
              <a:ext uri="{FF2B5EF4-FFF2-40B4-BE49-F238E27FC236}">
                <a16:creationId xmlns:a16="http://schemas.microsoft.com/office/drawing/2014/main" id="{8C24D5D5-972A-AD73-FCA8-59A4C6B48FA9}"/>
              </a:ext>
            </a:extLst>
          </p:cNvPr>
          <p:cNvSpPr>
            <a:spLocks noGrp="1"/>
          </p:cNvSpPr>
          <p:nvPr>
            <p:ph sz="quarter" idx="14" hasCustomPrompt="1"/>
          </p:nvPr>
        </p:nvSpPr>
        <p:spPr>
          <a:xfrm>
            <a:off x="731520" y="3337720"/>
            <a:ext cx="2693346" cy="2656250"/>
          </a:xfrm>
        </p:spPr>
        <p:txBody>
          <a:bodyPr vert="horz" lIns="91440" tIns="45720" rIns="91440" bIns="45720" rtlCol="0">
            <a:normAutofit/>
          </a:bodyPr>
          <a:lstStyle>
            <a:lvl1pPr marL="0" indent="0">
              <a:buNone/>
              <a:defRPr lang="en-US" sz="1400" dirty="0">
                <a:latin typeface="Meiryo UI" panose="020B0604030504040204" pitchFamily="34" charset="-128"/>
                <a:ea typeface="Meiryo UI" panose="020B0604030504040204" pitchFamily="34" charset="-128"/>
              </a:defRPr>
            </a:lvl1pPr>
            <a:lvl2pPr marL="228600" indent="0">
              <a:buNone/>
              <a:defRPr lang="en-US" sz="1400" dirty="0">
                <a:latin typeface="Meiryo UI" panose="020B0604030504040204" pitchFamily="34" charset="-128"/>
                <a:ea typeface="Meiryo UI" panose="020B0604030504040204" pitchFamily="34" charset="-128"/>
              </a:defRPr>
            </a:lvl2pPr>
            <a:lvl3pPr marL="457200" indent="0">
              <a:buNone/>
              <a:defRPr lang="en-US" sz="1400" dirty="0">
                <a:latin typeface="Meiryo UI" panose="020B0604030504040204" pitchFamily="34" charset="-128"/>
                <a:ea typeface="Meiryo UI" panose="020B0604030504040204" pitchFamily="34" charset="-128"/>
              </a:defRPr>
            </a:lvl3pPr>
            <a:lvl4pPr marL="685800" indent="0">
              <a:buNone/>
              <a:defRPr lang="en-US" sz="1400" dirty="0">
                <a:latin typeface="Meiryo UI" panose="020B0604030504040204" pitchFamily="34" charset="-128"/>
                <a:ea typeface="Meiryo UI" panose="020B0604030504040204" pitchFamily="34" charset="-128"/>
              </a:defRPr>
            </a:lvl4pPr>
            <a:lvl5pPr marL="914400" indent="0">
              <a:buNone/>
              <a:defRPr lang="en-US" sz="1400" dirty="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4" name="フッター プレースホルダー 5">
            <a:extLst>
              <a:ext uri="{FF2B5EF4-FFF2-40B4-BE49-F238E27FC236}">
                <a16:creationId xmlns:a16="http://schemas.microsoft.com/office/drawing/2014/main" id="{87D31BD8-3002-3D4D-9B87-D0017F5E678A}"/>
              </a:ext>
            </a:extLst>
          </p:cNvPr>
          <p:cNvSpPr>
            <a:spLocks noGrp="1"/>
          </p:cNvSpPr>
          <p:nvPr>
            <p:ph type="ftr" sz="quarter" idx="11"/>
          </p:nvPr>
        </p:nvSpPr>
        <p:spPr>
          <a:xfrm>
            <a:off x="730526" y="6343955"/>
            <a:ext cx="1404460"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4">
            <a:extLst>
              <a:ext uri="{FF2B5EF4-FFF2-40B4-BE49-F238E27FC236}">
                <a16:creationId xmlns:a16="http://schemas.microsoft.com/office/drawing/2014/main" id="{7E9A08EF-98CF-24AA-BB25-5C3DE6B90335}"/>
              </a:ext>
            </a:extLst>
          </p:cNvPr>
          <p:cNvSpPr>
            <a:spLocks noGrp="1"/>
          </p:cNvSpPr>
          <p:nvPr>
            <p:ph type="dt" sz="half" idx="10"/>
          </p:nvPr>
        </p:nvSpPr>
        <p:spPr>
          <a:xfrm>
            <a:off x="2145999" y="6343955"/>
            <a:ext cx="854573" cy="365125"/>
          </a:xfrm>
        </p:spPr>
        <p:txBody>
          <a:bodyPr rtlCol="0"/>
          <a:lstStyle>
            <a:lvl1pPr>
              <a:defRPr>
                <a:solidFill>
                  <a:schemeClr val="bg1">
                    <a:lumMod val="65000"/>
                  </a:schemeClr>
                </a:solidFill>
                <a:effectLst/>
              </a:defRPr>
            </a:lvl1pPr>
          </a:lstStyle>
          <a:p>
            <a:pPr rtl="0"/>
            <a:r>
              <a:rPr lang="en-US" altLang="ja-JP"/>
              <a:t>9/17/2025</a:t>
            </a:r>
            <a:endParaRPr lang="en-US"/>
          </a:p>
        </p:txBody>
      </p:sp>
      <p:sp>
        <p:nvSpPr>
          <p:cNvPr id="9" name="スライド番号プレースホルダー 6">
            <a:extLst>
              <a:ext uri="{FF2B5EF4-FFF2-40B4-BE49-F238E27FC236}">
                <a16:creationId xmlns:a16="http://schemas.microsoft.com/office/drawing/2014/main" id="{C210CE1A-436A-BCAA-2323-18AE3B537B07}"/>
              </a:ext>
            </a:extLst>
          </p:cNvPr>
          <p:cNvSpPr>
            <a:spLocks noGrp="1"/>
          </p:cNvSpPr>
          <p:nvPr>
            <p:ph type="sldNum" sz="quarter" idx="12"/>
          </p:nvPr>
        </p:nvSpPr>
        <p:spPr>
          <a:xfrm>
            <a:off x="3000573" y="6343955"/>
            <a:ext cx="429207" cy="365125"/>
          </a:xfrm>
        </p:spPr>
        <p:txBody>
          <a:bodyPr rtlCol="0"/>
          <a:lstStyle/>
          <a:p>
            <a:pPr rtl="0"/>
            <a:fld id="{AEAA3239-9EA4-4A65-A281-97F994456D9F}" type="slidenum">
              <a:rPr lang="en-US" smtClean="0"/>
              <a:t>‹#›</a:t>
            </a:fld>
            <a:endParaRPr lang="en-US"/>
          </a:p>
        </p:txBody>
      </p:sp>
      <p:sp>
        <p:nvSpPr>
          <p:cNvPr id="19" name="図プレースホルダー 19">
            <a:extLst>
              <a:ext uri="{FF2B5EF4-FFF2-40B4-BE49-F238E27FC236}">
                <a16:creationId xmlns:a16="http://schemas.microsoft.com/office/drawing/2014/main" id="{988477FF-DF9B-F437-734F-A0142244B586}"/>
              </a:ext>
            </a:extLst>
          </p:cNvPr>
          <p:cNvSpPr>
            <a:spLocks noGrp="1"/>
          </p:cNvSpPr>
          <p:nvPr>
            <p:ph type="pic" sz="quarter" idx="18" hasCustomPrompt="1"/>
          </p:nvPr>
        </p:nvSpPr>
        <p:spPr>
          <a:xfrm>
            <a:off x="5503204" y="301752"/>
            <a:ext cx="6402283" cy="6251447"/>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Tree>
    <p:extLst>
      <p:ext uri="{BB962C8B-B14F-4D97-AF65-F5344CB8AC3E}">
        <p14:creationId xmlns:p14="http://schemas.microsoft.com/office/powerpoint/2010/main" val="12640094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画像付きコンテンツ 11">
    <p:spTree>
      <p:nvGrpSpPr>
        <p:cNvPr id="1" name=""/>
        <p:cNvGrpSpPr/>
        <p:nvPr/>
      </p:nvGrpSpPr>
      <p:grpSpPr>
        <a:xfrm>
          <a:off x="0" y="0"/>
          <a:ext cx="0" cy="0"/>
          <a:chOff x="0" y="0"/>
          <a:chExt cx="0" cy="0"/>
        </a:xfrm>
      </p:grpSpPr>
      <p:sp>
        <p:nvSpPr>
          <p:cNvPr id="9" name="長方形 8">
            <a:extLst>
              <a:ext uri="{FF2B5EF4-FFF2-40B4-BE49-F238E27FC236}">
                <a16:creationId xmlns:a16="http://schemas.microsoft.com/office/drawing/2014/main" id="{FB302C0F-215C-1849-F2CD-D38FAE1207A7}"/>
              </a:ext>
              <a:ext uri="{C183D7F6-B498-43B3-948B-1728B52AA6E4}">
                <adec:decorative xmlns:adec="http://schemas.microsoft.com/office/drawing/2017/decorative" val="1"/>
              </a:ext>
            </a:extLst>
          </p:cNvPr>
          <p:cNvSpPr/>
          <p:nvPr userDrawn="1"/>
        </p:nvSpPr>
        <p:spPr>
          <a:xfrm>
            <a:off x="1" y="-28075"/>
            <a:ext cx="12191999" cy="4013453"/>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731520" y="4775079"/>
            <a:ext cx="4019522" cy="1440859"/>
          </a:xfrm>
        </p:spPr>
        <p:txBody>
          <a:bodyPr rtlCol="0" anchor="t">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5" name="図プレースホルダー 19">
            <a:extLst>
              <a:ext uri="{FF2B5EF4-FFF2-40B4-BE49-F238E27FC236}">
                <a16:creationId xmlns:a16="http://schemas.microsoft.com/office/drawing/2014/main" id="{D1FCC322-5ACB-9932-4C8F-E214F3C843F1}"/>
              </a:ext>
            </a:extLst>
          </p:cNvPr>
          <p:cNvSpPr>
            <a:spLocks noGrp="1"/>
          </p:cNvSpPr>
          <p:nvPr>
            <p:ph type="pic" sz="quarter" idx="18" hasCustomPrompt="1"/>
          </p:nvPr>
        </p:nvSpPr>
        <p:spPr>
          <a:xfrm>
            <a:off x="301752" y="273678"/>
            <a:ext cx="11588495" cy="3438022"/>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8" name="コンテンツ プレースホルダー 7">
            <a:extLst>
              <a:ext uri="{FF2B5EF4-FFF2-40B4-BE49-F238E27FC236}">
                <a16:creationId xmlns:a16="http://schemas.microsoft.com/office/drawing/2014/main" id="{C3D15418-1E32-0501-0E66-54FC2DD08E39}"/>
              </a:ext>
            </a:extLst>
          </p:cNvPr>
          <p:cNvSpPr>
            <a:spLocks noGrp="1"/>
          </p:cNvSpPr>
          <p:nvPr>
            <p:ph sz="quarter" idx="14" hasCustomPrompt="1"/>
          </p:nvPr>
        </p:nvSpPr>
        <p:spPr>
          <a:xfrm>
            <a:off x="5845275" y="4775079"/>
            <a:ext cx="5737126" cy="1440859"/>
          </a:xfrm>
        </p:spPr>
        <p:txBody>
          <a:bodyPr vert="horz" lIns="91440" tIns="45720" rIns="91440" bIns="45720" rtlCol="0">
            <a:normAutofit/>
          </a:bodyPr>
          <a:lstStyle>
            <a:lvl1pPr marL="0" indent="0">
              <a:buNone/>
              <a:defRPr lang="en-US" sz="1400" dirty="0">
                <a:latin typeface="Meiryo UI" panose="020B0604030504040204" pitchFamily="34" charset="-128"/>
                <a:ea typeface="Meiryo UI" panose="020B0604030504040204" pitchFamily="34" charset="-128"/>
              </a:defRPr>
            </a:lvl1pPr>
            <a:lvl2pPr marL="228600" indent="0">
              <a:buNone/>
              <a:defRPr lang="en-US" sz="1400" dirty="0">
                <a:latin typeface="Meiryo UI" panose="020B0604030504040204" pitchFamily="34" charset="-128"/>
                <a:ea typeface="Meiryo UI" panose="020B0604030504040204" pitchFamily="34" charset="-128"/>
              </a:defRPr>
            </a:lvl2pPr>
            <a:lvl3pPr marL="457200" indent="0">
              <a:buNone/>
              <a:defRPr lang="en-US" sz="1400" dirty="0">
                <a:latin typeface="Meiryo UI" panose="020B0604030504040204" pitchFamily="34" charset="-128"/>
                <a:ea typeface="Meiryo UI" panose="020B0604030504040204" pitchFamily="34" charset="-128"/>
              </a:defRPr>
            </a:lvl3pPr>
            <a:lvl4pPr marL="685800" indent="0">
              <a:buNone/>
              <a:defRPr lang="en-US" sz="1400" dirty="0">
                <a:latin typeface="Meiryo UI" panose="020B0604030504040204" pitchFamily="34" charset="-128"/>
                <a:ea typeface="Meiryo UI" panose="020B0604030504040204" pitchFamily="34" charset="-128"/>
              </a:defRPr>
            </a:lvl4pPr>
            <a:lvl5pPr marL="914400" indent="0">
              <a:buNone/>
              <a:defRPr lang="en-US" sz="1400" dirty="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a:xfrm>
            <a:off x="8429310" y="6343955"/>
            <a:ext cx="2202644" cy="365125"/>
          </a:xfrm>
        </p:spPr>
        <p:txBody>
          <a:bodyPr rtlCol="0"/>
          <a:lstStyle/>
          <a:p>
            <a:pPr rtl="0"/>
            <a:r>
              <a:rPr lang="en-US" altLang="ja-JP"/>
              <a:t>9/17/2025</a:t>
            </a:r>
            <a:endParaRPr lang="en-US"/>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72801" y="6343954"/>
            <a:ext cx="609600"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13932469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画像付きコンテンツ 12">
    <p:spTree>
      <p:nvGrpSpPr>
        <p:cNvPr id="1" name=""/>
        <p:cNvGrpSpPr/>
        <p:nvPr/>
      </p:nvGrpSpPr>
      <p:grpSpPr>
        <a:xfrm>
          <a:off x="0" y="0"/>
          <a:ext cx="0" cy="0"/>
          <a:chOff x="0" y="0"/>
          <a:chExt cx="0" cy="0"/>
        </a:xfrm>
      </p:grpSpPr>
      <p:sp>
        <p:nvSpPr>
          <p:cNvPr id="9" name="長方形 8">
            <a:extLst>
              <a:ext uri="{FF2B5EF4-FFF2-40B4-BE49-F238E27FC236}">
                <a16:creationId xmlns:a16="http://schemas.microsoft.com/office/drawing/2014/main" id="{CCD7DBFA-3A9D-FCBF-D7B9-EF1518046D3D}"/>
              </a:ext>
              <a:ext uri="{C183D7F6-B498-43B3-948B-1728B52AA6E4}">
                <adec:decorative xmlns:adec="http://schemas.microsoft.com/office/drawing/2017/decorative" val="1"/>
              </a:ext>
            </a:extLst>
          </p:cNvPr>
          <p:cNvSpPr/>
          <p:nvPr userDrawn="1"/>
        </p:nvSpPr>
        <p:spPr>
          <a:xfrm>
            <a:off x="1" y="0"/>
            <a:ext cx="12191999" cy="2966356"/>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731520" y="3847643"/>
            <a:ext cx="2926080" cy="2194560"/>
          </a:xfrm>
        </p:spPr>
        <p:txBody>
          <a:bodyPr rtlCol="0" anchor="t">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0" name="図プレースホルダー 19">
            <a:extLst>
              <a:ext uri="{FF2B5EF4-FFF2-40B4-BE49-F238E27FC236}">
                <a16:creationId xmlns:a16="http://schemas.microsoft.com/office/drawing/2014/main" id="{233FA5CD-83DF-C53D-9AC4-59590A417E6B}"/>
              </a:ext>
            </a:extLst>
          </p:cNvPr>
          <p:cNvSpPr>
            <a:spLocks noGrp="1"/>
          </p:cNvSpPr>
          <p:nvPr>
            <p:ph type="pic" sz="quarter" idx="18" hasCustomPrompt="1"/>
          </p:nvPr>
        </p:nvSpPr>
        <p:spPr>
          <a:xfrm>
            <a:off x="301752" y="299796"/>
            <a:ext cx="11588495" cy="2364808"/>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8" name="コンテンツ プレースホルダー 7">
            <a:extLst>
              <a:ext uri="{FF2B5EF4-FFF2-40B4-BE49-F238E27FC236}">
                <a16:creationId xmlns:a16="http://schemas.microsoft.com/office/drawing/2014/main" id="{C3D15418-1E32-0501-0E66-54FC2DD08E39}"/>
              </a:ext>
            </a:extLst>
          </p:cNvPr>
          <p:cNvSpPr>
            <a:spLocks noGrp="1"/>
          </p:cNvSpPr>
          <p:nvPr>
            <p:ph sz="quarter" idx="14" hasCustomPrompt="1"/>
          </p:nvPr>
        </p:nvSpPr>
        <p:spPr>
          <a:xfrm>
            <a:off x="3657600" y="3847643"/>
            <a:ext cx="7772400" cy="2194560"/>
          </a:xfrm>
        </p:spPr>
        <p:txBody>
          <a:bodyPr vert="horz" lIns="91440" tIns="45720" rIns="91440" bIns="45720" rtlCol="0">
            <a:normAutofit/>
          </a:bodyPr>
          <a:lstStyle>
            <a:lvl1pPr marL="0" indent="0">
              <a:buNone/>
              <a:defRPr lang="en-US" dirty="0">
                <a:latin typeface="Meiryo UI" panose="020B0604030504040204" pitchFamily="34" charset="-128"/>
                <a:ea typeface="Meiryo UI" panose="020B0604030504040204" pitchFamily="34" charset="-128"/>
              </a:defRPr>
            </a:lvl1pPr>
            <a:lvl2pPr marL="228600" indent="0">
              <a:buNone/>
              <a:defRPr lang="en-US" dirty="0">
                <a:latin typeface="Meiryo UI" panose="020B0604030504040204" pitchFamily="34" charset="-128"/>
                <a:ea typeface="Meiryo UI" panose="020B0604030504040204" pitchFamily="34" charset="-128"/>
              </a:defRPr>
            </a:lvl2pPr>
            <a:lvl3pPr marL="457200" indent="0">
              <a:buNone/>
              <a:defRPr lang="en-US" dirty="0">
                <a:latin typeface="Meiryo UI" panose="020B0604030504040204" pitchFamily="34" charset="-128"/>
                <a:ea typeface="Meiryo UI" panose="020B0604030504040204" pitchFamily="34" charset="-128"/>
              </a:defRPr>
            </a:lvl3pPr>
            <a:lvl4pPr marL="685800" indent="0">
              <a:buNone/>
              <a:defRPr lang="en-US" dirty="0">
                <a:latin typeface="Meiryo UI" panose="020B0604030504040204" pitchFamily="34" charset="-128"/>
                <a:ea typeface="Meiryo UI" panose="020B0604030504040204" pitchFamily="34" charset="-128"/>
              </a:defRPr>
            </a:lvl4pPr>
            <a:lvl5pPr marL="914400" indent="0">
              <a:buNone/>
              <a:defRPr lang="en-US" dirty="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a:xfrm>
            <a:off x="8429310" y="6343955"/>
            <a:ext cx="2202644" cy="365125"/>
          </a:xfrm>
        </p:spPr>
        <p:txBody>
          <a:bodyPr rtlCol="0"/>
          <a:lstStyle/>
          <a:p>
            <a:pPr rtl="0"/>
            <a:r>
              <a:rPr lang="en-US" altLang="ja-JP"/>
              <a:t>9/17/2025</a:t>
            </a:r>
            <a:endParaRPr lang="en-US"/>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72801" y="6343955"/>
            <a:ext cx="609600"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33385680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画像付きコンテンツ 13">
    <p:spTree>
      <p:nvGrpSpPr>
        <p:cNvPr id="1" name=""/>
        <p:cNvGrpSpPr/>
        <p:nvPr/>
      </p:nvGrpSpPr>
      <p:grpSpPr>
        <a:xfrm>
          <a:off x="0" y="0"/>
          <a:ext cx="0" cy="0"/>
          <a:chOff x="0" y="0"/>
          <a:chExt cx="0" cy="0"/>
        </a:xfrm>
      </p:grpSpPr>
      <p:sp>
        <p:nvSpPr>
          <p:cNvPr id="3" name="長方形 2">
            <a:extLst>
              <a:ext uri="{FF2B5EF4-FFF2-40B4-BE49-F238E27FC236}">
                <a16:creationId xmlns:a16="http://schemas.microsoft.com/office/drawing/2014/main" id="{3E85AAF3-BCAF-E9E6-4485-B600BEDA99FE}"/>
              </a:ext>
              <a:ext uri="{C183D7F6-B498-43B3-948B-1728B52AA6E4}">
                <adec:decorative xmlns:adec="http://schemas.microsoft.com/office/drawing/2017/decorative" val="1"/>
              </a:ext>
            </a:extLst>
          </p:cNvPr>
          <p:cNvSpPr/>
          <p:nvPr userDrawn="1"/>
        </p:nvSpPr>
        <p:spPr>
          <a:xfrm>
            <a:off x="1" y="3887633"/>
            <a:ext cx="12191999" cy="2966356"/>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731520" y="957143"/>
            <a:ext cx="2926080" cy="1828800"/>
          </a:xfrm>
        </p:spPr>
        <p:txBody>
          <a:bodyPr rtlCol="0" anchor="t">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292222"/>
            <a:ext cx="2791027"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92222"/>
            <a:ext cx="1559379" cy="365125"/>
          </a:xfrm>
        </p:spPr>
        <p:txBody>
          <a:bodyPr rtlCol="0"/>
          <a:lstStyle/>
          <a:p>
            <a:pPr rtl="0"/>
            <a:r>
              <a:rPr lang="en-US" altLang="ja-JP"/>
              <a:t>9/17/2025</a:t>
            </a:r>
            <a:endParaRPr lang="en-US"/>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92222"/>
            <a:ext cx="429207" cy="365125"/>
          </a:xfrm>
        </p:spPr>
        <p:txBody>
          <a:bodyPr rtlCol="0"/>
          <a:lstStyle/>
          <a:p>
            <a:pPr rtl="0"/>
            <a:fld id="{AEAA3239-9EA4-4A65-A281-97F994456D9F}" type="slidenum">
              <a:rPr lang="en-US" smtClean="0"/>
              <a:t>‹#›</a:t>
            </a:fld>
            <a:endParaRPr lang="en-US"/>
          </a:p>
        </p:txBody>
      </p:sp>
      <p:sp>
        <p:nvSpPr>
          <p:cNvPr id="8" name="コンテンツ プレースホルダー 7">
            <a:extLst>
              <a:ext uri="{FF2B5EF4-FFF2-40B4-BE49-F238E27FC236}">
                <a16:creationId xmlns:a16="http://schemas.microsoft.com/office/drawing/2014/main" id="{C3D15418-1E32-0501-0E66-54FC2DD08E39}"/>
              </a:ext>
            </a:extLst>
          </p:cNvPr>
          <p:cNvSpPr>
            <a:spLocks noGrp="1"/>
          </p:cNvSpPr>
          <p:nvPr>
            <p:ph sz="quarter" idx="14" hasCustomPrompt="1"/>
          </p:nvPr>
        </p:nvSpPr>
        <p:spPr>
          <a:xfrm>
            <a:off x="3657600" y="957143"/>
            <a:ext cx="7772400" cy="2194560"/>
          </a:xfrm>
        </p:spPr>
        <p:txBody>
          <a:bodyPr vert="horz" lIns="91440" tIns="45720" rIns="91440" bIns="45720" rtlCol="0">
            <a:normAutofit/>
          </a:bodyPr>
          <a:lstStyle>
            <a:lvl1pPr marL="0" indent="0">
              <a:buNone/>
              <a:defRPr lang="en-US" dirty="0">
                <a:latin typeface="Meiryo UI" panose="020B0604030504040204" pitchFamily="34" charset="-128"/>
                <a:ea typeface="Meiryo UI" panose="020B0604030504040204" pitchFamily="34" charset="-128"/>
              </a:defRPr>
            </a:lvl1pPr>
            <a:lvl2pPr marL="228600" indent="0">
              <a:buNone/>
              <a:defRPr lang="en-US" dirty="0">
                <a:latin typeface="Meiryo UI" panose="020B0604030504040204" pitchFamily="34" charset="-128"/>
                <a:ea typeface="Meiryo UI" panose="020B0604030504040204" pitchFamily="34" charset="-128"/>
              </a:defRPr>
            </a:lvl2pPr>
            <a:lvl3pPr marL="457200" indent="0">
              <a:buNone/>
              <a:defRPr lang="en-US" dirty="0">
                <a:latin typeface="Meiryo UI" panose="020B0604030504040204" pitchFamily="34" charset="-128"/>
                <a:ea typeface="Meiryo UI" panose="020B0604030504040204" pitchFamily="34" charset="-128"/>
              </a:defRPr>
            </a:lvl3pPr>
            <a:lvl4pPr marL="685800" indent="0">
              <a:buNone/>
              <a:defRPr lang="en-US" dirty="0">
                <a:latin typeface="Meiryo UI" panose="020B0604030504040204" pitchFamily="34" charset="-128"/>
                <a:ea typeface="Meiryo UI" panose="020B0604030504040204" pitchFamily="34" charset="-128"/>
              </a:defRPr>
            </a:lvl4pPr>
            <a:lvl5pPr marL="914400" indent="0">
              <a:buNone/>
              <a:defRPr lang="en-US" dirty="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9" name="図プレースホルダー 19">
            <a:extLst>
              <a:ext uri="{FF2B5EF4-FFF2-40B4-BE49-F238E27FC236}">
                <a16:creationId xmlns:a16="http://schemas.microsoft.com/office/drawing/2014/main" id="{AF3AF093-BCC1-791C-3310-AA13D4B074A3}"/>
              </a:ext>
            </a:extLst>
          </p:cNvPr>
          <p:cNvSpPr>
            <a:spLocks noGrp="1"/>
          </p:cNvSpPr>
          <p:nvPr>
            <p:ph type="pic" sz="quarter" idx="18" hasCustomPrompt="1"/>
          </p:nvPr>
        </p:nvSpPr>
        <p:spPr>
          <a:xfrm>
            <a:off x="301752" y="4187429"/>
            <a:ext cx="11588495" cy="2364808"/>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Tree>
    <p:extLst>
      <p:ext uri="{BB962C8B-B14F-4D97-AF65-F5344CB8AC3E}">
        <p14:creationId xmlns:p14="http://schemas.microsoft.com/office/powerpoint/2010/main" val="406492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画像付きコンテンツ 14">
    <p:bg>
      <p:bgRef idx="1001">
        <a:schemeClr val="bg1"/>
      </p:bgRef>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731520" y="731520"/>
            <a:ext cx="9311382" cy="914400"/>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6" name="コンテンツ プレースホルダー 7">
            <a:extLst>
              <a:ext uri="{FF2B5EF4-FFF2-40B4-BE49-F238E27FC236}">
                <a16:creationId xmlns:a16="http://schemas.microsoft.com/office/drawing/2014/main" id="{C764A54E-2F07-76F5-5619-B735BDCD95E0}"/>
              </a:ext>
            </a:extLst>
          </p:cNvPr>
          <p:cNvSpPr>
            <a:spLocks noGrp="1"/>
          </p:cNvSpPr>
          <p:nvPr>
            <p:ph sz="quarter" idx="18" hasCustomPrompt="1"/>
          </p:nvPr>
        </p:nvSpPr>
        <p:spPr>
          <a:xfrm>
            <a:off x="731520" y="1981200"/>
            <a:ext cx="6662928" cy="4038600"/>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15" name="長方形 14">
            <a:extLst>
              <a:ext uri="{FF2B5EF4-FFF2-40B4-BE49-F238E27FC236}">
                <a16:creationId xmlns:a16="http://schemas.microsoft.com/office/drawing/2014/main" id="{E0A044FC-C278-1630-7174-160686C56B20}"/>
              </a:ext>
              <a:ext uri="{C183D7F6-B498-43B3-948B-1728B52AA6E4}">
                <adec:decorative xmlns:adec="http://schemas.microsoft.com/office/drawing/2017/decorative" val="1"/>
              </a:ext>
            </a:extLst>
          </p:cNvPr>
          <p:cNvSpPr/>
          <p:nvPr userDrawn="1"/>
        </p:nvSpPr>
        <p:spPr>
          <a:xfrm>
            <a:off x="7696199" y="1981200"/>
            <a:ext cx="3886201" cy="40386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6" name="図プレースホルダー 19">
            <a:extLst>
              <a:ext uri="{FF2B5EF4-FFF2-40B4-BE49-F238E27FC236}">
                <a16:creationId xmlns:a16="http://schemas.microsoft.com/office/drawing/2014/main" id="{DBC0D37F-9620-589D-EF0C-BA5C2E9FC9E8}"/>
              </a:ext>
            </a:extLst>
          </p:cNvPr>
          <p:cNvSpPr>
            <a:spLocks noGrp="1"/>
          </p:cNvSpPr>
          <p:nvPr>
            <p:ph type="pic" sz="quarter" idx="19" hasCustomPrompt="1"/>
          </p:nvPr>
        </p:nvSpPr>
        <p:spPr>
          <a:xfrm>
            <a:off x="7997951" y="2287524"/>
            <a:ext cx="3282698" cy="3421303"/>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9" name="フッター プレースホルダー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3955"/>
            <a:ext cx="205552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9F3CAD5B-18BB-E21E-3A4C-7BAACB8519A4}"/>
              </a:ext>
            </a:extLst>
          </p:cNvPr>
          <p:cNvSpPr>
            <a:spLocks noGrp="1"/>
          </p:cNvSpPr>
          <p:nvPr>
            <p:ph type="dt" sz="half" idx="15"/>
          </p:nvPr>
        </p:nvSpPr>
        <p:spPr>
          <a:xfrm>
            <a:off x="9675503" y="6342528"/>
            <a:ext cx="1449697" cy="365125"/>
          </a:xfrm>
        </p:spPr>
        <p:txBody>
          <a:bodyPr rtlCol="0"/>
          <a:lstStyle/>
          <a:p>
            <a:pPr rtl="0"/>
            <a:r>
              <a:rPr lang="en-US" altLang="ja-JP"/>
              <a:t>9/17/2025</a:t>
            </a:r>
            <a:endParaRPr lang="en-US"/>
          </a:p>
        </p:txBody>
      </p:sp>
      <p:sp>
        <p:nvSpPr>
          <p:cNvPr id="10" name="スライド番号プレースホルダー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9340" y="6342528"/>
            <a:ext cx="443060" cy="365125"/>
          </a:xfrm>
        </p:spPr>
        <p:txBody>
          <a:bodyPr rtlCol="0"/>
          <a:lstStyle/>
          <a:p>
            <a:pPr rtl="0"/>
            <a:fld id="{AEAA3239-9EA4-4A65-A281-97F994456D9F}" type="slidenum">
              <a:rPr lang="en-US" smtClean="0"/>
              <a:t>‹#›</a:t>
            </a:fld>
            <a:endParaRPr lang="en-US"/>
          </a:p>
        </p:txBody>
      </p:sp>
      <p:grpSp>
        <p:nvGrpSpPr>
          <p:cNvPr id="7" name="グループ 6">
            <a:extLst>
              <a:ext uri="{FF2B5EF4-FFF2-40B4-BE49-F238E27FC236}">
                <a16:creationId xmlns:a16="http://schemas.microsoft.com/office/drawing/2014/main" id="{D8DCA85F-4256-3AA7-2B2F-1D5E0C312680}"/>
              </a:ext>
            </a:extLst>
          </p:cNvPr>
          <p:cNvGrpSpPr/>
          <p:nvPr userDrawn="1"/>
        </p:nvGrpSpPr>
        <p:grpSpPr>
          <a:xfrm>
            <a:off x="11078040" y="685800"/>
            <a:ext cx="504370" cy="544340"/>
            <a:chOff x="10917026" y="837879"/>
            <a:chExt cx="513774" cy="554490"/>
          </a:xfrm>
        </p:grpSpPr>
        <p:sp>
          <p:nvSpPr>
            <p:cNvPr id="8" name="グラフィック 12">
              <a:extLst>
                <a:ext uri="{FF2B5EF4-FFF2-40B4-BE49-F238E27FC236}">
                  <a16:creationId xmlns:a16="http://schemas.microsoft.com/office/drawing/2014/main" id="{79D8EBEE-57DF-9152-44DA-D036F04A54BA}"/>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1" name="グラフィック 13">
              <a:extLst>
                <a:ext uri="{FF2B5EF4-FFF2-40B4-BE49-F238E27FC236}">
                  <a16:creationId xmlns:a16="http://schemas.microsoft.com/office/drawing/2014/main" id="{DCBB4CA9-705C-D7B8-7592-A5E7866CF50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2" name="グラフィック 15">
              <a:extLst>
                <a:ext uri="{FF2B5EF4-FFF2-40B4-BE49-F238E27FC236}">
                  <a16:creationId xmlns:a16="http://schemas.microsoft.com/office/drawing/2014/main" id="{A98FAAF8-45F4-C2B5-EA46-2E6813B2C371}"/>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258859096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画像付きコンテンツ 15">
    <p:spTree>
      <p:nvGrpSpPr>
        <p:cNvPr id="1" name=""/>
        <p:cNvGrpSpPr/>
        <p:nvPr/>
      </p:nvGrpSpPr>
      <p:grpSpPr>
        <a:xfrm>
          <a:off x="0" y="0"/>
          <a:ext cx="0" cy="0"/>
          <a:chOff x="0" y="0"/>
          <a:chExt cx="0" cy="0"/>
        </a:xfrm>
      </p:grpSpPr>
      <p:sp>
        <p:nvSpPr>
          <p:cNvPr id="18" name="長方形 17">
            <a:extLst>
              <a:ext uri="{FF2B5EF4-FFF2-40B4-BE49-F238E27FC236}">
                <a16:creationId xmlns:a16="http://schemas.microsoft.com/office/drawing/2014/main" id="{13C666EA-D815-C895-D49E-7E44DFDDB612}"/>
              </a:ext>
              <a:ext uri="{C183D7F6-B498-43B3-948B-1728B52AA6E4}">
                <adec:decorative xmlns:adec="http://schemas.microsoft.com/office/drawing/2017/decorative" val="1"/>
              </a:ext>
            </a:extLst>
          </p:cNvPr>
          <p:cNvSpPr/>
          <p:nvPr userDrawn="1"/>
        </p:nvSpPr>
        <p:spPr>
          <a:xfrm>
            <a:off x="7010401" y="1981200"/>
            <a:ext cx="4571999" cy="415437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タイトル 1">
            <a:extLst>
              <a:ext uri="{FF2B5EF4-FFF2-40B4-BE49-F238E27FC236}">
                <a16:creationId xmlns:a16="http://schemas.microsoft.com/office/drawing/2014/main" id="{1EC07A94-34C8-166D-C466-8EB021EA08A1}"/>
              </a:ext>
            </a:extLst>
          </p:cNvPr>
          <p:cNvSpPr>
            <a:spLocks noGrp="1"/>
          </p:cNvSpPr>
          <p:nvPr>
            <p:ph type="title" hasCustomPrompt="1"/>
          </p:nvPr>
        </p:nvSpPr>
        <p:spPr>
          <a:xfrm>
            <a:off x="731520" y="731520"/>
            <a:ext cx="10052958" cy="914400"/>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3" name="コンテンツ プレースホルダー 7">
            <a:extLst>
              <a:ext uri="{FF2B5EF4-FFF2-40B4-BE49-F238E27FC236}">
                <a16:creationId xmlns:a16="http://schemas.microsoft.com/office/drawing/2014/main" id="{8EFD2888-AFCC-8F6C-23EA-6CC9E518F2B9}"/>
              </a:ext>
            </a:extLst>
          </p:cNvPr>
          <p:cNvSpPr>
            <a:spLocks noGrp="1"/>
          </p:cNvSpPr>
          <p:nvPr>
            <p:ph sz="quarter" idx="18" hasCustomPrompt="1"/>
          </p:nvPr>
        </p:nvSpPr>
        <p:spPr>
          <a:xfrm>
            <a:off x="731520" y="1981200"/>
            <a:ext cx="5977130" cy="4156250"/>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24" name="図プレースホルダー 19">
            <a:extLst>
              <a:ext uri="{FF2B5EF4-FFF2-40B4-BE49-F238E27FC236}">
                <a16:creationId xmlns:a16="http://schemas.microsoft.com/office/drawing/2014/main" id="{405EEFFB-1ED4-AAFE-6C57-14BD2FF69E35}"/>
              </a:ext>
            </a:extLst>
          </p:cNvPr>
          <p:cNvSpPr>
            <a:spLocks noGrp="1"/>
          </p:cNvSpPr>
          <p:nvPr>
            <p:ph type="pic" sz="quarter" idx="19" hasCustomPrompt="1"/>
          </p:nvPr>
        </p:nvSpPr>
        <p:spPr>
          <a:xfrm>
            <a:off x="7312153" y="2287524"/>
            <a:ext cx="3968496" cy="3537073"/>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14" name="フッター プレースホルダー 8">
            <a:extLst>
              <a:ext uri="{FF2B5EF4-FFF2-40B4-BE49-F238E27FC236}">
                <a16:creationId xmlns:a16="http://schemas.microsoft.com/office/drawing/2014/main" id="{42EA2336-4473-4E55-0BEF-FC37DB81D056}"/>
              </a:ext>
            </a:extLst>
          </p:cNvPr>
          <p:cNvSpPr>
            <a:spLocks noGrp="1"/>
          </p:cNvSpPr>
          <p:nvPr>
            <p:ph type="ftr" sz="quarter" idx="16"/>
          </p:nvPr>
        </p:nvSpPr>
        <p:spPr>
          <a:xfrm>
            <a:off x="731520" y="6343955"/>
            <a:ext cx="205552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15" name="日付プレースホルダー 3">
            <a:extLst>
              <a:ext uri="{FF2B5EF4-FFF2-40B4-BE49-F238E27FC236}">
                <a16:creationId xmlns:a16="http://schemas.microsoft.com/office/drawing/2014/main" id="{B368DFD1-E7C2-0073-3235-A99D91879658}"/>
              </a:ext>
            </a:extLst>
          </p:cNvPr>
          <p:cNvSpPr>
            <a:spLocks noGrp="1"/>
          </p:cNvSpPr>
          <p:nvPr>
            <p:ph type="dt" sz="half" idx="15"/>
          </p:nvPr>
        </p:nvSpPr>
        <p:spPr>
          <a:xfrm>
            <a:off x="9636164" y="6343955"/>
            <a:ext cx="1449697" cy="365125"/>
          </a:xfrm>
        </p:spPr>
        <p:txBody>
          <a:bodyPr rtlCol="0"/>
          <a:lstStyle/>
          <a:p>
            <a:pPr rtl="0"/>
            <a:r>
              <a:rPr lang="en-US" altLang="ja-JP"/>
              <a:t>9/17/2025</a:t>
            </a:r>
            <a:endParaRPr lang="en-US"/>
          </a:p>
        </p:txBody>
      </p:sp>
      <p:sp>
        <p:nvSpPr>
          <p:cNvPr id="16" name="スライド番号プレースホルダー 9">
            <a:extLst>
              <a:ext uri="{FF2B5EF4-FFF2-40B4-BE49-F238E27FC236}">
                <a16:creationId xmlns:a16="http://schemas.microsoft.com/office/drawing/2014/main" id="{7EEB06A5-135B-8DFB-604C-0668FEC20090}"/>
              </a:ext>
            </a:extLst>
          </p:cNvPr>
          <p:cNvSpPr>
            <a:spLocks noGrp="1"/>
          </p:cNvSpPr>
          <p:nvPr>
            <p:ph type="sldNum" sz="quarter" idx="17"/>
          </p:nvPr>
        </p:nvSpPr>
        <p:spPr>
          <a:xfrm>
            <a:off x="11139340" y="6343955"/>
            <a:ext cx="443060" cy="365125"/>
          </a:xfrm>
        </p:spPr>
        <p:txBody>
          <a:bodyPr rtlCol="0"/>
          <a:lstStyle/>
          <a:p>
            <a:pPr rtl="0"/>
            <a:fld id="{AEAA3239-9EA4-4A65-A281-97F994456D9F}" type="slidenum">
              <a:rPr lang="en-US" smtClean="0"/>
              <a:t>‹#›</a:t>
            </a:fld>
            <a:endParaRPr lang="en-US"/>
          </a:p>
        </p:txBody>
      </p:sp>
      <p:grpSp>
        <p:nvGrpSpPr>
          <p:cNvPr id="2" name="グループ 1">
            <a:extLst>
              <a:ext uri="{FF2B5EF4-FFF2-40B4-BE49-F238E27FC236}">
                <a16:creationId xmlns:a16="http://schemas.microsoft.com/office/drawing/2014/main" id="{5BD7B2E1-3857-60DC-4A59-90051A146598}"/>
              </a:ext>
            </a:extLst>
          </p:cNvPr>
          <p:cNvGrpSpPr/>
          <p:nvPr userDrawn="1"/>
        </p:nvGrpSpPr>
        <p:grpSpPr>
          <a:xfrm>
            <a:off x="11078040" y="685800"/>
            <a:ext cx="504370" cy="544340"/>
            <a:chOff x="10917026" y="837879"/>
            <a:chExt cx="513774" cy="554490"/>
          </a:xfrm>
        </p:grpSpPr>
        <p:sp>
          <p:nvSpPr>
            <p:cNvPr id="3" name="グラフィック 12">
              <a:extLst>
                <a:ext uri="{FF2B5EF4-FFF2-40B4-BE49-F238E27FC236}">
                  <a16:creationId xmlns:a16="http://schemas.microsoft.com/office/drawing/2014/main" id="{695288CE-EA3E-77BC-98EF-17D52D2BB9BD}"/>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4" name="グラフィック 13">
              <a:extLst>
                <a:ext uri="{FF2B5EF4-FFF2-40B4-BE49-F238E27FC236}">
                  <a16:creationId xmlns:a16="http://schemas.microsoft.com/office/drawing/2014/main" id="{6906A4B7-5DDC-1476-CFD5-2F5DFFD4BEEE}"/>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5" name="グラフィック 15">
              <a:extLst>
                <a:ext uri="{FF2B5EF4-FFF2-40B4-BE49-F238E27FC236}">
                  <a16:creationId xmlns:a16="http://schemas.microsoft.com/office/drawing/2014/main" id="{4375CD8A-A423-E39D-3A64-2E26D3323513}"/>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32789889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画像付きコンテンツ 16">
    <p:spTree>
      <p:nvGrpSpPr>
        <p:cNvPr id="1" name=""/>
        <p:cNvGrpSpPr/>
        <p:nvPr/>
      </p:nvGrpSpPr>
      <p:grpSpPr>
        <a:xfrm>
          <a:off x="0" y="0"/>
          <a:ext cx="0" cy="0"/>
          <a:chOff x="0" y="0"/>
          <a:chExt cx="0" cy="0"/>
        </a:xfrm>
      </p:grpSpPr>
      <p:sp>
        <p:nvSpPr>
          <p:cNvPr id="3" name="長方形 2">
            <a:extLst>
              <a:ext uri="{FF2B5EF4-FFF2-40B4-BE49-F238E27FC236}">
                <a16:creationId xmlns:a16="http://schemas.microsoft.com/office/drawing/2014/main" id="{EBC4ACC2-99B0-1F3B-A860-A276AC3BA2B6}"/>
              </a:ext>
              <a:ext uri="{C183D7F6-B498-43B3-948B-1728B52AA6E4}">
                <adec:decorative xmlns:adec="http://schemas.microsoft.com/office/drawing/2017/decorative" val="1"/>
              </a:ext>
            </a:extLst>
          </p:cNvPr>
          <p:cNvSpPr/>
          <p:nvPr userDrawn="1"/>
        </p:nvSpPr>
        <p:spPr>
          <a:xfrm>
            <a:off x="731520" y="1981200"/>
            <a:ext cx="3886201" cy="40386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タイトル 1">
            <a:extLst>
              <a:ext uri="{FF2B5EF4-FFF2-40B4-BE49-F238E27FC236}">
                <a16:creationId xmlns:a16="http://schemas.microsoft.com/office/drawing/2014/main" id="{82E45E18-9DAB-9CF2-B657-5324C899C629}"/>
              </a:ext>
            </a:extLst>
          </p:cNvPr>
          <p:cNvSpPr>
            <a:spLocks noGrp="1"/>
          </p:cNvSpPr>
          <p:nvPr>
            <p:ph type="title" hasCustomPrompt="1"/>
          </p:nvPr>
        </p:nvSpPr>
        <p:spPr>
          <a:xfrm>
            <a:off x="731520" y="731520"/>
            <a:ext cx="10052958" cy="914400"/>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5" name="図プレースホルダー 19">
            <a:extLst>
              <a:ext uri="{FF2B5EF4-FFF2-40B4-BE49-F238E27FC236}">
                <a16:creationId xmlns:a16="http://schemas.microsoft.com/office/drawing/2014/main" id="{D35D8442-A876-2E6E-6C34-A908E5275D3B}"/>
              </a:ext>
            </a:extLst>
          </p:cNvPr>
          <p:cNvSpPr>
            <a:spLocks noGrp="1"/>
          </p:cNvSpPr>
          <p:nvPr>
            <p:ph type="pic" sz="quarter" idx="19" hasCustomPrompt="1"/>
          </p:nvPr>
        </p:nvSpPr>
        <p:spPr>
          <a:xfrm>
            <a:off x="1035577" y="2287544"/>
            <a:ext cx="3271171" cy="3421283"/>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7" name="コンテンツ プレースホルダー 7">
            <a:extLst>
              <a:ext uri="{FF2B5EF4-FFF2-40B4-BE49-F238E27FC236}">
                <a16:creationId xmlns:a16="http://schemas.microsoft.com/office/drawing/2014/main" id="{A9D57380-62F0-CA50-72F1-70F9C63059CD}"/>
              </a:ext>
            </a:extLst>
          </p:cNvPr>
          <p:cNvSpPr>
            <a:spLocks noGrp="1"/>
          </p:cNvSpPr>
          <p:nvPr>
            <p:ph sz="quarter" idx="18" hasCustomPrompt="1"/>
          </p:nvPr>
        </p:nvSpPr>
        <p:spPr>
          <a:xfrm>
            <a:off x="5067946" y="1981200"/>
            <a:ext cx="6514464" cy="4038600"/>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9" name="フッター プレースホルダー 8">
            <a:extLst>
              <a:ext uri="{FF2B5EF4-FFF2-40B4-BE49-F238E27FC236}">
                <a16:creationId xmlns:a16="http://schemas.microsoft.com/office/drawing/2014/main" id="{820916D3-99FA-E971-607F-14E290E58854}"/>
              </a:ext>
            </a:extLst>
          </p:cNvPr>
          <p:cNvSpPr>
            <a:spLocks noGrp="1"/>
          </p:cNvSpPr>
          <p:nvPr>
            <p:ph type="ftr" sz="quarter" idx="16"/>
          </p:nvPr>
        </p:nvSpPr>
        <p:spPr>
          <a:xfrm>
            <a:off x="731520" y="6343955"/>
            <a:ext cx="2144113"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9F3CAD5B-18BB-E21E-3A4C-7BAACB8519A4}"/>
              </a:ext>
            </a:extLst>
          </p:cNvPr>
          <p:cNvSpPr>
            <a:spLocks noGrp="1"/>
          </p:cNvSpPr>
          <p:nvPr>
            <p:ph type="dt" sz="half" idx="15"/>
          </p:nvPr>
        </p:nvSpPr>
        <p:spPr>
          <a:xfrm>
            <a:off x="9713485" y="6343955"/>
            <a:ext cx="1449697" cy="365125"/>
          </a:xfrm>
        </p:spPr>
        <p:txBody>
          <a:bodyPr rtlCol="0"/>
          <a:lstStyle/>
          <a:p>
            <a:pPr rtl="0"/>
            <a:r>
              <a:rPr lang="en-US" altLang="ja-JP"/>
              <a:t>9/17/2025</a:t>
            </a:r>
            <a:endParaRPr lang="en-US"/>
          </a:p>
        </p:txBody>
      </p:sp>
      <p:sp>
        <p:nvSpPr>
          <p:cNvPr id="10" name="スライド番号プレースホルダー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40030" y="6345299"/>
            <a:ext cx="443060" cy="365125"/>
          </a:xfrm>
        </p:spPr>
        <p:txBody>
          <a:bodyPr rtlCol="0"/>
          <a:lstStyle/>
          <a:p>
            <a:pPr rtl="0"/>
            <a:fld id="{AEAA3239-9EA4-4A65-A281-97F994456D9F}" type="slidenum">
              <a:rPr lang="en-US" smtClean="0"/>
              <a:t>‹#›</a:t>
            </a:fld>
            <a:endParaRPr lang="en-US"/>
          </a:p>
        </p:txBody>
      </p:sp>
      <p:grpSp>
        <p:nvGrpSpPr>
          <p:cNvPr id="6" name="グループ 5">
            <a:extLst>
              <a:ext uri="{FF2B5EF4-FFF2-40B4-BE49-F238E27FC236}">
                <a16:creationId xmlns:a16="http://schemas.microsoft.com/office/drawing/2014/main" id="{4E876AF3-4EB4-DB55-DCD5-BF7F500F7A1A}"/>
              </a:ext>
            </a:extLst>
          </p:cNvPr>
          <p:cNvGrpSpPr/>
          <p:nvPr userDrawn="1"/>
        </p:nvGrpSpPr>
        <p:grpSpPr>
          <a:xfrm>
            <a:off x="11078040" y="685800"/>
            <a:ext cx="504370" cy="544340"/>
            <a:chOff x="10917026" y="837879"/>
            <a:chExt cx="513774" cy="554490"/>
          </a:xfrm>
        </p:grpSpPr>
        <p:sp>
          <p:nvSpPr>
            <p:cNvPr id="11" name="グラフィック 12">
              <a:extLst>
                <a:ext uri="{FF2B5EF4-FFF2-40B4-BE49-F238E27FC236}">
                  <a16:creationId xmlns:a16="http://schemas.microsoft.com/office/drawing/2014/main" id="{7976E1F5-5464-2BED-270F-9D41FEB4335C}"/>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3" name="グラフィック 13">
              <a:extLst>
                <a:ext uri="{FF2B5EF4-FFF2-40B4-BE49-F238E27FC236}">
                  <a16:creationId xmlns:a16="http://schemas.microsoft.com/office/drawing/2014/main" id="{0C5BA99F-A0E7-3B3D-0101-ACF25982A9B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4" name="グラフィック 15">
              <a:extLst>
                <a:ext uri="{FF2B5EF4-FFF2-40B4-BE49-F238E27FC236}">
                  <a16:creationId xmlns:a16="http://schemas.microsoft.com/office/drawing/2014/main" id="{74768B81-6390-1D8D-30C6-A02C5D3B4E0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1154042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画像付きコンテンツ 17">
    <p:spTree>
      <p:nvGrpSpPr>
        <p:cNvPr id="1" name=""/>
        <p:cNvGrpSpPr/>
        <p:nvPr/>
      </p:nvGrpSpPr>
      <p:grpSpPr>
        <a:xfrm>
          <a:off x="0" y="0"/>
          <a:ext cx="0" cy="0"/>
          <a:chOff x="0" y="0"/>
          <a:chExt cx="0" cy="0"/>
        </a:xfrm>
      </p:grpSpPr>
      <p:sp>
        <p:nvSpPr>
          <p:cNvPr id="27" name="長方形 26">
            <a:extLst>
              <a:ext uri="{FF2B5EF4-FFF2-40B4-BE49-F238E27FC236}">
                <a16:creationId xmlns:a16="http://schemas.microsoft.com/office/drawing/2014/main" id="{B4928304-D2B2-2E6B-A219-CF790EF05ABC}"/>
              </a:ext>
              <a:ext uri="{C183D7F6-B498-43B3-948B-1728B52AA6E4}">
                <adec:decorative xmlns:adec="http://schemas.microsoft.com/office/drawing/2017/decorative" val="1"/>
              </a:ext>
            </a:extLst>
          </p:cNvPr>
          <p:cNvSpPr/>
          <p:nvPr userDrawn="1"/>
        </p:nvSpPr>
        <p:spPr>
          <a:xfrm>
            <a:off x="731520" y="2971800"/>
            <a:ext cx="3156997" cy="3200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731520" y="731520"/>
            <a:ext cx="3657600" cy="2011680"/>
          </a:xfrm>
        </p:spPr>
        <p:txBody>
          <a:bodyPr rtlCol="0" anchor="t">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28" name="図プレースホルダー 19">
            <a:extLst>
              <a:ext uri="{FF2B5EF4-FFF2-40B4-BE49-F238E27FC236}">
                <a16:creationId xmlns:a16="http://schemas.microsoft.com/office/drawing/2014/main" id="{E504D1B2-3F51-3841-0D11-F459E8E40217}"/>
              </a:ext>
            </a:extLst>
          </p:cNvPr>
          <p:cNvSpPr>
            <a:spLocks noGrp="1"/>
          </p:cNvSpPr>
          <p:nvPr>
            <p:ph type="pic" sz="quarter" idx="19" hasCustomPrompt="1"/>
          </p:nvPr>
        </p:nvSpPr>
        <p:spPr>
          <a:xfrm>
            <a:off x="1038623" y="3273552"/>
            <a:ext cx="2542791" cy="2596896"/>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8" name="コンテンツ プレースホルダー 7">
            <a:extLst>
              <a:ext uri="{FF2B5EF4-FFF2-40B4-BE49-F238E27FC236}">
                <a16:creationId xmlns:a16="http://schemas.microsoft.com/office/drawing/2014/main" id="{8BAC3300-BF12-B200-9F06-8D5AC45CB7EF}"/>
              </a:ext>
            </a:extLst>
          </p:cNvPr>
          <p:cNvSpPr>
            <a:spLocks noGrp="1"/>
          </p:cNvSpPr>
          <p:nvPr>
            <p:ph sz="quarter" idx="14" hasCustomPrompt="1"/>
          </p:nvPr>
        </p:nvSpPr>
        <p:spPr>
          <a:xfrm>
            <a:off x="4846320" y="731520"/>
            <a:ext cx="5920354" cy="5171831"/>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ltLang="ja-JP"/>
              <a:t>9/17/2025</a:t>
            </a:r>
            <a:endParaRPr lang="en-US"/>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a:xfrm>
            <a:off x="640080" y="6343955"/>
            <a:ext cx="609600" cy="365125"/>
          </a:xfrm>
        </p:spPr>
        <p:txBody>
          <a:bodyPr rtlCol="0"/>
          <a:lstStyle/>
          <a:p>
            <a:pPr rtl="0"/>
            <a:fld id="{AEAA3239-9EA4-4A65-A281-97F994456D9F}" type="slidenum">
              <a:rPr lang="en-US" smtClean="0"/>
              <a:t>‹#›</a:t>
            </a:fld>
            <a:endParaRPr lang="en-US" dirty="0"/>
          </a:p>
        </p:txBody>
      </p:sp>
      <p:grpSp>
        <p:nvGrpSpPr>
          <p:cNvPr id="3" name="グループ 2">
            <a:extLst>
              <a:ext uri="{FF2B5EF4-FFF2-40B4-BE49-F238E27FC236}">
                <a16:creationId xmlns:a16="http://schemas.microsoft.com/office/drawing/2014/main" id="{A9E75FBA-88FB-03F4-1243-316EE4C6F7EF}"/>
              </a:ext>
            </a:extLst>
          </p:cNvPr>
          <p:cNvGrpSpPr/>
          <p:nvPr userDrawn="1"/>
        </p:nvGrpSpPr>
        <p:grpSpPr>
          <a:xfrm>
            <a:off x="11078040" y="685800"/>
            <a:ext cx="504370" cy="544340"/>
            <a:chOff x="10917026" y="837879"/>
            <a:chExt cx="513774" cy="554490"/>
          </a:xfrm>
        </p:grpSpPr>
        <p:sp>
          <p:nvSpPr>
            <p:cNvPr id="4" name="グラフィック 12">
              <a:extLst>
                <a:ext uri="{FF2B5EF4-FFF2-40B4-BE49-F238E27FC236}">
                  <a16:creationId xmlns:a16="http://schemas.microsoft.com/office/drawing/2014/main" id="{4633B59F-A812-F1E3-DE81-49A992D33D0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9" name="グラフィック 13">
              <a:extLst>
                <a:ext uri="{FF2B5EF4-FFF2-40B4-BE49-F238E27FC236}">
                  <a16:creationId xmlns:a16="http://schemas.microsoft.com/office/drawing/2014/main" id="{4E19E8B0-11E2-25D6-3241-83A9EA89CA07}"/>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0" name="グラフィック 15">
              <a:extLst>
                <a:ext uri="{FF2B5EF4-FFF2-40B4-BE49-F238E27FC236}">
                  <a16:creationId xmlns:a16="http://schemas.microsoft.com/office/drawing/2014/main" id="{66818F55-5EF2-00D8-E335-4ABF098634C5}"/>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137628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画像付きコンテンツ 18">
    <p:spTree>
      <p:nvGrpSpPr>
        <p:cNvPr id="1" name=""/>
        <p:cNvGrpSpPr/>
        <p:nvPr/>
      </p:nvGrpSpPr>
      <p:grpSpPr>
        <a:xfrm>
          <a:off x="0" y="0"/>
          <a:ext cx="0" cy="0"/>
          <a:chOff x="0" y="0"/>
          <a:chExt cx="0" cy="0"/>
        </a:xfrm>
      </p:grpSpPr>
      <p:sp>
        <p:nvSpPr>
          <p:cNvPr id="9" name="長方形 8">
            <a:extLst>
              <a:ext uri="{FF2B5EF4-FFF2-40B4-BE49-F238E27FC236}">
                <a16:creationId xmlns:a16="http://schemas.microsoft.com/office/drawing/2014/main" id="{8E9374DB-8F12-D8B8-C1CC-B5FC4BEB4ACE}"/>
              </a:ext>
              <a:ext uri="{C183D7F6-B498-43B3-948B-1728B52AA6E4}">
                <adec:decorative xmlns:adec="http://schemas.microsoft.com/office/drawing/2017/decorative" val="1"/>
              </a:ext>
            </a:extLst>
          </p:cNvPr>
          <p:cNvSpPr/>
          <p:nvPr userDrawn="1"/>
        </p:nvSpPr>
        <p:spPr>
          <a:xfrm>
            <a:off x="731520" y="2971800"/>
            <a:ext cx="3156997" cy="32004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タイトル 1">
            <a:extLst>
              <a:ext uri="{FF2B5EF4-FFF2-40B4-BE49-F238E27FC236}">
                <a16:creationId xmlns:a16="http://schemas.microsoft.com/office/drawing/2014/main" id="{F0522131-79E0-C17E-CCFA-D78F4E6FB6C0}"/>
              </a:ext>
            </a:extLst>
          </p:cNvPr>
          <p:cNvSpPr>
            <a:spLocks noGrp="1"/>
          </p:cNvSpPr>
          <p:nvPr>
            <p:ph type="title" hasCustomPrompt="1"/>
          </p:nvPr>
        </p:nvSpPr>
        <p:spPr>
          <a:xfrm>
            <a:off x="731520" y="731520"/>
            <a:ext cx="3291840" cy="2011680"/>
          </a:xfrm>
        </p:spPr>
        <p:txBody>
          <a:bodyPr rtlCol="0" anchor="t">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0" name="図プレースホルダー 19">
            <a:extLst>
              <a:ext uri="{FF2B5EF4-FFF2-40B4-BE49-F238E27FC236}">
                <a16:creationId xmlns:a16="http://schemas.microsoft.com/office/drawing/2014/main" id="{D91E3E03-2294-1142-CBC9-19ADB9DA9CCF}"/>
              </a:ext>
            </a:extLst>
          </p:cNvPr>
          <p:cNvSpPr>
            <a:spLocks noGrp="1"/>
          </p:cNvSpPr>
          <p:nvPr>
            <p:ph type="pic" sz="quarter" idx="19" hasCustomPrompt="1"/>
          </p:nvPr>
        </p:nvSpPr>
        <p:spPr>
          <a:xfrm>
            <a:off x="1038623" y="3275858"/>
            <a:ext cx="2542791" cy="2585369"/>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4" name="コンテンツ プレースホルダー 7">
            <a:extLst>
              <a:ext uri="{FF2B5EF4-FFF2-40B4-BE49-F238E27FC236}">
                <a16:creationId xmlns:a16="http://schemas.microsoft.com/office/drawing/2014/main" id="{FB2F5EF0-4CB2-ABCF-4734-F972D94E730D}"/>
              </a:ext>
            </a:extLst>
          </p:cNvPr>
          <p:cNvSpPr>
            <a:spLocks noGrp="1"/>
          </p:cNvSpPr>
          <p:nvPr>
            <p:ph sz="quarter" idx="14" hasCustomPrompt="1"/>
          </p:nvPr>
        </p:nvSpPr>
        <p:spPr>
          <a:xfrm>
            <a:off x="4297680" y="731520"/>
            <a:ext cx="6400800" cy="5394960"/>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vl2pPr marL="228600" indent="0">
              <a:buNone/>
              <a:defRPr sz="1400">
                <a:latin typeface="Meiryo UI" panose="020B0604030504040204" pitchFamily="34" charset="-128"/>
                <a:ea typeface="Meiryo UI" panose="020B0604030504040204" pitchFamily="34" charset="-128"/>
              </a:defRPr>
            </a:lvl2pPr>
            <a:lvl3pPr marL="457200" indent="0">
              <a:buNone/>
              <a:defRPr sz="1400">
                <a:latin typeface="Meiryo UI" panose="020B0604030504040204" pitchFamily="34" charset="-128"/>
                <a:ea typeface="Meiryo UI" panose="020B0604030504040204" pitchFamily="34" charset="-128"/>
              </a:defRPr>
            </a:lvl3pPr>
            <a:lvl4pPr marL="685800" indent="0">
              <a:buNone/>
              <a:defRPr sz="1400">
                <a:latin typeface="Meiryo UI" panose="020B0604030504040204" pitchFamily="34" charset="-128"/>
                <a:ea typeface="Meiryo UI" panose="020B0604030504040204" pitchFamily="34" charset="-128"/>
              </a:defRPr>
            </a:lvl4pPr>
            <a:lvl5pPr marL="914400" indent="0">
              <a:buNone/>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a:xfrm>
            <a:off x="731520" y="6343955"/>
            <a:ext cx="280540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ltLang="ja-JP"/>
              <a:t>9/17/2025</a:t>
            </a:r>
            <a:endParaRPr lang="en-US"/>
          </a:p>
        </p:txBody>
      </p:sp>
      <p:grpSp>
        <p:nvGrpSpPr>
          <p:cNvPr id="2" name="グループ 1">
            <a:extLst>
              <a:ext uri="{FF2B5EF4-FFF2-40B4-BE49-F238E27FC236}">
                <a16:creationId xmlns:a16="http://schemas.microsoft.com/office/drawing/2014/main" id="{26A5EF8B-3650-88BF-728C-75E1343A7D66}"/>
              </a:ext>
            </a:extLst>
          </p:cNvPr>
          <p:cNvGrpSpPr/>
          <p:nvPr userDrawn="1"/>
        </p:nvGrpSpPr>
        <p:grpSpPr>
          <a:xfrm>
            <a:off x="11078040" y="685800"/>
            <a:ext cx="504370" cy="544340"/>
            <a:chOff x="10917026" y="837879"/>
            <a:chExt cx="513774" cy="554490"/>
          </a:xfrm>
        </p:grpSpPr>
        <p:sp>
          <p:nvSpPr>
            <p:cNvPr id="7" name="グラフィック 12">
              <a:extLst>
                <a:ext uri="{FF2B5EF4-FFF2-40B4-BE49-F238E27FC236}">
                  <a16:creationId xmlns:a16="http://schemas.microsoft.com/office/drawing/2014/main" id="{0650E00D-2B97-2951-E525-5C408042C94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8" name="グラフィック 13">
              <a:extLst>
                <a:ext uri="{FF2B5EF4-FFF2-40B4-BE49-F238E27FC236}">
                  <a16:creationId xmlns:a16="http://schemas.microsoft.com/office/drawing/2014/main" id="{4568B02E-A861-8E97-BBA7-D143F855E9CF}"/>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1" name="グラフィック 15">
              <a:extLst>
                <a:ext uri="{FF2B5EF4-FFF2-40B4-BE49-F238E27FC236}">
                  <a16:creationId xmlns:a16="http://schemas.microsoft.com/office/drawing/2014/main" id="{1598D9DA-CC25-158F-433E-9040A87AD8E4}"/>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30168536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数値 - 大">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grpSp>
        <p:nvGrpSpPr>
          <p:cNvPr id="11" name="グループ 10">
            <a:extLst>
              <a:ext uri="{FF2B5EF4-FFF2-40B4-BE49-F238E27FC236}">
                <a16:creationId xmlns:a16="http://schemas.microsoft.com/office/drawing/2014/main" id="{3DD604AC-3FBD-6731-AE34-6D289E239C65}"/>
              </a:ext>
            </a:extLst>
          </p:cNvPr>
          <p:cNvGrpSpPr/>
          <p:nvPr userDrawn="1"/>
        </p:nvGrpSpPr>
        <p:grpSpPr>
          <a:xfrm>
            <a:off x="11078040" y="685800"/>
            <a:ext cx="504370" cy="544340"/>
            <a:chOff x="10917026" y="837879"/>
            <a:chExt cx="513774" cy="554490"/>
          </a:xfrm>
        </p:grpSpPr>
        <p:sp>
          <p:nvSpPr>
            <p:cNvPr id="12" name="グラフィック 12">
              <a:extLst>
                <a:ext uri="{FF2B5EF4-FFF2-40B4-BE49-F238E27FC236}">
                  <a16:creationId xmlns:a16="http://schemas.microsoft.com/office/drawing/2014/main" id="{4E8E790D-7A40-6A1E-4361-51129BCDCB5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pPr rtl="0"/>
              <a:endParaRPr lang="en-US">
                <a:solidFill>
                  <a:schemeClr val="bg1"/>
                </a:solidFill>
              </a:endParaRPr>
            </a:p>
          </p:txBody>
        </p:sp>
        <p:sp>
          <p:nvSpPr>
            <p:cNvPr id="13" name="グラフィック 13">
              <a:extLst>
                <a:ext uri="{FF2B5EF4-FFF2-40B4-BE49-F238E27FC236}">
                  <a16:creationId xmlns:a16="http://schemas.microsoft.com/office/drawing/2014/main" id="{F96E21DE-06BB-B547-2FBA-F5E2B9A67B92}"/>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pPr rtl="0"/>
              <a:endParaRPr lang="en-US">
                <a:solidFill>
                  <a:schemeClr val="bg1"/>
                </a:solidFill>
              </a:endParaRPr>
            </a:p>
          </p:txBody>
        </p:sp>
        <p:sp>
          <p:nvSpPr>
            <p:cNvPr id="14" name="グラフィック 15">
              <a:extLst>
                <a:ext uri="{FF2B5EF4-FFF2-40B4-BE49-F238E27FC236}">
                  <a16:creationId xmlns:a16="http://schemas.microsoft.com/office/drawing/2014/main" id="{1297FD5C-A48F-F611-55DE-E5A576DA082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pPr rtl="0"/>
              <a:endParaRPr lang="en-US">
                <a:solidFill>
                  <a:schemeClr val="bg1"/>
                </a:solidFill>
              </a:endParaRPr>
            </a:p>
          </p:txBody>
        </p:sp>
      </p:grpSp>
      <p:sp>
        <p:nvSpPr>
          <p:cNvPr id="8" name="タイトル 7">
            <a:extLst>
              <a:ext uri="{FF2B5EF4-FFF2-40B4-BE49-F238E27FC236}">
                <a16:creationId xmlns:a16="http://schemas.microsoft.com/office/drawing/2014/main" id="{DBDF905D-8CE4-3494-D7B6-24047D9C1D3D}"/>
              </a:ext>
            </a:extLst>
          </p:cNvPr>
          <p:cNvSpPr>
            <a:spLocks noGrp="1"/>
          </p:cNvSpPr>
          <p:nvPr>
            <p:ph type="title" hasCustomPrompt="1"/>
          </p:nvPr>
        </p:nvSpPr>
        <p:spPr>
          <a:xfrm>
            <a:off x="640080" y="5029199"/>
            <a:ext cx="10027919" cy="914400"/>
          </a:xfrm>
        </p:spPr>
        <p:txBody>
          <a:bodyPr rtlCol="0" anchor="t">
            <a:normAutofit/>
          </a:bodyPr>
          <a:lstStyle>
            <a:lvl1pPr>
              <a:lnSpc>
                <a:spcPct val="100000"/>
              </a:lnSpc>
              <a:defRPr sz="2000" b="0" cap="none" baseline="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16" name="コンテンツ プレースホルダー 15">
            <a:extLst>
              <a:ext uri="{FF2B5EF4-FFF2-40B4-BE49-F238E27FC236}">
                <a16:creationId xmlns:a16="http://schemas.microsoft.com/office/drawing/2014/main" id="{02010402-BDF6-6CA5-1C1B-A6560DBF357C}"/>
              </a:ext>
            </a:extLst>
          </p:cNvPr>
          <p:cNvSpPr>
            <a:spLocks noGrp="1"/>
          </p:cNvSpPr>
          <p:nvPr>
            <p:ph sz="quarter" idx="14" hasCustomPrompt="1"/>
          </p:nvPr>
        </p:nvSpPr>
        <p:spPr>
          <a:xfrm>
            <a:off x="639763" y="685800"/>
            <a:ext cx="10028237" cy="4333875"/>
          </a:xfrm>
        </p:spPr>
        <p:txBody>
          <a:bodyPr rtlCol="0" anchor="b">
            <a:normAutofit/>
          </a:bodyPr>
          <a:lstStyle>
            <a:lvl1pPr marL="0" indent="0">
              <a:lnSpc>
                <a:spcPct val="90000"/>
              </a:lnSpc>
              <a:buNone/>
              <a:defRPr sz="27000">
                <a:latin typeface="Meiryo UI" panose="020B0604030504040204" pitchFamily="34" charset="-128"/>
                <a:ea typeface="Meiryo UI" panose="020B0604030504040204" pitchFamily="34" charset="-128"/>
              </a:defRPr>
            </a:lvl1pPr>
          </a:lstStyle>
          <a:p>
            <a:pPr lvl="0" rtl="0"/>
            <a:r>
              <a:rPr lang="ja"/>
              <a:t>##%</a:t>
            </a:r>
          </a:p>
        </p:txBody>
      </p:sp>
      <p:sp>
        <p:nvSpPr>
          <p:cNvPr id="6" name="スライド番号プレースホルダー 4">
            <a:extLst>
              <a:ext uri="{FF2B5EF4-FFF2-40B4-BE49-F238E27FC236}">
                <a16:creationId xmlns:a16="http://schemas.microsoft.com/office/drawing/2014/main" id="{B18DB5CD-C13F-D271-BB13-A402CA9A935D}"/>
              </a:ext>
            </a:extLst>
          </p:cNvPr>
          <p:cNvSpPr>
            <a:spLocks noGrp="1"/>
          </p:cNvSpPr>
          <p:nvPr>
            <p:ph type="sldNum" sz="quarter" idx="12"/>
          </p:nvPr>
        </p:nvSpPr>
        <p:spPr>
          <a:xfrm>
            <a:off x="640080" y="6343955"/>
            <a:ext cx="609600" cy="365125"/>
          </a:xfrm>
        </p:spPr>
        <p:txBody>
          <a:bodyPr rtlCol="0"/>
          <a:lstStyle>
            <a:lvl1pPr>
              <a:defRPr>
                <a:solidFill>
                  <a:schemeClr val="tx1"/>
                </a:solidFill>
              </a:defRPr>
            </a:lvl1pPr>
          </a:lstStyle>
          <a:p>
            <a:pPr rtl="0"/>
            <a:fld id="{AEAA3239-9EA4-4A65-A281-97F994456D9F}" type="slidenum">
              <a:rPr lang="en-US" smtClean="0"/>
              <a:pPr/>
              <a:t>‹#›</a:t>
            </a:fld>
            <a:endParaRPr lang="en-US" dirty="0"/>
          </a:p>
        </p:txBody>
      </p:sp>
      <p:sp>
        <p:nvSpPr>
          <p:cNvPr id="4" name="フッター プレースホルダー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normAutofit/>
          </a:bodyPr>
          <a:lstStyle>
            <a:lvl1pPr>
              <a:defRPr>
                <a:solidFill>
                  <a:schemeClr val="tx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lvl1pPr>
              <a:defRPr>
                <a:solidFill>
                  <a:schemeClr val="tx1"/>
                </a:solidFill>
              </a:defRPr>
            </a:lvl1pPr>
          </a:lstStyle>
          <a:p>
            <a:pPr rtl="0"/>
            <a:r>
              <a:rPr lang="en-US" altLang="ja-JP"/>
              <a:t>9/17/2025</a:t>
            </a:r>
            <a:endParaRPr lang="en-US"/>
          </a:p>
        </p:txBody>
      </p:sp>
    </p:spTree>
    <p:extLst>
      <p:ext uri="{BB962C8B-B14F-4D97-AF65-F5344CB8AC3E}">
        <p14:creationId xmlns:p14="http://schemas.microsoft.com/office/powerpoint/2010/main" val="1685134562"/>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数値 - 大 2">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3" name="タイトル 1">
            <a:extLst>
              <a:ext uri="{FF2B5EF4-FFF2-40B4-BE49-F238E27FC236}">
                <a16:creationId xmlns:a16="http://schemas.microsoft.com/office/drawing/2014/main" id="{8A2A0A59-5884-D48B-41E8-8AE859CFAA50}"/>
              </a:ext>
            </a:extLst>
          </p:cNvPr>
          <p:cNvSpPr>
            <a:spLocks noGrp="1"/>
          </p:cNvSpPr>
          <p:nvPr>
            <p:ph type="title" hasCustomPrompt="1"/>
          </p:nvPr>
        </p:nvSpPr>
        <p:spPr>
          <a:xfrm>
            <a:off x="640080" y="5029200"/>
            <a:ext cx="10942316" cy="914399"/>
          </a:xfrm>
        </p:spPr>
        <p:txBody>
          <a:bodyPr rtlCol="0" anchor="t">
            <a:normAutofit/>
          </a:bodyPr>
          <a:lstStyle>
            <a:lvl1pPr algn="ctr">
              <a:lnSpc>
                <a:spcPct val="110000"/>
              </a:lnSpc>
              <a:defRPr sz="2000" b="0" i="0" cap="none" baseline="0">
                <a:solidFill>
                  <a:schemeClr val="bg2"/>
                </a:solidFill>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24" name="コンテンツ プレースホルダー 6">
            <a:extLst>
              <a:ext uri="{FF2B5EF4-FFF2-40B4-BE49-F238E27FC236}">
                <a16:creationId xmlns:a16="http://schemas.microsoft.com/office/drawing/2014/main" id="{619E7EC3-46E7-3676-3EDE-10D13AB58521}"/>
              </a:ext>
            </a:extLst>
          </p:cNvPr>
          <p:cNvSpPr>
            <a:spLocks noGrp="1"/>
          </p:cNvSpPr>
          <p:nvPr>
            <p:ph sz="quarter" idx="13" hasCustomPrompt="1"/>
          </p:nvPr>
        </p:nvSpPr>
        <p:spPr>
          <a:xfrm>
            <a:off x="640080" y="685801"/>
            <a:ext cx="10942319" cy="4334434"/>
          </a:xfrm>
        </p:spPr>
        <p:txBody>
          <a:bodyPr rtlCol="0" anchor="b">
            <a:normAutofit/>
          </a:bodyPr>
          <a:lstStyle>
            <a:lvl1pPr marL="0" indent="0" algn="ctr">
              <a:lnSpc>
                <a:spcPct val="90000"/>
              </a:lnSpc>
              <a:buNone/>
              <a:defRPr sz="27000" b="0" i="0">
                <a:solidFill>
                  <a:schemeClr val="bg2"/>
                </a:solidFill>
                <a:latin typeface="Meiryo UI" panose="020B0604030504040204" pitchFamily="34" charset="-128"/>
                <a:ea typeface="Meiryo UI" panose="020B0604030504040204" pitchFamily="34" charset="-128"/>
              </a:defRPr>
            </a:lvl1pPr>
          </a:lstStyle>
          <a:p>
            <a:pPr lvl="0" rtl="0"/>
            <a:r>
              <a:rPr lang="ja"/>
              <a:t>##%</a:t>
            </a:r>
          </a:p>
        </p:txBody>
      </p:sp>
      <p:sp>
        <p:nvSpPr>
          <p:cNvPr id="3" name="スライド番号プレースホルダー 4">
            <a:extLst>
              <a:ext uri="{FF2B5EF4-FFF2-40B4-BE49-F238E27FC236}">
                <a16:creationId xmlns:a16="http://schemas.microsoft.com/office/drawing/2014/main" id="{08B41E50-17C4-7CBB-61F3-6C6135898BCB}"/>
              </a:ext>
            </a:extLst>
          </p:cNvPr>
          <p:cNvSpPr>
            <a:spLocks noGrp="1"/>
          </p:cNvSpPr>
          <p:nvPr>
            <p:ph type="sldNum" sz="quarter" idx="12"/>
          </p:nvPr>
        </p:nvSpPr>
        <p:spPr>
          <a:xfrm>
            <a:off x="640080" y="6343955"/>
            <a:ext cx="609600" cy="365125"/>
          </a:xfrm>
        </p:spPr>
        <p:txBody>
          <a:bodyPr rtlCol="0"/>
          <a:lstStyle>
            <a:lvl1pPr>
              <a:defRPr>
                <a:solidFill>
                  <a:schemeClr val="bg1"/>
                </a:solidFill>
              </a:defRPr>
            </a:lvl1pPr>
          </a:lstStyle>
          <a:p>
            <a:pPr rtl="0"/>
            <a:fld id="{AEAA3239-9EA4-4A65-A281-97F994456D9F}" type="slidenum">
              <a:rPr lang="en-US" smtClean="0"/>
              <a:pPr/>
              <a:t>‹#›</a:t>
            </a:fld>
            <a:endParaRPr lang="en-US"/>
          </a:p>
        </p:txBody>
      </p:sp>
      <p:sp>
        <p:nvSpPr>
          <p:cNvPr id="10" name="フッター プレースホルダー 3">
            <a:extLst>
              <a:ext uri="{FF2B5EF4-FFF2-40B4-BE49-F238E27FC236}">
                <a16:creationId xmlns:a16="http://schemas.microsoft.com/office/drawing/2014/main" id="{10DC6949-94CC-3B80-B7C3-0BAF2195198D}"/>
              </a:ext>
            </a:extLst>
          </p:cNvPr>
          <p:cNvSpPr>
            <a:spLocks noGrp="1"/>
          </p:cNvSpPr>
          <p:nvPr>
            <p:ph type="ftr" sz="quarter" idx="11"/>
          </p:nvPr>
        </p:nvSpPr>
        <p:spPr>
          <a:xfrm>
            <a:off x="1524000" y="6343955"/>
            <a:ext cx="2805405" cy="365125"/>
          </a:xfrm>
        </p:spPr>
        <p:txBody>
          <a:bodyPr rtlCol="0">
            <a:normAutofit/>
          </a:bodyPr>
          <a:lstStyle>
            <a:lvl1pPr>
              <a:defRPr>
                <a:solidFill>
                  <a:schemeClr val="bg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9" name="日付プレースホルダー 2">
            <a:extLst>
              <a:ext uri="{FF2B5EF4-FFF2-40B4-BE49-F238E27FC236}">
                <a16:creationId xmlns:a16="http://schemas.microsoft.com/office/drawing/2014/main" id="{CB36698A-C952-28A6-1E24-016F9C0D20BE}"/>
              </a:ext>
            </a:extLst>
          </p:cNvPr>
          <p:cNvSpPr>
            <a:spLocks noGrp="1"/>
          </p:cNvSpPr>
          <p:nvPr>
            <p:ph type="dt" sz="half" idx="10"/>
          </p:nvPr>
        </p:nvSpPr>
        <p:spPr>
          <a:xfrm>
            <a:off x="9379756" y="6343955"/>
            <a:ext cx="2202644" cy="365125"/>
          </a:xfrm>
        </p:spPr>
        <p:txBody>
          <a:bodyPr rtlCol="0"/>
          <a:lstStyle>
            <a:lvl1pPr>
              <a:defRPr>
                <a:solidFill>
                  <a:schemeClr val="bg1"/>
                </a:solidFill>
              </a:defRPr>
            </a:lvl1pPr>
          </a:lstStyle>
          <a:p>
            <a:pPr rtl="0"/>
            <a:r>
              <a:rPr lang="en-US" altLang="ja-JP"/>
              <a:t>9/17/2025</a:t>
            </a:r>
            <a:endParaRPr lang="en-US"/>
          </a:p>
        </p:txBody>
      </p:sp>
    </p:spTree>
    <p:extLst>
      <p:ext uri="{BB962C8B-B14F-4D97-AF65-F5344CB8AC3E}">
        <p14:creationId xmlns:p14="http://schemas.microsoft.com/office/powerpoint/2010/main" val="33919335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数値 - 大 3">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56306E-B77F-CE22-FA8C-F08F17B5E9B4}"/>
              </a:ext>
            </a:extLst>
          </p:cNvPr>
          <p:cNvSpPr>
            <a:spLocks noGrp="1"/>
          </p:cNvSpPr>
          <p:nvPr>
            <p:ph type="title" hasCustomPrompt="1"/>
          </p:nvPr>
        </p:nvSpPr>
        <p:spPr>
          <a:xfrm>
            <a:off x="1066800" y="5039139"/>
            <a:ext cx="10058400" cy="914400"/>
          </a:xfrm>
        </p:spPr>
        <p:txBody>
          <a:bodyPr rtlCol="0" anchor="t">
            <a:normAutofit/>
          </a:bodyPr>
          <a:lstStyle>
            <a:lvl1pPr algn="ctr">
              <a:lnSpc>
                <a:spcPct val="110000"/>
              </a:lnSpc>
              <a:defRPr sz="2000" b="1" i="0" cap="all" baseline="0">
                <a:solidFill>
                  <a:schemeClr val="accent2"/>
                </a:solidFill>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7" name="コンテンツ プレースホルダー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066800" y="685801"/>
            <a:ext cx="10058400" cy="4334434"/>
          </a:xfrm>
        </p:spPr>
        <p:txBody>
          <a:bodyPr rtlCol="0" anchor="b">
            <a:normAutofit/>
          </a:bodyPr>
          <a:lstStyle>
            <a:lvl1pPr marL="0" indent="0" algn="ctr">
              <a:lnSpc>
                <a:spcPct val="90000"/>
              </a:lnSpc>
              <a:buNone/>
              <a:defRPr sz="27000" b="0" i="0">
                <a:solidFill>
                  <a:schemeClr val="tx2"/>
                </a:solidFill>
                <a:latin typeface="Meiryo UI" panose="020B0604030504040204" pitchFamily="34" charset="-128"/>
                <a:ea typeface="Meiryo UI" panose="020B0604030504040204" pitchFamily="34" charset="-128"/>
              </a:defRPr>
            </a:lvl1pPr>
          </a:lstStyle>
          <a:p>
            <a:pPr lvl="0" rtl="0"/>
            <a:r>
              <a:rPr lang="ja"/>
              <a:t>##%</a:t>
            </a:r>
          </a:p>
        </p:txBody>
      </p:sp>
      <p:sp>
        <p:nvSpPr>
          <p:cNvPr id="6" name="スライド番号プレースホルダー 4">
            <a:extLst>
              <a:ext uri="{FF2B5EF4-FFF2-40B4-BE49-F238E27FC236}">
                <a16:creationId xmlns:a16="http://schemas.microsoft.com/office/drawing/2014/main" id="{796391C3-4992-238E-DA26-2E9782D8922A}"/>
              </a:ext>
            </a:extLst>
          </p:cNvPr>
          <p:cNvSpPr>
            <a:spLocks noGrp="1"/>
          </p:cNvSpPr>
          <p:nvPr>
            <p:ph type="sldNum" sz="quarter" idx="12"/>
          </p:nvPr>
        </p:nvSpPr>
        <p:spPr>
          <a:xfrm>
            <a:off x="640080" y="6343955"/>
            <a:ext cx="609600" cy="365125"/>
          </a:xfrm>
        </p:spPr>
        <p:txBody>
          <a:bodyPr rtlCol="0"/>
          <a:lstStyle>
            <a:lvl1pPr>
              <a:defRPr>
                <a:solidFill>
                  <a:schemeClr val="accent2"/>
                </a:solidFill>
              </a:defRPr>
            </a:lvl1pPr>
          </a:lstStyle>
          <a:p>
            <a:pPr rtl="0"/>
            <a:fld id="{AEAA3239-9EA4-4A65-A281-97F994456D9F}" type="slidenum">
              <a:rPr lang="en-US" smtClean="0"/>
              <a:pPr/>
              <a:t>‹#›</a:t>
            </a:fld>
            <a:endParaRPr lang="en-US"/>
          </a:p>
        </p:txBody>
      </p:sp>
      <p:sp>
        <p:nvSpPr>
          <p:cNvPr id="4" name="フッター プレースホルダー 3">
            <a:extLst>
              <a:ext uri="{FF2B5EF4-FFF2-40B4-BE49-F238E27FC236}">
                <a16:creationId xmlns:a16="http://schemas.microsoft.com/office/drawing/2014/main" id="{C394E47C-0C77-0005-1755-14F7739DF22E}"/>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4A591E5F-EDEF-7D02-30E6-B960B5E45903}"/>
              </a:ext>
            </a:extLst>
          </p:cNvPr>
          <p:cNvSpPr>
            <a:spLocks noGrp="1"/>
          </p:cNvSpPr>
          <p:nvPr>
            <p:ph type="dt" sz="half" idx="10"/>
          </p:nvPr>
        </p:nvSpPr>
        <p:spPr/>
        <p:txBody>
          <a:bodyPr rtlCol="0"/>
          <a:lstStyle/>
          <a:p>
            <a:pPr rtl="0"/>
            <a:r>
              <a:rPr lang="en-US" altLang="ja-JP"/>
              <a:t>9/17/2025</a:t>
            </a:r>
            <a:endParaRPr lang="en-US"/>
          </a:p>
        </p:txBody>
      </p:sp>
    </p:spTree>
    <p:extLst>
      <p:ext uri="{BB962C8B-B14F-4D97-AF65-F5344CB8AC3E}">
        <p14:creationId xmlns:p14="http://schemas.microsoft.com/office/powerpoint/2010/main" val="25543294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ステートメント">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133856"/>
            <a:ext cx="10652760" cy="914400"/>
          </a:xfrm>
        </p:spPr>
        <p:txBody>
          <a:bodyPr rtlCol="0">
            <a:normAutofit/>
          </a:bodyPr>
          <a:lstStyle>
            <a:lvl1pPr>
              <a:defRPr>
                <a:solidFill>
                  <a:schemeClr val="bg1"/>
                </a:solidFill>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5" name="スライド番号プレースホルダー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tx2"/>
                </a:solidFill>
              </a:defRPr>
            </a:lvl1pPr>
          </a:lstStyle>
          <a:p>
            <a:pPr rtl="0"/>
            <a:fld id="{AEAA3239-9EA4-4A65-A281-97F994456D9F}" type="slidenum">
              <a:rPr lang="en-US" smtClean="0"/>
              <a:pPr/>
              <a:t>‹#›</a:t>
            </a:fld>
            <a:endParaRPr lang="en-US"/>
          </a:p>
        </p:txBody>
      </p:sp>
      <p:sp>
        <p:nvSpPr>
          <p:cNvPr id="7" name="コンテンツ プレースホルダー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24000" y="1524001"/>
            <a:ext cx="10058392" cy="3719887"/>
          </a:xfrm>
        </p:spPr>
        <p:txBody>
          <a:bodyPr rtlCol="0" anchor="t">
            <a:normAutofit/>
          </a:bodyPr>
          <a:lstStyle>
            <a:lvl1pPr marL="0" indent="0">
              <a:lnSpc>
                <a:spcPct val="90000"/>
              </a:lnSpc>
              <a:buNone/>
              <a:defRPr sz="5000" b="1" cap="all" baseline="0">
                <a:latin typeface="Meiryo UI" panose="020B0604030504040204" pitchFamily="34" charset="-128"/>
                <a:ea typeface="Meiryo UI" panose="020B0604030504040204" pitchFamily="34" charset="-128"/>
              </a:defRPr>
            </a:lvl1pPr>
            <a:lvl2pPr marL="228600" indent="0">
              <a:lnSpc>
                <a:spcPct val="90000"/>
              </a:lnSpc>
              <a:buNone/>
              <a:defRPr sz="5000" b="1" cap="all" baseline="0">
                <a:latin typeface="Meiryo UI" panose="020B0604030504040204" pitchFamily="34" charset="-128"/>
                <a:ea typeface="Meiryo UI" panose="020B0604030504040204" pitchFamily="34" charset="-128"/>
              </a:defRPr>
            </a:lvl2pPr>
            <a:lvl3pPr marL="457200" indent="0">
              <a:lnSpc>
                <a:spcPct val="90000"/>
              </a:lnSpc>
              <a:buNone/>
              <a:defRPr sz="5000" b="1" cap="all" baseline="0">
                <a:latin typeface="Meiryo UI" panose="020B0604030504040204" pitchFamily="34" charset="-128"/>
                <a:ea typeface="Meiryo UI" panose="020B0604030504040204" pitchFamily="34" charset="-128"/>
              </a:defRPr>
            </a:lvl3pPr>
            <a:lvl4pPr marL="685800" indent="0">
              <a:lnSpc>
                <a:spcPct val="90000"/>
              </a:lnSpc>
              <a:buNone/>
              <a:defRPr sz="5000" b="1" cap="all" baseline="0">
                <a:latin typeface="Meiryo UI" panose="020B0604030504040204" pitchFamily="34" charset="-128"/>
                <a:ea typeface="Meiryo UI" panose="020B0604030504040204" pitchFamily="34" charset="-128"/>
              </a:defRPr>
            </a:lvl4pPr>
            <a:lvl5pPr marL="914400" indent="0">
              <a:lnSpc>
                <a:spcPct val="90000"/>
              </a:lnSpc>
              <a:buNone/>
              <a:defRPr sz="5000" b="1" cap="all" baseline="0">
                <a:latin typeface="Meiryo UI" panose="020B0604030504040204" pitchFamily="34" charset="-128"/>
                <a:ea typeface="Meiryo UI" panose="020B0604030504040204" pitchFamily="34" charset="-128"/>
              </a:defRPr>
            </a:lvl5pPr>
          </a:lstStyle>
          <a:p>
            <a:pPr lvl="0" rtl="0"/>
            <a:r>
              <a:rPr lang="ja"/>
              <a:t>クリックしてステートメントを追加</a:t>
            </a:r>
          </a:p>
          <a:p>
            <a:pPr lvl="1" rtl="0"/>
            <a:r>
              <a:rPr lang="ja"/>
              <a:t>第 2 レベル</a:t>
            </a:r>
          </a:p>
          <a:p>
            <a:pPr lvl="2" rtl="0"/>
            <a:r>
              <a:rPr lang="ja"/>
              <a:t>第 3 レベル</a:t>
            </a:r>
          </a:p>
          <a:p>
            <a:pPr lvl="3" rtl="0"/>
            <a:r>
              <a:rPr lang="ja"/>
              <a:t>第 4 レベル</a:t>
            </a:r>
          </a:p>
          <a:p>
            <a:pPr lvl="4" rtl="0"/>
            <a:r>
              <a:rPr lang="ja"/>
              <a:t>第 5 レベル</a:t>
            </a:r>
          </a:p>
        </p:txBody>
      </p:sp>
      <p:sp>
        <p:nvSpPr>
          <p:cNvPr id="4" name="フッター プレースホルダー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normAutofit/>
          </a:bodyPr>
          <a:lstStyle>
            <a:lvl1pPr>
              <a:defRPr>
                <a:solidFill>
                  <a:schemeClr val="tx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tx1"/>
                </a:solidFill>
              </a:defRPr>
            </a:lvl1pPr>
          </a:lstStyle>
          <a:p>
            <a:pPr rtl="0"/>
            <a:r>
              <a:rPr lang="en-US" altLang="ja-JP"/>
              <a:t>9/17/2025</a:t>
            </a:r>
            <a:endParaRPr lang="en-US"/>
          </a:p>
        </p:txBody>
      </p:sp>
      <p:cxnSp>
        <p:nvCxnSpPr>
          <p:cNvPr id="6" name="直線​​コネクタ(S) 5">
            <a:extLst>
              <a:ext uri="{FF2B5EF4-FFF2-40B4-BE49-F238E27FC236}">
                <a16:creationId xmlns:a16="http://schemas.microsoft.com/office/drawing/2014/main" id="{DBE49238-DF0A-377C-44CB-3CB196CE8B0F}"/>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solidFill>
              <a:schemeClr val="tx1"/>
            </a:solidFill>
            <a:bevel/>
          </a:ln>
        </p:spPr>
        <p:style>
          <a:lnRef idx="1">
            <a:schemeClr val="accent1"/>
          </a:lnRef>
          <a:fillRef idx="0">
            <a:schemeClr val="accent1"/>
          </a:fillRef>
          <a:effectRef idx="0">
            <a:schemeClr val="accent1"/>
          </a:effectRef>
          <a:fontRef idx="minor">
            <a:schemeClr val="tx1"/>
          </a:fontRef>
        </p:style>
      </p:cxnSp>
      <p:grpSp>
        <p:nvGrpSpPr>
          <p:cNvPr id="16" name="グループ 15">
            <a:extLst>
              <a:ext uri="{FF2B5EF4-FFF2-40B4-BE49-F238E27FC236}">
                <a16:creationId xmlns:a16="http://schemas.microsoft.com/office/drawing/2014/main" id="{FBD35DDC-8314-6A30-6D59-7CFF0BD5045F}"/>
              </a:ext>
            </a:extLst>
          </p:cNvPr>
          <p:cNvGrpSpPr/>
          <p:nvPr userDrawn="1"/>
        </p:nvGrpSpPr>
        <p:grpSpPr>
          <a:xfrm flipV="1">
            <a:off x="11078040" y="5621541"/>
            <a:ext cx="504370" cy="544340"/>
            <a:chOff x="10917026" y="837879"/>
            <a:chExt cx="513774" cy="554490"/>
          </a:xfrm>
        </p:grpSpPr>
        <p:sp>
          <p:nvSpPr>
            <p:cNvPr id="17" name="グラフィック 12">
              <a:extLst>
                <a:ext uri="{FF2B5EF4-FFF2-40B4-BE49-F238E27FC236}">
                  <a16:creationId xmlns:a16="http://schemas.microsoft.com/office/drawing/2014/main" id="{EA215C9F-878F-671A-B9B7-F595B6F08C9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pPr rtl="0"/>
              <a:endParaRPr lang="en-US">
                <a:solidFill>
                  <a:schemeClr val="bg1"/>
                </a:solidFill>
              </a:endParaRPr>
            </a:p>
          </p:txBody>
        </p:sp>
        <p:sp>
          <p:nvSpPr>
            <p:cNvPr id="18" name="グラフィック 13">
              <a:extLst>
                <a:ext uri="{FF2B5EF4-FFF2-40B4-BE49-F238E27FC236}">
                  <a16:creationId xmlns:a16="http://schemas.microsoft.com/office/drawing/2014/main" id="{1FDC6A2A-8F91-EB17-2338-E6C2D2EBAE8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pPr rtl="0"/>
              <a:endParaRPr lang="en-US">
                <a:solidFill>
                  <a:schemeClr val="bg1"/>
                </a:solidFill>
              </a:endParaRPr>
            </a:p>
          </p:txBody>
        </p:sp>
        <p:sp>
          <p:nvSpPr>
            <p:cNvPr id="19" name="グラフィック 15">
              <a:extLst>
                <a:ext uri="{FF2B5EF4-FFF2-40B4-BE49-F238E27FC236}">
                  <a16:creationId xmlns:a16="http://schemas.microsoft.com/office/drawing/2014/main" id="{CF011AA8-B85F-1FFC-8166-AEC55059422B}"/>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158196551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ステートメント 2">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133856"/>
            <a:ext cx="10652760" cy="914400"/>
          </a:xfrm>
        </p:spPr>
        <p:txBody>
          <a:bodyPr rtlCol="0">
            <a:normAutofit/>
          </a:bodyPr>
          <a:lstStyle>
            <a:lvl1pPr>
              <a:defRPr>
                <a:solidFill>
                  <a:schemeClr val="tx1"/>
                </a:solidFill>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6" name="コンテンツ プレースホルダー 6">
            <a:extLst>
              <a:ext uri="{FF2B5EF4-FFF2-40B4-BE49-F238E27FC236}">
                <a16:creationId xmlns:a16="http://schemas.microsoft.com/office/drawing/2014/main" id="{CA85F09D-A87B-CB41-9F0D-563DF42750FB}"/>
              </a:ext>
            </a:extLst>
          </p:cNvPr>
          <p:cNvSpPr>
            <a:spLocks noGrp="1"/>
          </p:cNvSpPr>
          <p:nvPr>
            <p:ph sz="quarter" idx="13" hasCustomPrompt="1"/>
          </p:nvPr>
        </p:nvSpPr>
        <p:spPr>
          <a:xfrm>
            <a:off x="1526591" y="1690313"/>
            <a:ext cx="10058392" cy="3719887"/>
          </a:xfrm>
        </p:spPr>
        <p:txBody>
          <a:bodyPr rtlCol="0" anchor="b">
            <a:normAutofit/>
          </a:bodyPr>
          <a:lstStyle>
            <a:lvl1pPr marL="0" indent="0">
              <a:lnSpc>
                <a:spcPct val="90000"/>
              </a:lnSpc>
              <a:buNone/>
              <a:defRPr sz="5000" b="1" cap="all" baseline="0">
                <a:solidFill>
                  <a:schemeClr val="bg2"/>
                </a:solidFill>
                <a:latin typeface="Meiryo UI" panose="020B0604030504040204" pitchFamily="34" charset="-128"/>
                <a:ea typeface="Meiryo UI" panose="020B0604030504040204" pitchFamily="34" charset="-128"/>
              </a:defRPr>
            </a:lvl1pPr>
            <a:lvl2pPr marL="228600" indent="0">
              <a:lnSpc>
                <a:spcPct val="90000"/>
              </a:lnSpc>
              <a:buNone/>
              <a:defRPr sz="5000" b="1" cap="all" baseline="0">
                <a:solidFill>
                  <a:schemeClr val="bg2"/>
                </a:solidFill>
                <a:latin typeface="Meiryo UI" panose="020B0604030504040204" pitchFamily="34" charset="-128"/>
                <a:ea typeface="Meiryo UI" panose="020B0604030504040204" pitchFamily="34" charset="-128"/>
              </a:defRPr>
            </a:lvl2pPr>
            <a:lvl3pPr marL="457200" indent="0">
              <a:lnSpc>
                <a:spcPct val="90000"/>
              </a:lnSpc>
              <a:buNone/>
              <a:defRPr sz="5000" b="1" cap="all" baseline="0">
                <a:solidFill>
                  <a:schemeClr val="bg2"/>
                </a:solidFill>
                <a:latin typeface="Meiryo UI" panose="020B0604030504040204" pitchFamily="34" charset="-128"/>
                <a:ea typeface="Meiryo UI" panose="020B0604030504040204" pitchFamily="34" charset="-128"/>
              </a:defRPr>
            </a:lvl3pPr>
            <a:lvl4pPr marL="685800" indent="0">
              <a:lnSpc>
                <a:spcPct val="90000"/>
              </a:lnSpc>
              <a:buNone/>
              <a:defRPr sz="5000" b="1" cap="all" baseline="0">
                <a:solidFill>
                  <a:schemeClr val="bg2"/>
                </a:solidFill>
                <a:latin typeface="Meiryo UI" panose="020B0604030504040204" pitchFamily="34" charset="-128"/>
                <a:ea typeface="Meiryo UI" panose="020B0604030504040204" pitchFamily="34" charset="-128"/>
              </a:defRPr>
            </a:lvl4pPr>
            <a:lvl5pPr marL="914400" indent="0">
              <a:lnSpc>
                <a:spcPct val="90000"/>
              </a:lnSpc>
              <a:buNone/>
              <a:defRPr sz="5000" b="1" cap="all" baseline="0">
                <a:solidFill>
                  <a:schemeClr val="bg2"/>
                </a:solidFill>
                <a:latin typeface="Meiryo UI" panose="020B0604030504040204" pitchFamily="34" charset="-128"/>
                <a:ea typeface="Meiryo UI" panose="020B0604030504040204" pitchFamily="34" charset="-128"/>
              </a:defRPr>
            </a:lvl5pPr>
          </a:lstStyle>
          <a:p>
            <a:pPr lvl="0" rtl="0"/>
            <a:r>
              <a:rPr lang="ja"/>
              <a:t>クリックしてステートメントを追加</a:t>
            </a:r>
          </a:p>
          <a:p>
            <a:pPr lvl="1" rtl="0"/>
            <a:r>
              <a:rPr lang="ja"/>
              <a:t>第 2 レベル</a:t>
            </a:r>
          </a:p>
          <a:p>
            <a:pPr lvl="2" rtl="0"/>
            <a:r>
              <a:rPr lang="ja"/>
              <a:t>第 3 レベル</a:t>
            </a:r>
          </a:p>
          <a:p>
            <a:pPr lvl="3" rtl="0"/>
            <a:r>
              <a:rPr lang="ja"/>
              <a:t>第 4 レベル</a:t>
            </a:r>
          </a:p>
          <a:p>
            <a:pPr lvl="4" rtl="0"/>
            <a:r>
              <a:rPr lang="ja"/>
              <a:t>第 5 レベル</a:t>
            </a:r>
          </a:p>
        </p:txBody>
      </p:sp>
      <p:sp>
        <p:nvSpPr>
          <p:cNvPr id="21" name="スライド番号プレースホルダー 7">
            <a:extLst>
              <a:ext uri="{FF2B5EF4-FFF2-40B4-BE49-F238E27FC236}">
                <a16:creationId xmlns:a16="http://schemas.microsoft.com/office/drawing/2014/main" id="{00F7CBC6-342F-01DB-66E0-884090B8C49E}"/>
              </a:ext>
            </a:extLst>
          </p:cNvPr>
          <p:cNvSpPr>
            <a:spLocks noGrp="1"/>
          </p:cNvSpPr>
          <p:nvPr>
            <p:ph type="sldNum" sz="quarter" idx="12"/>
          </p:nvPr>
        </p:nvSpPr>
        <p:spPr>
          <a:xfrm>
            <a:off x="533400" y="6343955"/>
            <a:ext cx="609600" cy="365125"/>
          </a:xfrm>
        </p:spPr>
        <p:txBody>
          <a:bodyPr rtlCol="0"/>
          <a:lstStyle>
            <a:lvl1pPr>
              <a:defRPr>
                <a:solidFill>
                  <a:schemeClr val="bg1"/>
                </a:solidFill>
              </a:defRPr>
            </a:lvl1pPr>
          </a:lstStyle>
          <a:p>
            <a:pPr rtl="0"/>
            <a:fld id="{AEAA3239-9EA4-4A65-A281-97F994456D9F}" type="slidenum">
              <a:rPr lang="en-US" smtClean="0"/>
              <a:pPr/>
              <a:t>‹#›</a:t>
            </a:fld>
            <a:endParaRPr lang="en-US"/>
          </a:p>
        </p:txBody>
      </p:sp>
      <p:sp>
        <p:nvSpPr>
          <p:cNvPr id="4" name="フッター プレースホルダー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normAutofit/>
          </a:bodyPr>
          <a:lstStyle>
            <a:lvl1pPr>
              <a:defRPr>
                <a:solidFill>
                  <a:schemeClr val="bg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bg1"/>
                </a:solidFill>
              </a:defRPr>
            </a:lvl1pPr>
          </a:lstStyle>
          <a:p>
            <a:pPr rtl="0"/>
            <a:r>
              <a:rPr lang="en-US" altLang="ja-JP"/>
              <a:t>9/17/2025</a:t>
            </a:r>
            <a:endParaRPr lang="en-US"/>
          </a:p>
        </p:txBody>
      </p:sp>
      <p:cxnSp>
        <p:nvCxnSpPr>
          <p:cNvPr id="12" name="直線​​コネクタ(S) 11">
            <a:extLst>
              <a:ext uri="{FF2B5EF4-FFF2-40B4-BE49-F238E27FC236}">
                <a16:creationId xmlns:a16="http://schemas.microsoft.com/office/drawing/2014/main" id="{8E2B2DB4-DD7D-58E1-01FE-5FFF910648A7}"/>
              </a:ext>
              <a:ext uri="{C183D7F6-B498-43B3-948B-1728B52AA6E4}">
                <adec:decorative xmlns:adec="http://schemas.microsoft.com/office/drawing/2017/decorative" val="1"/>
              </a:ext>
            </a:extLst>
          </p:cNvPr>
          <p:cNvCxnSpPr>
            <a:cxnSpLocks/>
          </p:cNvCxnSpPr>
          <p:nvPr userDrawn="1"/>
        </p:nvCxnSpPr>
        <p:spPr>
          <a:xfrm>
            <a:off x="841248" y="0"/>
            <a:ext cx="0" cy="5202936"/>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22" name="グループ 21">
            <a:extLst>
              <a:ext uri="{FF2B5EF4-FFF2-40B4-BE49-F238E27FC236}">
                <a16:creationId xmlns:a16="http://schemas.microsoft.com/office/drawing/2014/main" id="{79D56D9B-2864-E096-10F4-5D8317251883}"/>
              </a:ext>
            </a:extLst>
          </p:cNvPr>
          <p:cNvGrpSpPr/>
          <p:nvPr userDrawn="1"/>
        </p:nvGrpSpPr>
        <p:grpSpPr>
          <a:xfrm>
            <a:off x="11078040" y="685800"/>
            <a:ext cx="504370" cy="544340"/>
            <a:chOff x="10917026" y="837879"/>
            <a:chExt cx="513774" cy="554490"/>
          </a:xfrm>
        </p:grpSpPr>
        <p:sp>
          <p:nvSpPr>
            <p:cNvPr id="23" name="グラフィック 12">
              <a:extLst>
                <a:ext uri="{FF2B5EF4-FFF2-40B4-BE49-F238E27FC236}">
                  <a16:creationId xmlns:a16="http://schemas.microsoft.com/office/drawing/2014/main" id="{9E434210-AC88-0E90-99A6-F5157D40C9D9}"/>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en-US">
                <a:solidFill>
                  <a:schemeClr val="bg1"/>
                </a:solidFill>
              </a:endParaRPr>
            </a:p>
          </p:txBody>
        </p:sp>
        <p:sp>
          <p:nvSpPr>
            <p:cNvPr id="24" name="グラフィック 13">
              <a:extLst>
                <a:ext uri="{FF2B5EF4-FFF2-40B4-BE49-F238E27FC236}">
                  <a16:creationId xmlns:a16="http://schemas.microsoft.com/office/drawing/2014/main" id="{653B4F72-DA95-D4DE-FAE7-DC2D5E6049DC}"/>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en-US">
                <a:solidFill>
                  <a:schemeClr val="bg1"/>
                </a:solidFill>
              </a:endParaRPr>
            </a:p>
          </p:txBody>
        </p:sp>
        <p:sp>
          <p:nvSpPr>
            <p:cNvPr id="25" name="グラフィック 15">
              <a:extLst>
                <a:ext uri="{FF2B5EF4-FFF2-40B4-BE49-F238E27FC236}">
                  <a16:creationId xmlns:a16="http://schemas.microsoft.com/office/drawing/2014/main" id="{2BE78A52-1376-FE2B-92AE-364DDFA47BA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3571367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ステートメント 3">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133856"/>
            <a:ext cx="10652760" cy="914400"/>
          </a:xfrm>
        </p:spPr>
        <p:txBody>
          <a:bodyPr rtlCol="0">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5" name="スライド番号プレースホルダー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6" name="コンテンツ プレースホルダー 6">
            <a:extLst>
              <a:ext uri="{FF2B5EF4-FFF2-40B4-BE49-F238E27FC236}">
                <a16:creationId xmlns:a16="http://schemas.microsoft.com/office/drawing/2014/main" id="{3055D1E2-672A-BC69-9411-7E76AE1C25DE}"/>
              </a:ext>
            </a:extLst>
          </p:cNvPr>
          <p:cNvSpPr>
            <a:spLocks noGrp="1"/>
          </p:cNvSpPr>
          <p:nvPr>
            <p:ph sz="quarter" idx="13" hasCustomPrompt="1"/>
          </p:nvPr>
        </p:nvSpPr>
        <p:spPr>
          <a:xfrm>
            <a:off x="1524000" y="1524001"/>
            <a:ext cx="10058392" cy="3719887"/>
          </a:xfrm>
        </p:spPr>
        <p:txBody>
          <a:bodyPr rtlCol="0" anchor="t">
            <a:normAutofit/>
          </a:bodyPr>
          <a:lstStyle>
            <a:lvl1pPr marL="0" indent="0">
              <a:lnSpc>
                <a:spcPct val="90000"/>
              </a:lnSpc>
              <a:buNone/>
              <a:defRPr sz="5000" b="1" cap="all" baseline="0">
                <a:latin typeface="Meiryo UI" panose="020B0604030504040204" pitchFamily="34" charset="-128"/>
                <a:ea typeface="Meiryo UI" panose="020B0604030504040204" pitchFamily="34" charset="-128"/>
              </a:defRPr>
            </a:lvl1pPr>
            <a:lvl2pPr marL="228600" indent="0">
              <a:lnSpc>
                <a:spcPct val="90000"/>
              </a:lnSpc>
              <a:buNone/>
              <a:defRPr sz="5000" b="1" cap="all" baseline="0">
                <a:latin typeface="Meiryo UI" panose="020B0604030504040204" pitchFamily="34" charset="-128"/>
                <a:ea typeface="Meiryo UI" panose="020B0604030504040204" pitchFamily="34" charset="-128"/>
              </a:defRPr>
            </a:lvl2pPr>
            <a:lvl3pPr marL="457200" indent="0">
              <a:lnSpc>
                <a:spcPct val="90000"/>
              </a:lnSpc>
              <a:buNone/>
              <a:defRPr sz="5000" b="1" cap="all" baseline="0">
                <a:latin typeface="Meiryo UI" panose="020B0604030504040204" pitchFamily="34" charset="-128"/>
                <a:ea typeface="Meiryo UI" panose="020B0604030504040204" pitchFamily="34" charset="-128"/>
              </a:defRPr>
            </a:lvl3pPr>
            <a:lvl4pPr marL="685800" indent="0">
              <a:lnSpc>
                <a:spcPct val="90000"/>
              </a:lnSpc>
              <a:buNone/>
              <a:defRPr sz="5000" b="1" cap="all" baseline="0">
                <a:latin typeface="Meiryo UI" panose="020B0604030504040204" pitchFamily="34" charset="-128"/>
                <a:ea typeface="Meiryo UI" panose="020B0604030504040204" pitchFamily="34" charset="-128"/>
              </a:defRPr>
            </a:lvl4pPr>
            <a:lvl5pPr marL="914400" indent="0">
              <a:lnSpc>
                <a:spcPct val="90000"/>
              </a:lnSpc>
              <a:buNone/>
              <a:defRPr sz="5000" b="1" cap="all" baseline="0">
                <a:latin typeface="Meiryo UI" panose="020B0604030504040204" pitchFamily="34" charset="-128"/>
                <a:ea typeface="Meiryo UI" panose="020B0604030504040204" pitchFamily="34" charset="-128"/>
              </a:defRPr>
            </a:lvl5pPr>
          </a:lstStyle>
          <a:p>
            <a:pPr lvl="0" rtl="0"/>
            <a:r>
              <a:rPr lang="ja"/>
              <a:t>クリックしてステートメントを追加</a:t>
            </a:r>
          </a:p>
          <a:p>
            <a:pPr lvl="1" rtl="0"/>
            <a:r>
              <a:rPr lang="ja"/>
              <a:t>第 2 レベル</a:t>
            </a:r>
          </a:p>
          <a:p>
            <a:pPr lvl="2" rtl="0"/>
            <a:r>
              <a:rPr lang="ja"/>
              <a:t>第 3 レベル</a:t>
            </a:r>
          </a:p>
          <a:p>
            <a:pPr lvl="3" rtl="0"/>
            <a:r>
              <a:rPr lang="ja"/>
              <a:t>第 4 レベル</a:t>
            </a:r>
          </a:p>
          <a:p>
            <a:pPr lvl="4" rtl="0"/>
            <a:r>
              <a:rPr lang="ja"/>
              <a:t>第 5 レベル</a:t>
            </a:r>
          </a:p>
        </p:txBody>
      </p:sp>
      <p:sp>
        <p:nvSpPr>
          <p:cNvPr id="4" name="フッター プレースホルダー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ltLang="ja-JP"/>
              <a:t>9/17/2025</a:t>
            </a:r>
            <a:endParaRPr lang="en-US"/>
          </a:p>
        </p:txBody>
      </p:sp>
      <p:cxnSp>
        <p:nvCxnSpPr>
          <p:cNvPr id="13" name="直線​​コネクタ(S) 12">
            <a:extLst>
              <a:ext uri="{FF2B5EF4-FFF2-40B4-BE49-F238E27FC236}">
                <a16:creationId xmlns:a16="http://schemas.microsoft.com/office/drawing/2014/main" id="{FEA9293D-D6A1-8AF9-4813-CA78F41FC415}"/>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14" name="グループ 13">
            <a:extLst>
              <a:ext uri="{FF2B5EF4-FFF2-40B4-BE49-F238E27FC236}">
                <a16:creationId xmlns:a16="http://schemas.microsoft.com/office/drawing/2014/main" id="{66023739-FBF1-75F2-EA5B-628D1D31BA94}"/>
              </a:ext>
            </a:extLst>
          </p:cNvPr>
          <p:cNvGrpSpPr/>
          <p:nvPr userDrawn="1"/>
        </p:nvGrpSpPr>
        <p:grpSpPr>
          <a:xfrm flipV="1">
            <a:off x="11078040" y="5621541"/>
            <a:ext cx="504370" cy="544340"/>
            <a:chOff x="10917026" y="837879"/>
            <a:chExt cx="513774" cy="554490"/>
          </a:xfrm>
        </p:grpSpPr>
        <p:sp>
          <p:nvSpPr>
            <p:cNvPr id="15" name="グラフィック 12">
              <a:extLst>
                <a:ext uri="{FF2B5EF4-FFF2-40B4-BE49-F238E27FC236}">
                  <a16:creationId xmlns:a16="http://schemas.microsoft.com/office/drawing/2014/main" id="{D0F1A970-FF5D-F896-04FA-CE4666C8553E}"/>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16" name="グラフィック 13">
              <a:extLst>
                <a:ext uri="{FF2B5EF4-FFF2-40B4-BE49-F238E27FC236}">
                  <a16:creationId xmlns:a16="http://schemas.microsoft.com/office/drawing/2014/main" id="{B139D13F-0D14-73D2-8BA3-AB49A0A45418}"/>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17" name="グラフィック 15">
              <a:extLst>
                <a:ext uri="{FF2B5EF4-FFF2-40B4-BE49-F238E27FC236}">
                  <a16:creationId xmlns:a16="http://schemas.microsoft.com/office/drawing/2014/main" id="{A8A8E97E-9C11-2BC8-9144-BDB59524BF45}"/>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21325148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引用文">
    <p:spTree>
      <p:nvGrpSpPr>
        <p:cNvPr id="1" name=""/>
        <p:cNvGrpSpPr/>
        <p:nvPr/>
      </p:nvGrpSpPr>
      <p:grpSpPr>
        <a:xfrm>
          <a:off x="0" y="0"/>
          <a:ext cx="0" cy="0"/>
          <a:chOff x="0" y="0"/>
          <a:chExt cx="0" cy="0"/>
        </a:xfrm>
      </p:grpSpPr>
      <p:grpSp>
        <p:nvGrpSpPr>
          <p:cNvPr id="9" name="グループ 8">
            <a:extLst>
              <a:ext uri="{FF2B5EF4-FFF2-40B4-BE49-F238E27FC236}">
                <a16:creationId xmlns:a16="http://schemas.microsoft.com/office/drawing/2014/main" id="{42455036-72A5-504C-C91E-CA942A9C1B15}"/>
              </a:ext>
            </a:extLst>
          </p:cNvPr>
          <p:cNvGrpSpPr/>
          <p:nvPr userDrawn="1"/>
        </p:nvGrpSpPr>
        <p:grpSpPr>
          <a:xfrm>
            <a:off x="11078040" y="685800"/>
            <a:ext cx="504370" cy="544340"/>
            <a:chOff x="10917026" y="837879"/>
            <a:chExt cx="513774" cy="554490"/>
          </a:xfrm>
        </p:grpSpPr>
        <p:sp>
          <p:nvSpPr>
            <p:cNvPr id="10" name="グラフィック 12">
              <a:extLst>
                <a:ext uri="{FF2B5EF4-FFF2-40B4-BE49-F238E27FC236}">
                  <a16:creationId xmlns:a16="http://schemas.microsoft.com/office/drawing/2014/main" id="{AAC21E96-E96F-13AB-4E2D-2F2A94636094}"/>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1" name="グラフィック 13">
              <a:extLst>
                <a:ext uri="{FF2B5EF4-FFF2-40B4-BE49-F238E27FC236}">
                  <a16:creationId xmlns:a16="http://schemas.microsoft.com/office/drawing/2014/main" id="{0DCA12CF-50BA-FD37-1BFD-37DBA94A1E41}"/>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2" name="グラフィック 15">
              <a:extLst>
                <a:ext uri="{FF2B5EF4-FFF2-40B4-BE49-F238E27FC236}">
                  <a16:creationId xmlns:a16="http://schemas.microsoft.com/office/drawing/2014/main" id="{8C62BDEF-3630-134A-D8AF-6029EE44805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
        <p:nvSpPr>
          <p:cNvPr id="7" name="タイトル 6">
            <a:extLst>
              <a:ext uri="{FF2B5EF4-FFF2-40B4-BE49-F238E27FC236}">
                <a16:creationId xmlns:a16="http://schemas.microsoft.com/office/drawing/2014/main" id="{BF9D5BEE-93D7-A052-AACD-00C46FF56143}"/>
              </a:ext>
            </a:extLst>
          </p:cNvPr>
          <p:cNvSpPr>
            <a:spLocks noGrp="1"/>
          </p:cNvSpPr>
          <p:nvPr>
            <p:ph type="title" hasCustomPrompt="1"/>
          </p:nvPr>
        </p:nvSpPr>
        <p:spPr>
          <a:xfrm>
            <a:off x="1524000" y="4955722"/>
            <a:ext cx="9143999" cy="669472"/>
          </a:xfrm>
        </p:spPr>
        <p:txBody>
          <a:bodyPr rtlCol="0" anchor="ctr">
            <a:normAutofit/>
          </a:bodyPr>
          <a:lstStyle>
            <a:lvl1pPr>
              <a:lnSpc>
                <a:spcPct val="120000"/>
              </a:lnSpc>
              <a:defRPr sz="2000">
                <a:solidFill>
                  <a:schemeClr val="accent2"/>
                </a:solidFill>
                <a:latin typeface="Meiryo UI" panose="020B0604030504040204" pitchFamily="34" charset="-128"/>
                <a:ea typeface="Meiryo UI" panose="020B0604030504040204" pitchFamily="34" charset="-128"/>
              </a:defRPr>
            </a:lvl1pPr>
          </a:lstStyle>
          <a:p>
            <a:pPr rtl="0"/>
            <a:r>
              <a:rPr lang="ja"/>
              <a:t>引用文作成者</a:t>
            </a:r>
          </a:p>
        </p:txBody>
      </p:sp>
      <p:sp>
        <p:nvSpPr>
          <p:cNvPr id="5" name="スライド番号プレースホルダー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16" name="コンテンツ プレースホルダー 15">
            <a:extLst>
              <a:ext uri="{FF2B5EF4-FFF2-40B4-BE49-F238E27FC236}">
                <a16:creationId xmlns:a16="http://schemas.microsoft.com/office/drawing/2014/main" id="{F08A4F7D-BA50-448B-6700-E8EB878B3364}"/>
              </a:ext>
            </a:extLst>
          </p:cNvPr>
          <p:cNvSpPr>
            <a:spLocks noGrp="1"/>
          </p:cNvSpPr>
          <p:nvPr>
            <p:ph sz="quarter" idx="14" hasCustomPrompt="1"/>
          </p:nvPr>
        </p:nvSpPr>
        <p:spPr>
          <a:xfrm>
            <a:off x="1549400" y="1536700"/>
            <a:ext cx="9144000" cy="3111500"/>
          </a:xfrm>
        </p:spPr>
        <p:txBody>
          <a:bodyPr rtlCol="0">
            <a:normAutofit/>
          </a:bodyPr>
          <a:lstStyle>
            <a:lvl1pPr marL="0" indent="0">
              <a:lnSpc>
                <a:spcPct val="90000"/>
              </a:lnSpc>
              <a:buNone/>
              <a:defRPr sz="5000" b="0">
                <a:latin typeface="Meiryo UI" panose="020B0604030504040204" pitchFamily="34" charset="-128"/>
                <a:ea typeface="Meiryo UI" panose="020B0604030504040204" pitchFamily="34" charset="-128"/>
              </a:defRPr>
            </a:lvl1pPr>
          </a:lstStyle>
          <a:p>
            <a:pPr lvl="0" rtl="0"/>
            <a:r>
              <a:rPr lang="ja"/>
              <a:t>クリックして引用文を追加</a:t>
            </a:r>
          </a:p>
        </p:txBody>
      </p:sp>
      <p:sp>
        <p:nvSpPr>
          <p:cNvPr id="4" name="フッター プレースホルダー 3">
            <a:extLst>
              <a:ext uri="{FF2B5EF4-FFF2-40B4-BE49-F238E27FC236}">
                <a16:creationId xmlns:a16="http://schemas.microsoft.com/office/drawing/2014/main" id="{B23912E3-7555-EAAB-BE83-59ED3B5C9E5B}"/>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ltLang="ja-JP"/>
              <a:t>9/17/2025</a:t>
            </a:r>
            <a:endParaRPr lang="en-US"/>
          </a:p>
        </p:txBody>
      </p:sp>
      <p:cxnSp>
        <p:nvCxnSpPr>
          <p:cNvPr id="13" name="直線​​コネクタ(S) 12">
            <a:extLst>
              <a:ext uri="{FF2B5EF4-FFF2-40B4-BE49-F238E27FC236}">
                <a16:creationId xmlns:a16="http://schemas.microsoft.com/office/drawing/2014/main" id="{E2982CD0-EB8A-46A8-84EC-153D7BA32560}"/>
              </a:ext>
              <a:ext uri="{C183D7F6-B498-43B3-948B-1728B52AA6E4}">
                <adec:decorative xmlns:adec="http://schemas.microsoft.com/office/drawing/2017/decorative" val="1"/>
              </a:ext>
            </a:extLst>
          </p:cNvPr>
          <p:cNvCxnSpPr>
            <a:cxnSpLocks/>
          </p:cNvCxnSpPr>
          <p:nvPr userDrawn="1"/>
        </p:nvCxnSpPr>
        <p:spPr>
          <a:xfrm>
            <a:off x="841248" y="1655064"/>
            <a:ext cx="0" cy="5202936"/>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654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引用文 2">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14" name="タイトル 13">
            <a:extLst>
              <a:ext uri="{FF2B5EF4-FFF2-40B4-BE49-F238E27FC236}">
                <a16:creationId xmlns:a16="http://schemas.microsoft.com/office/drawing/2014/main" id="{0E6EF1BF-151B-8EEC-0E02-E06802C34ADA}"/>
              </a:ext>
            </a:extLst>
          </p:cNvPr>
          <p:cNvSpPr>
            <a:spLocks noGrp="1"/>
          </p:cNvSpPr>
          <p:nvPr>
            <p:ph type="title" hasCustomPrompt="1"/>
          </p:nvPr>
        </p:nvSpPr>
        <p:spPr>
          <a:xfrm>
            <a:off x="731520" y="4955721"/>
            <a:ext cx="9143999" cy="669472"/>
          </a:xfrm>
        </p:spPr>
        <p:txBody>
          <a:bodyPr rtlCol="0" anchor="ctr">
            <a:normAutofit/>
          </a:bodyPr>
          <a:lstStyle>
            <a:lvl1pPr>
              <a:lnSpc>
                <a:spcPct val="120000"/>
              </a:lnSpc>
              <a:defRPr sz="2000">
                <a:latin typeface="Meiryo UI" panose="020B0604030504040204" pitchFamily="34" charset="-128"/>
                <a:ea typeface="Meiryo UI" panose="020B0604030504040204" pitchFamily="34" charset="-128"/>
              </a:defRPr>
            </a:lvl1pPr>
          </a:lstStyle>
          <a:p>
            <a:pPr rtl="0"/>
            <a:r>
              <a:rPr lang="ja"/>
              <a:t>引用文作成者</a:t>
            </a:r>
          </a:p>
        </p:txBody>
      </p:sp>
      <p:sp>
        <p:nvSpPr>
          <p:cNvPr id="5" name="スライド番号プレースホルダー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lvl1pPr>
              <a:defRPr>
                <a:solidFill>
                  <a:schemeClr val="tx1"/>
                </a:solidFill>
              </a:defRPr>
            </a:lvl1pPr>
          </a:lstStyle>
          <a:p>
            <a:pPr rtl="0"/>
            <a:fld id="{AEAA3239-9EA4-4A65-A281-97F994456D9F}" type="slidenum">
              <a:rPr lang="en-US" smtClean="0"/>
              <a:pPr/>
              <a:t>‹#›</a:t>
            </a:fld>
            <a:endParaRPr lang="en-US"/>
          </a:p>
        </p:txBody>
      </p:sp>
      <p:sp>
        <p:nvSpPr>
          <p:cNvPr id="13" name="コンテンツ プレースホルダー 12">
            <a:extLst>
              <a:ext uri="{FF2B5EF4-FFF2-40B4-BE49-F238E27FC236}">
                <a16:creationId xmlns:a16="http://schemas.microsoft.com/office/drawing/2014/main" id="{99640F48-020D-81AF-A324-1A8C96F82127}"/>
              </a:ext>
            </a:extLst>
          </p:cNvPr>
          <p:cNvSpPr>
            <a:spLocks noGrp="1"/>
          </p:cNvSpPr>
          <p:nvPr>
            <p:ph sz="quarter" idx="14" hasCustomPrompt="1"/>
          </p:nvPr>
        </p:nvSpPr>
        <p:spPr>
          <a:xfrm>
            <a:off x="731838" y="1344613"/>
            <a:ext cx="9144000" cy="3290887"/>
          </a:xfrm>
        </p:spPr>
        <p:txBody>
          <a:bodyPr rtlCol="0" anchor="ctr">
            <a:normAutofit/>
          </a:bodyPr>
          <a:lstStyle>
            <a:lvl1pPr marL="0" indent="0">
              <a:lnSpc>
                <a:spcPct val="90000"/>
              </a:lnSpc>
              <a:buNone/>
              <a:defRPr sz="5000">
                <a:latin typeface="Meiryo UI" panose="020B0604030504040204" pitchFamily="34" charset="-128"/>
                <a:ea typeface="Meiryo UI" panose="020B0604030504040204" pitchFamily="34" charset="-128"/>
              </a:defRPr>
            </a:lvl1pPr>
          </a:lstStyle>
          <a:p>
            <a:pPr lvl="0" rtl="0"/>
            <a:r>
              <a:rPr lang="ja"/>
              <a:t>クリックして引用文を追加</a:t>
            </a:r>
          </a:p>
        </p:txBody>
      </p:sp>
      <p:sp>
        <p:nvSpPr>
          <p:cNvPr id="4" name="フッター プレースホルダー 3">
            <a:extLst>
              <a:ext uri="{FF2B5EF4-FFF2-40B4-BE49-F238E27FC236}">
                <a16:creationId xmlns:a16="http://schemas.microsoft.com/office/drawing/2014/main" id="{B23912E3-7555-EAAB-BE83-59ED3B5C9E5B}"/>
              </a:ext>
            </a:extLst>
          </p:cNvPr>
          <p:cNvSpPr>
            <a:spLocks noGrp="1"/>
          </p:cNvSpPr>
          <p:nvPr>
            <p:ph type="ftr" sz="quarter" idx="11"/>
          </p:nvPr>
        </p:nvSpPr>
        <p:spPr>
          <a:xfrm>
            <a:off x="731520" y="6343955"/>
            <a:ext cx="2805405" cy="365125"/>
          </a:xfrm>
        </p:spPr>
        <p:txBody>
          <a:bodyPr rtlCol="0">
            <a:normAutofit/>
          </a:bodyPr>
          <a:lstStyle>
            <a:lvl1pPr>
              <a:defRPr>
                <a:solidFill>
                  <a:schemeClr val="tx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lvl1pPr>
              <a:defRPr>
                <a:solidFill>
                  <a:schemeClr val="tx1"/>
                </a:solidFill>
              </a:defRPr>
            </a:lvl1pPr>
          </a:lstStyle>
          <a:p>
            <a:pPr rtl="0"/>
            <a:r>
              <a:rPr lang="en-US" altLang="ja-JP"/>
              <a:t>9/17/2025</a:t>
            </a:r>
            <a:endParaRPr lang="en-US"/>
          </a:p>
        </p:txBody>
      </p:sp>
      <p:grpSp>
        <p:nvGrpSpPr>
          <p:cNvPr id="6" name="グループ 5">
            <a:extLst>
              <a:ext uri="{FF2B5EF4-FFF2-40B4-BE49-F238E27FC236}">
                <a16:creationId xmlns:a16="http://schemas.microsoft.com/office/drawing/2014/main" id="{65B35AFC-D0D8-27D0-7877-F898628C3791}"/>
              </a:ext>
            </a:extLst>
          </p:cNvPr>
          <p:cNvGrpSpPr/>
          <p:nvPr userDrawn="1"/>
        </p:nvGrpSpPr>
        <p:grpSpPr>
          <a:xfrm>
            <a:off x="11078040" y="685800"/>
            <a:ext cx="504370" cy="544340"/>
            <a:chOff x="10917026" y="837879"/>
            <a:chExt cx="513774" cy="554490"/>
          </a:xfrm>
        </p:grpSpPr>
        <p:sp>
          <p:nvSpPr>
            <p:cNvPr id="8" name="グラフィック 12">
              <a:extLst>
                <a:ext uri="{FF2B5EF4-FFF2-40B4-BE49-F238E27FC236}">
                  <a16:creationId xmlns:a16="http://schemas.microsoft.com/office/drawing/2014/main" id="{E071C14C-69C9-51C1-C72F-11F520379552}"/>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pPr rtl="0"/>
              <a:endParaRPr lang="en-US">
                <a:solidFill>
                  <a:schemeClr val="bg1"/>
                </a:solidFill>
              </a:endParaRPr>
            </a:p>
          </p:txBody>
        </p:sp>
        <p:sp>
          <p:nvSpPr>
            <p:cNvPr id="9" name="グラフィック 13">
              <a:extLst>
                <a:ext uri="{FF2B5EF4-FFF2-40B4-BE49-F238E27FC236}">
                  <a16:creationId xmlns:a16="http://schemas.microsoft.com/office/drawing/2014/main" id="{D19ADD24-6A4A-7A9D-F028-439BF3EA250B}"/>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pPr rtl="0"/>
              <a:endParaRPr lang="en-US">
                <a:solidFill>
                  <a:schemeClr val="bg1"/>
                </a:solidFill>
              </a:endParaRPr>
            </a:p>
          </p:txBody>
        </p:sp>
        <p:sp>
          <p:nvSpPr>
            <p:cNvPr id="10" name="グラフィック 15">
              <a:extLst>
                <a:ext uri="{FF2B5EF4-FFF2-40B4-BE49-F238E27FC236}">
                  <a16:creationId xmlns:a16="http://schemas.microsoft.com/office/drawing/2014/main" id="{AE878D98-B8A1-9693-E217-46740B9C7FD9}"/>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99076297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引用文 3">
    <p:spTree>
      <p:nvGrpSpPr>
        <p:cNvPr id="1" name=""/>
        <p:cNvGrpSpPr/>
        <p:nvPr/>
      </p:nvGrpSpPr>
      <p:grpSpPr>
        <a:xfrm>
          <a:off x="0" y="0"/>
          <a:ext cx="0" cy="0"/>
          <a:chOff x="0" y="0"/>
          <a:chExt cx="0" cy="0"/>
        </a:xfrm>
      </p:grpSpPr>
      <p:sp>
        <p:nvSpPr>
          <p:cNvPr id="14" name="タイトル 13">
            <a:extLst>
              <a:ext uri="{FF2B5EF4-FFF2-40B4-BE49-F238E27FC236}">
                <a16:creationId xmlns:a16="http://schemas.microsoft.com/office/drawing/2014/main" id="{B42ABA34-9E2C-57A7-6EC1-822DB06AB4A5}"/>
              </a:ext>
            </a:extLst>
          </p:cNvPr>
          <p:cNvSpPr>
            <a:spLocks noGrp="1"/>
          </p:cNvSpPr>
          <p:nvPr>
            <p:ph type="title" hasCustomPrompt="1"/>
          </p:nvPr>
        </p:nvSpPr>
        <p:spPr>
          <a:xfrm>
            <a:off x="731520" y="4955722"/>
            <a:ext cx="9143999" cy="669472"/>
          </a:xfrm>
        </p:spPr>
        <p:txBody>
          <a:bodyPr rtlCol="0" anchor="ctr">
            <a:normAutofit/>
          </a:bodyPr>
          <a:lstStyle>
            <a:lvl1pPr>
              <a:lnSpc>
                <a:spcPct val="120000"/>
              </a:lnSpc>
              <a:defRPr sz="2000">
                <a:solidFill>
                  <a:schemeClr val="accent2"/>
                </a:solidFill>
                <a:latin typeface="Meiryo UI" panose="020B0604030504040204" pitchFamily="34" charset="-128"/>
                <a:ea typeface="Meiryo UI" panose="020B0604030504040204" pitchFamily="34" charset="-128"/>
              </a:defRPr>
            </a:lvl1pPr>
          </a:lstStyle>
          <a:p>
            <a:pPr rtl="0"/>
            <a:r>
              <a:rPr lang="ja"/>
              <a:t>引用文作成者</a:t>
            </a:r>
          </a:p>
        </p:txBody>
      </p:sp>
      <p:sp>
        <p:nvSpPr>
          <p:cNvPr id="5" name="スライド番号プレースホルダー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13" name="コンテンツ プレースホルダー 12">
            <a:extLst>
              <a:ext uri="{FF2B5EF4-FFF2-40B4-BE49-F238E27FC236}">
                <a16:creationId xmlns:a16="http://schemas.microsoft.com/office/drawing/2014/main" id="{84393E52-BC0A-C941-AB99-B2E2040F966A}"/>
              </a:ext>
            </a:extLst>
          </p:cNvPr>
          <p:cNvSpPr>
            <a:spLocks noGrp="1"/>
          </p:cNvSpPr>
          <p:nvPr>
            <p:ph sz="quarter" idx="14" hasCustomPrompt="1"/>
          </p:nvPr>
        </p:nvSpPr>
        <p:spPr>
          <a:xfrm>
            <a:off x="731838" y="1344613"/>
            <a:ext cx="9144000" cy="3290887"/>
          </a:xfrm>
        </p:spPr>
        <p:txBody>
          <a:bodyPr rtlCol="0" anchor="ctr">
            <a:normAutofit/>
          </a:bodyPr>
          <a:lstStyle>
            <a:lvl1pPr marL="0" indent="0">
              <a:lnSpc>
                <a:spcPct val="90000"/>
              </a:lnSpc>
              <a:buNone/>
              <a:defRPr sz="5000">
                <a:latin typeface="Meiryo UI" panose="020B0604030504040204" pitchFamily="34" charset="-128"/>
                <a:ea typeface="Meiryo UI" panose="020B0604030504040204" pitchFamily="34" charset="-128"/>
              </a:defRPr>
            </a:lvl1pPr>
          </a:lstStyle>
          <a:p>
            <a:pPr lvl="0" rtl="0"/>
            <a:r>
              <a:rPr lang="ja"/>
              <a:t>クリックして引用文を追加</a:t>
            </a:r>
          </a:p>
        </p:txBody>
      </p:sp>
      <p:sp>
        <p:nvSpPr>
          <p:cNvPr id="4" name="フッター プレースホルダー 3">
            <a:extLst>
              <a:ext uri="{FF2B5EF4-FFF2-40B4-BE49-F238E27FC236}">
                <a16:creationId xmlns:a16="http://schemas.microsoft.com/office/drawing/2014/main" id="{B23912E3-7555-EAAB-BE83-59ED3B5C9E5B}"/>
              </a:ext>
            </a:extLst>
          </p:cNvPr>
          <p:cNvSpPr>
            <a:spLocks noGrp="1"/>
          </p:cNvSpPr>
          <p:nvPr>
            <p:ph type="ftr" sz="quarter" idx="11"/>
          </p:nvPr>
        </p:nvSpPr>
        <p:spPr>
          <a:xfrm>
            <a:off x="731520" y="6343955"/>
            <a:ext cx="280540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3" name="日付プレースホルダー 2">
            <a:extLst>
              <a:ext uri="{FF2B5EF4-FFF2-40B4-BE49-F238E27FC236}">
                <a16:creationId xmlns:a16="http://schemas.microsoft.com/office/drawing/2014/main" id="{C344C372-F7FA-5AA5-92C1-CF476A26623E}"/>
              </a:ext>
            </a:extLst>
          </p:cNvPr>
          <p:cNvSpPr>
            <a:spLocks noGrp="1"/>
          </p:cNvSpPr>
          <p:nvPr>
            <p:ph type="dt" sz="half" idx="10"/>
          </p:nvPr>
        </p:nvSpPr>
        <p:spPr/>
        <p:txBody>
          <a:bodyPr rtlCol="0"/>
          <a:lstStyle/>
          <a:p>
            <a:pPr rtl="0"/>
            <a:r>
              <a:rPr lang="en-US" altLang="ja-JP"/>
              <a:t>9/17/2025</a:t>
            </a:r>
            <a:endParaRPr lang="en-US"/>
          </a:p>
        </p:txBody>
      </p:sp>
      <p:grpSp>
        <p:nvGrpSpPr>
          <p:cNvPr id="9" name="グループ 8">
            <a:extLst>
              <a:ext uri="{FF2B5EF4-FFF2-40B4-BE49-F238E27FC236}">
                <a16:creationId xmlns:a16="http://schemas.microsoft.com/office/drawing/2014/main" id="{038AFCDA-E25A-66FA-A065-43B64A7DC53D}"/>
              </a:ext>
            </a:extLst>
          </p:cNvPr>
          <p:cNvGrpSpPr/>
          <p:nvPr userDrawn="1"/>
        </p:nvGrpSpPr>
        <p:grpSpPr>
          <a:xfrm>
            <a:off x="11078040" y="685800"/>
            <a:ext cx="504370" cy="544340"/>
            <a:chOff x="10917026" y="837879"/>
            <a:chExt cx="513774" cy="554490"/>
          </a:xfrm>
        </p:grpSpPr>
        <p:sp>
          <p:nvSpPr>
            <p:cNvPr id="10" name="グラフィック 12">
              <a:extLst>
                <a:ext uri="{FF2B5EF4-FFF2-40B4-BE49-F238E27FC236}">
                  <a16:creationId xmlns:a16="http://schemas.microsoft.com/office/drawing/2014/main" id="{BC1282DB-3134-604E-A636-7EC91636C53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1" name="グラフィック 13">
              <a:extLst>
                <a:ext uri="{FF2B5EF4-FFF2-40B4-BE49-F238E27FC236}">
                  <a16:creationId xmlns:a16="http://schemas.microsoft.com/office/drawing/2014/main" id="{01622449-7FF6-2681-8BAB-610A3A6F0F9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2" name="グラフィック 15">
              <a:extLst>
                <a:ext uri="{FF2B5EF4-FFF2-40B4-BE49-F238E27FC236}">
                  <a16:creationId xmlns:a16="http://schemas.microsoft.com/office/drawing/2014/main" id="{DF1B7C46-3578-8B8A-2B33-C7E41C8F09E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36539854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12" name="タイトル 1">
            <a:extLst>
              <a:ext uri="{FF2B5EF4-FFF2-40B4-BE49-F238E27FC236}">
                <a16:creationId xmlns:a16="http://schemas.microsoft.com/office/drawing/2014/main" id="{47B80538-E0C0-8B37-2CBC-715464FE825E}"/>
              </a:ext>
            </a:extLst>
          </p:cNvPr>
          <p:cNvSpPr>
            <a:spLocks noGrp="1"/>
          </p:cNvSpPr>
          <p:nvPr>
            <p:ph type="title" hasCustomPrompt="1"/>
          </p:nvPr>
        </p:nvSpPr>
        <p:spPr>
          <a:xfrm>
            <a:off x="1529442" y="731520"/>
            <a:ext cx="10052958" cy="962590"/>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9" name="コンテンツ プレースホルダー 5">
            <a:extLst>
              <a:ext uri="{FF2B5EF4-FFF2-40B4-BE49-F238E27FC236}">
                <a16:creationId xmlns:a16="http://schemas.microsoft.com/office/drawing/2014/main" id="{7C0431DD-A630-224B-A787-6BF3732EE15B}"/>
              </a:ext>
            </a:extLst>
          </p:cNvPr>
          <p:cNvSpPr>
            <a:spLocks noGrp="1"/>
          </p:cNvSpPr>
          <p:nvPr>
            <p:ph sz="quarter" idx="15" hasCustomPrompt="1"/>
          </p:nvPr>
        </p:nvSpPr>
        <p:spPr>
          <a:xfrm>
            <a:off x="1524000" y="1905000"/>
            <a:ext cx="4846320" cy="4268788"/>
          </a:xfrm>
        </p:spPr>
        <p:txBody>
          <a:bodyPr rtlCol="0">
            <a:normAutofit/>
          </a:bodyPr>
          <a:lstStyle>
            <a:lvl1pPr>
              <a:defRPr sz="1400">
                <a:latin typeface="Meiryo UI" panose="020B0604030504040204" pitchFamily="34" charset="-128"/>
                <a:ea typeface="Meiryo UI" panose="020B0604030504040204" pitchFamily="34" charset="-128"/>
              </a:defRPr>
            </a:lvl1pPr>
            <a:lvl2pPr>
              <a:defRPr sz="1400">
                <a:latin typeface="Meiryo UI" panose="020B0604030504040204" pitchFamily="34" charset="-128"/>
                <a:ea typeface="Meiryo UI" panose="020B0604030504040204" pitchFamily="34" charset="-128"/>
              </a:defRPr>
            </a:lvl2pPr>
            <a:lvl3pPr>
              <a:defRPr sz="1400">
                <a:latin typeface="Meiryo UI" panose="020B0604030504040204" pitchFamily="34" charset="-128"/>
                <a:ea typeface="Meiryo UI" panose="020B0604030504040204" pitchFamily="34" charset="-128"/>
              </a:defRPr>
            </a:lvl3pPr>
            <a:lvl4pPr>
              <a:defRPr sz="1400">
                <a:latin typeface="Meiryo UI" panose="020B0604030504040204" pitchFamily="34" charset="-128"/>
                <a:ea typeface="Meiryo UI" panose="020B0604030504040204" pitchFamily="34" charset="-128"/>
              </a:defRPr>
            </a:lvl4pPr>
            <a:lvl5pPr>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11" name="コンテンツ プレースホルダー 11">
            <a:extLst>
              <a:ext uri="{FF2B5EF4-FFF2-40B4-BE49-F238E27FC236}">
                <a16:creationId xmlns:a16="http://schemas.microsoft.com/office/drawing/2014/main" id="{B9CDF450-BB1A-E96B-F44C-F881C731657F}"/>
              </a:ext>
            </a:extLst>
          </p:cNvPr>
          <p:cNvSpPr>
            <a:spLocks noGrp="1"/>
          </p:cNvSpPr>
          <p:nvPr>
            <p:ph sz="quarter" idx="16" hasCustomPrompt="1"/>
          </p:nvPr>
        </p:nvSpPr>
        <p:spPr>
          <a:xfrm>
            <a:off x="6736080" y="1905000"/>
            <a:ext cx="4846320" cy="4268788"/>
          </a:xfrm>
        </p:spPr>
        <p:txBody>
          <a:bodyPr rtlCol="0">
            <a:normAutofit/>
          </a:bodyPr>
          <a:lstStyle>
            <a:lvl1pPr>
              <a:defRPr sz="1400">
                <a:latin typeface="Meiryo UI" panose="020B0604030504040204" pitchFamily="34" charset="-128"/>
                <a:ea typeface="Meiryo UI" panose="020B0604030504040204" pitchFamily="34" charset="-128"/>
              </a:defRPr>
            </a:lvl1pPr>
            <a:lvl2pPr>
              <a:defRPr sz="1400">
                <a:latin typeface="Meiryo UI" panose="020B0604030504040204" pitchFamily="34" charset="-128"/>
                <a:ea typeface="Meiryo UI" panose="020B0604030504040204" pitchFamily="34" charset="-128"/>
              </a:defRPr>
            </a:lvl2pPr>
            <a:lvl3pPr>
              <a:defRPr sz="1400">
                <a:latin typeface="Meiryo UI" panose="020B0604030504040204" pitchFamily="34" charset="-128"/>
                <a:ea typeface="Meiryo UI" panose="020B0604030504040204" pitchFamily="34" charset="-128"/>
              </a:defRPr>
            </a:lvl3pPr>
            <a:lvl4pPr>
              <a:defRPr sz="1400">
                <a:latin typeface="Meiryo UI" panose="020B0604030504040204" pitchFamily="34" charset="-128"/>
                <a:ea typeface="Meiryo UI" panose="020B0604030504040204" pitchFamily="34" charset="-128"/>
              </a:defRPr>
            </a:lvl4pPr>
            <a:lvl5pPr>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cxnSp>
        <p:nvCxnSpPr>
          <p:cNvPr id="13" name="直線​​コネクタ(S) 12">
            <a:extLst>
              <a:ext uri="{FF2B5EF4-FFF2-40B4-BE49-F238E27FC236}">
                <a16:creationId xmlns:a16="http://schemas.microsoft.com/office/drawing/2014/main" id="{94E2D18C-90AA-6695-2849-42F0DF3B0F0F}"/>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5" name="フッター プレースホルダー 5">
            <a:extLst>
              <a:ext uri="{FF2B5EF4-FFF2-40B4-BE49-F238E27FC236}">
                <a16:creationId xmlns:a16="http://schemas.microsoft.com/office/drawing/2014/main" id="{0B4E1DD8-E0C8-2F63-6C5D-5D9786B14EDA}"/>
              </a:ext>
            </a:extLst>
          </p:cNvPr>
          <p:cNvSpPr>
            <a:spLocks noGrp="1"/>
          </p:cNvSpPr>
          <p:nvPr>
            <p:ph type="ftr" sz="quarter" idx="11"/>
          </p:nvPr>
        </p:nvSpPr>
        <p:spPr>
          <a:xfrm>
            <a:off x="1524000" y="6343955"/>
            <a:ext cx="280540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14" name="日付プレースホルダー 4">
            <a:extLst>
              <a:ext uri="{FF2B5EF4-FFF2-40B4-BE49-F238E27FC236}">
                <a16:creationId xmlns:a16="http://schemas.microsoft.com/office/drawing/2014/main" id="{EE15D4EB-C819-8C4D-4973-D17848DE49F5}"/>
              </a:ext>
            </a:extLst>
          </p:cNvPr>
          <p:cNvSpPr>
            <a:spLocks noGrp="1"/>
          </p:cNvSpPr>
          <p:nvPr>
            <p:ph type="dt" sz="half" idx="10"/>
          </p:nvPr>
        </p:nvSpPr>
        <p:spPr>
          <a:xfrm>
            <a:off x="8429310" y="6343955"/>
            <a:ext cx="2202644" cy="365125"/>
          </a:xfrm>
        </p:spPr>
        <p:txBody>
          <a:bodyPr rtlCol="0"/>
          <a:lstStyle/>
          <a:p>
            <a:pPr rtl="0"/>
            <a:r>
              <a:rPr lang="en-US" altLang="ja-JP"/>
              <a:t>9/17/2025</a:t>
            </a:r>
            <a:endParaRPr lang="en-US"/>
          </a:p>
        </p:txBody>
      </p:sp>
      <p:sp>
        <p:nvSpPr>
          <p:cNvPr id="16" name="スライド番号プレースホルダー 6">
            <a:extLst>
              <a:ext uri="{FF2B5EF4-FFF2-40B4-BE49-F238E27FC236}">
                <a16:creationId xmlns:a16="http://schemas.microsoft.com/office/drawing/2014/main" id="{2F83B63A-E313-2543-7396-0E4520FC006F}"/>
              </a:ext>
            </a:extLst>
          </p:cNvPr>
          <p:cNvSpPr>
            <a:spLocks noGrp="1"/>
          </p:cNvSpPr>
          <p:nvPr>
            <p:ph type="sldNum" sz="quarter" idx="12"/>
          </p:nvPr>
        </p:nvSpPr>
        <p:spPr>
          <a:xfrm>
            <a:off x="10972801" y="6343954"/>
            <a:ext cx="609600"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7080128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比較">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9FB3D62A-20D4-C83A-8EC5-0F0FC4527F88}"/>
              </a:ext>
            </a:extLst>
          </p:cNvPr>
          <p:cNvSpPr>
            <a:spLocks noGrp="1"/>
          </p:cNvSpPr>
          <p:nvPr>
            <p:ph type="title" hasCustomPrompt="1"/>
          </p:nvPr>
        </p:nvSpPr>
        <p:spPr>
          <a:xfrm>
            <a:off x="1529442" y="731520"/>
            <a:ext cx="10052958" cy="962590"/>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3" name="テキスト プレースホルダー 2">
            <a:extLst>
              <a:ext uri="{FF2B5EF4-FFF2-40B4-BE49-F238E27FC236}">
                <a16:creationId xmlns:a16="http://schemas.microsoft.com/office/drawing/2014/main" id="{61CD26D4-290A-F0ED-7D62-41EDA6FEC2B9}"/>
              </a:ext>
            </a:extLst>
          </p:cNvPr>
          <p:cNvSpPr>
            <a:spLocks noGrp="1"/>
          </p:cNvSpPr>
          <p:nvPr>
            <p:ph type="body" idx="1" hasCustomPrompt="1"/>
          </p:nvPr>
        </p:nvSpPr>
        <p:spPr>
          <a:xfrm>
            <a:off x="1523941" y="1737360"/>
            <a:ext cx="4846320" cy="559834"/>
          </a:xfrm>
        </p:spPr>
        <p:txBody>
          <a:bodyPr rtlCol="0" anchor="b">
            <a:normAutofit/>
          </a:bodyPr>
          <a:lstStyle>
            <a:lvl1pPr marL="0" indent="0">
              <a:lnSpc>
                <a:spcPct val="90000"/>
              </a:lnSpc>
              <a:buNone/>
              <a:defRPr sz="1400" b="1" cap="all" baseline="0">
                <a:latin typeface="Meiryo UI" panose="020B0604030504040204" pitchFamily="34" charset="-128"/>
                <a:ea typeface="Meiryo UI" panose="020B060403050404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
              <a:t>クリックしてマスター テキストのスタイルを編集</a:t>
            </a:r>
          </a:p>
        </p:txBody>
      </p:sp>
      <p:sp>
        <p:nvSpPr>
          <p:cNvPr id="5" name="テキスト プレースホルダー 4">
            <a:extLst>
              <a:ext uri="{FF2B5EF4-FFF2-40B4-BE49-F238E27FC236}">
                <a16:creationId xmlns:a16="http://schemas.microsoft.com/office/drawing/2014/main" id="{06536620-C4F3-EEC3-DBF1-05196B1CBB55}"/>
              </a:ext>
            </a:extLst>
          </p:cNvPr>
          <p:cNvSpPr>
            <a:spLocks noGrp="1"/>
          </p:cNvSpPr>
          <p:nvPr>
            <p:ph type="body" sz="quarter" idx="3" hasCustomPrompt="1"/>
          </p:nvPr>
        </p:nvSpPr>
        <p:spPr>
          <a:xfrm>
            <a:off x="6736080" y="1737360"/>
            <a:ext cx="4846320" cy="559834"/>
          </a:xfrm>
        </p:spPr>
        <p:txBody>
          <a:bodyPr rtlCol="0" anchor="b">
            <a:normAutofit/>
          </a:bodyPr>
          <a:lstStyle>
            <a:lvl1pPr marL="0" indent="0">
              <a:lnSpc>
                <a:spcPct val="90000"/>
              </a:lnSpc>
              <a:buNone/>
              <a:defRPr sz="1400" b="1" cap="all" baseline="0">
                <a:latin typeface="Meiryo UI" panose="020B0604030504040204" pitchFamily="34" charset="-128"/>
                <a:ea typeface="Meiryo UI" panose="020B060403050404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ja"/>
              <a:t>クリックしてマスター テキストのスタイルを編集</a:t>
            </a:r>
          </a:p>
        </p:txBody>
      </p:sp>
      <p:sp>
        <p:nvSpPr>
          <p:cNvPr id="6" name="コンテンツ プレースホルダー 5">
            <a:extLst>
              <a:ext uri="{FF2B5EF4-FFF2-40B4-BE49-F238E27FC236}">
                <a16:creationId xmlns:a16="http://schemas.microsoft.com/office/drawing/2014/main" id="{5776AAF7-C632-FCD0-6A60-E0EA4A52F229}"/>
              </a:ext>
            </a:extLst>
          </p:cNvPr>
          <p:cNvSpPr>
            <a:spLocks noGrp="1"/>
          </p:cNvSpPr>
          <p:nvPr>
            <p:ph sz="quarter" idx="15" hasCustomPrompt="1"/>
          </p:nvPr>
        </p:nvSpPr>
        <p:spPr>
          <a:xfrm>
            <a:off x="1524000" y="2387600"/>
            <a:ext cx="4846320" cy="3786188"/>
          </a:xfrm>
        </p:spPr>
        <p:txBody>
          <a:bodyPr rtlCol="0">
            <a:normAutofit/>
          </a:bodyPr>
          <a:lstStyle>
            <a:lvl1pPr>
              <a:defRPr sz="1400">
                <a:latin typeface="Meiryo UI" panose="020B0604030504040204" pitchFamily="34" charset="-128"/>
                <a:ea typeface="Meiryo UI" panose="020B0604030504040204" pitchFamily="34" charset="-128"/>
              </a:defRPr>
            </a:lvl1pPr>
            <a:lvl2pPr>
              <a:defRPr sz="1400">
                <a:latin typeface="Meiryo UI" panose="020B0604030504040204" pitchFamily="34" charset="-128"/>
                <a:ea typeface="Meiryo UI" panose="020B0604030504040204" pitchFamily="34" charset="-128"/>
              </a:defRPr>
            </a:lvl2pPr>
            <a:lvl3pPr>
              <a:defRPr sz="1400">
                <a:latin typeface="Meiryo UI" panose="020B0604030504040204" pitchFamily="34" charset="-128"/>
                <a:ea typeface="Meiryo UI" panose="020B0604030504040204" pitchFamily="34" charset="-128"/>
              </a:defRPr>
            </a:lvl3pPr>
            <a:lvl4pPr>
              <a:defRPr sz="1400">
                <a:latin typeface="Meiryo UI" panose="020B0604030504040204" pitchFamily="34" charset="-128"/>
                <a:ea typeface="Meiryo UI" panose="020B0604030504040204" pitchFamily="34" charset="-128"/>
              </a:defRPr>
            </a:lvl4pPr>
            <a:lvl5pPr>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12" name="コンテンツ プレースホルダー 11">
            <a:extLst>
              <a:ext uri="{FF2B5EF4-FFF2-40B4-BE49-F238E27FC236}">
                <a16:creationId xmlns:a16="http://schemas.microsoft.com/office/drawing/2014/main" id="{CD998360-6973-27D8-8B08-ACAE10572B32}"/>
              </a:ext>
            </a:extLst>
          </p:cNvPr>
          <p:cNvSpPr>
            <a:spLocks noGrp="1"/>
          </p:cNvSpPr>
          <p:nvPr>
            <p:ph sz="quarter" idx="16" hasCustomPrompt="1"/>
          </p:nvPr>
        </p:nvSpPr>
        <p:spPr>
          <a:xfrm>
            <a:off x="6736080" y="2387600"/>
            <a:ext cx="4846320" cy="3786188"/>
          </a:xfrm>
        </p:spPr>
        <p:txBody>
          <a:bodyPr rtlCol="0">
            <a:normAutofit/>
          </a:bodyPr>
          <a:lstStyle>
            <a:lvl1pPr>
              <a:defRPr sz="1400">
                <a:latin typeface="Meiryo UI" panose="020B0604030504040204" pitchFamily="34" charset="-128"/>
                <a:ea typeface="Meiryo UI" panose="020B0604030504040204" pitchFamily="34" charset="-128"/>
              </a:defRPr>
            </a:lvl1pPr>
            <a:lvl2pPr>
              <a:defRPr sz="1400">
                <a:latin typeface="Meiryo UI" panose="020B0604030504040204" pitchFamily="34" charset="-128"/>
                <a:ea typeface="Meiryo UI" panose="020B0604030504040204" pitchFamily="34" charset="-128"/>
              </a:defRPr>
            </a:lvl2pPr>
            <a:lvl3pPr>
              <a:defRPr sz="1400">
                <a:latin typeface="Meiryo UI" panose="020B0604030504040204" pitchFamily="34" charset="-128"/>
                <a:ea typeface="Meiryo UI" panose="020B0604030504040204" pitchFamily="34" charset="-128"/>
              </a:defRPr>
            </a:lvl3pPr>
            <a:lvl4pPr>
              <a:defRPr sz="1400">
                <a:latin typeface="Meiryo UI" panose="020B0604030504040204" pitchFamily="34" charset="-128"/>
                <a:ea typeface="Meiryo UI" panose="020B0604030504040204" pitchFamily="34" charset="-128"/>
              </a:defRPr>
            </a:lvl4pPr>
            <a:lvl5pPr>
              <a:defRPr sz="140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cxnSp>
        <p:nvCxnSpPr>
          <p:cNvPr id="11" name="直線​​コネクタ(S) 10">
            <a:extLst>
              <a:ext uri="{FF2B5EF4-FFF2-40B4-BE49-F238E27FC236}">
                <a16:creationId xmlns:a16="http://schemas.microsoft.com/office/drawing/2014/main" id="{85017F05-8154-C1CA-504D-0FCFD392C8ED}"/>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4" name="フッター プレースホルダー 5">
            <a:extLst>
              <a:ext uri="{FF2B5EF4-FFF2-40B4-BE49-F238E27FC236}">
                <a16:creationId xmlns:a16="http://schemas.microsoft.com/office/drawing/2014/main" id="{DADACAB8-8D38-74EC-8F23-74C19B5E311C}"/>
              </a:ext>
            </a:extLst>
          </p:cNvPr>
          <p:cNvSpPr>
            <a:spLocks noGrp="1"/>
          </p:cNvSpPr>
          <p:nvPr>
            <p:ph type="ftr" sz="quarter" idx="11"/>
          </p:nvPr>
        </p:nvSpPr>
        <p:spPr>
          <a:xfrm>
            <a:off x="1524000" y="6343955"/>
            <a:ext cx="280540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13" name="日付プレースホルダー 4">
            <a:extLst>
              <a:ext uri="{FF2B5EF4-FFF2-40B4-BE49-F238E27FC236}">
                <a16:creationId xmlns:a16="http://schemas.microsoft.com/office/drawing/2014/main" id="{C933945D-DCC7-91C9-7715-6D66CD166B14}"/>
              </a:ext>
            </a:extLst>
          </p:cNvPr>
          <p:cNvSpPr>
            <a:spLocks noGrp="1"/>
          </p:cNvSpPr>
          <p:nvPr>
            <p:ph type="dt" sz="half" idx="10"/>
          </p:nvPr>
        </p:nvSpPr>
        <p:spPr>
          <a:xfrm>
            <a:off x="8429310" y="6343955"/>
            <a:ext cx="2202644" cy="365125"/>
          </a:xfrm>
        </p:spPr>
        <p:txBody>
          <a:bodyPr rtlCol="0"/>
          <a:lstStyle/>
          <a:p>
            <a:pPr rtl="0"/>
            <a:r>
              <a:rPr lang="en-US" altLang="ja-JP"/>
              <a:t>9/17/2025</a:t>
            </a:r>
            <a:endParaRPr lang="en-US"/>
          </a:p>
        </p:txBody>
      </p:sp>
      <p:sp>
        <p:nvSpPr>
          <p:cNvPr id="15" name="スライド番号プレースホルダー 6">
            <a:extLst>
              <a:ext uri="{FF2B5EF4-FFF2-40B4-BE49-F238E27FC236}">
                <a16:creationId xmlns:a16="http://schemas.microsoft.com/office/drawing/2014/main" id="{8611D5B1-377C-9FAD-8742-CD62D3D705A0}"/>
              </a:ext>
            </a:extLst>
          </p:cNvPr>
          <p:cNvSpPr>
            <a:spLocks noGrp="1"/>
          </p:cNvSpPr>
          <p:nvPr>
            <p:ph type="sldNum" sz="quarter" idx="12"/>
          </p:nvPr>
        </p:nvSpPr>
        <p:spPr>
          <a:xfrm>
            <a:off x="10972801" y="6343954"/>
            <a:ext cx="609600" cy="365125"/>
          </a:xfrm>
        </p:spPr>
        <p:txBody>
          <a:bodyPr rtlCol="0"/>
          <a:lstStyle/>
          <a:p>
            <a:pPr rtl="0"/>
            <a:fld id="{AEAA3239-9EA4-4A65-A281-97F994456D9F}" type="slidenum">
              <a:rPr lang="en-US" smtClean="0"/>
              <a:t>‹#›</a:t>
            </a:fld>
            <a:endParaRPr lang="en-US"/>
          </a:p>
        </p:txBody>
      </p:sp>
    </p:spTree>
    <p:extLst>
      <p:ext uri="{BB962C8B-B14F-4D97-AF65-F5344CB8AC3E}">
        <p14:creationId xmlns:p14="http://schemas.microsoft.com/office/powerpoint/2010/main" val="27454681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grpSp>
        <p:nvGrpSpPr>
          <p:cNvPr id="2" name="グループ 1">
            <a:extLst>
              <a:ext uri="{FF2B5EF4-FFF2-40B4-BE49-F238E27FC236}">
                <a16:creationId xmlns:a16="http://schemas.microsoft.com/office/drawing/2014/main" id="{5701E479-4069-C843-393B-6E9B41A957D5}"/>
              </a:ext>
            </a:extLst>
          </p:cNvPr>
          <p:cNvGrpSpPr/>
          <p:nvPr userDrawn="1"/>
        </p:nvGrpSpPr>
        <p:grpSpPr>
          <a:xfrm flipV="1">
            <a:off x="11078040" y="5621541"/>
            <a:ext cx="504370" cy="544340"/>
            <a:chOff x="10917026" y="837879"/>
            <a:chExt cx="513774" cy="554490"/>
          </a:xfrm>
        </p:grpSpPr>
        <p:sp>
          <p:nvSpPr>
            <p:cNvPr id="3" name="グラフィック 12">
              <a:extLst>
                <a:ext uri="{FF2B5EF4-FFF2-40B4-BE49-F238E27FC236}">
                  <a16:creationId xmlns:a16="http://schemas.microsoft.com/office/drawing/2014/main" id="{9371E991-E43A-8273-A079-19D35B2505AD}"/>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4" name="グラフィック 13">
              <a:extLst>
                <a:ext uri="{FF2B5EF4-FFF2-40B4-BE49-F238E27FC236}">
                  <a16:creationId xmlns:a16="http://schemas.microsoft.com/office/drawing/2014/main" id="{31556ED0-DF39-D5B2-4B44-3ABD175F11FA}"/>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5" name="グラフィック 15">
              <a:extLst>
                <a:ext uri="{FF2B5EF4-FFF2-40B4-BE49-F238E27FC236}">
                  <a16:creationId xmlns:a16="http://schemas.microsoft.com/office/drawing/2014/main" id="{D28126CE-14E8-D34A-20CD-7A393D29D360}"/>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
        <p:nvSpPr>
          <p:cNvPr id="6" name="タイトル 1">
            <a:extLst>
              <a:ext uri="{FF2B5EF4-FFF2-40B4-BE49-F238E27FC236}">
                <a16:creationId xmlns:a16="http://schemas.microsoft.com/office/drawing/2014/main" id="{B4A8E7DD-F0B9-81F7-287D-3CB3DD2F7595}"/>
              </a:ext>
            </a:extLst>
          </p:cNvPr>
          <p:cNvSpPr>
            <a:spLocks noGrp="1"/>
          </p:cNvSpPr>
          <p:nvPr>
            <p:ph type="title" hasCustomPrompt="1"/>
          </p:nvPr>
        </p:nvSpPr>
        <p:spPr>
          <a:xfrm>
            <a:off x="1529442" y="731520"/>
            <a:ext cx="10052958" cy="962590"/>
          </a:xfrm>
        </p:spPr>
        <p:txBody>
          <a:bodyPr rtlCol="0" anchor="b">
            <a:normAutofit/>
          </a:bodyPr>
          <a:lstStyle>
            <a:lvl1pPr>
              <a:defRPr>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9" name="フッター プレースホルダー 5">
            <a:extLst>
              <a:ext uri="{FF2B5EF4-FFF2-40B4-BE49-F238E27FC236}">
                <a16:creationId xmlns:a16="http://schemas.microsoft.com/office/drawing/2014/main" id="{431432E4-BA69-9DA5-4717-E3EA0C6F7E1D}"/>
              </a:ext>
            </a:extLst>
          </p:cNvPr>
          <p:cNvSpPr>
            <a:spLocks noGrp="1"/>
          </p:cNvSpPr>
          <p:nvPr>
            <p:ph type="ftr" sz="quarter" idx="11"/>
          </p:nvPr>
        </p:nvSpPr>
        <p:spPr>
          <a:xfrm>
            <a:off x="1524000" y="6343955"/>
            <a:ext cx="2805405" cy="365125"/>
          </a:xfrm>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8" name="日付プレースホルダー 4">
            <a:extLst>
              <a:ext uri="{FF2B5EF4-FFF2-40B4-BE49-F238E27FC236}">
                <a16:creationId xmlns:a16="http://schemas.microsoft.com/office/drawing/2014/main" id="{109ADB64-53B3-115D-AECE-9573AE4F6B50}"/>
              </a:ext>
            </a:extLst>
          </p:cNvPr>
          <p:cNvSpPr>
            <a:spLocks noGrp="1"/>
          </p:cNvSpPr>
          <p:nvPr>
            <p:ph type="dt" sz="half" idx="10"/>
          </p:nvPr>
        </p:nvSpPr>
        <p:spPr>
          <a:xfrm>
            <a:off x="8429310" y="6343955"/>
            <a:ext cx="2202644" cy="365125"/>
          </a:xfrm>
        </p:spPr>
        <p:txBody>
          <a:bodyPr rtlCol="0"/>
          <a:lstStyle/>
          <a:p>
            <a:pPr rtl="0"/>
            <a:r>
              <a:rPr lang="en-US" altLang="ja-JP"/>
              <a:t>9/17/2025</a:t>
            </a:r>
            <a:endParaRPr lang="en-US"/>
          </a:p>
        </p:txBody>
      </p:sp>
      <p:sp>
        <p:nvSpPr>
          <p:cNvPr id="10" name="スライド番号プレースホルダー 6">
            <a:extLst>
              <a:ext uri="{FF2B5EF4-FFF2-40B4-BE49-F238E27FC236}">
                <a16:creationId xmlns:a16="http://schemas.microsoft.com/office/drawing/2014/main" id="{B4E7037E-3D24-9B01-B8A9-56A86C69701E}"/>
              </a:ext>
            </a:extLst>
          </p:cNvPr>
          <p:cNvSpPr>
            <a:spLocks noGrp="1"/>
          </p:cNvSpPr>
          <p:nvPr>
            <p:ph type="sldNum" sz="quarter" idx="12"/>
          </p:nvPr>
        </p:nvSpPr>
        <p:spPr>
          <a:xfrm>
            <a:off x="10972801" y="6343954"/>
            <a:ext cx="609600" cy="365125"/>
          </a:xfrm>
        </p:spPr>
        <p:txBody>
          <a:bodyPr rtlCol="0"/>
          <a:lstStyle/>
          <a:p>
            <a:pPr rtl="0"/>
            <a:fld id="{AEAA3239-9EA4-4A65-A281-97F994456D9F}" type="slidenum">
              <a:rPr lang="en-US" smtClean="0"/>
              <a:t>‹#›</a:t>
            </a:fld>
            <a:endParaRPr lang="en-US"/>
          </a:p>
        </p:txBody>
      </p:sp>
      <p:cxnSp>
        <p:nvCxnSpPr>
          <p:cNvPr id="11" name="直線​​コネクタ(S) 10">
            <a:extLst>
              <a:ext uri="{FF2B5EF4-FFF2-40B4-BE49-F238E27FC236}">
                <a16:creationId xmlns:a16="http://schemas.microsoft.com/office/drawing/2014/main" id="{B6245B12-231B-F569-B506-50857FF5F058}"/>
              </a:ext>
              <a:ext uri="{C183D7F6-B498-43B3-948B-1728B52AA6E4}">
                <adec:decorative xmlns:adec="http://schemas.microsoft.com/office/drawing/2017/decorative" val="1"/>
              </a:ext>
            </a:extLst>
          </p:cNvPr>
          <p:cNvCxnSpPr>
            <a:cxnSpLocks/>
          </p:cNvCxnSpPr>
          <p:nvPr userDrawn="1"/>
        </p:nvCxnSpPr>
        <p:spPr>
          <a:xfrm>
            <a:off x="841248" y="1112520"/>
            <a:ext cx="0" cy="574548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1474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空欄">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AEAA3239-9EA4-4A65-A281-97F994456D9F}" type="slidenum">
              <a:rPr lang="en-US" smtClean="0"/>
              <a:t>‹#›</a:t>
            </a:fld>
            <a:endParaRPr lang="en-US"/>
          </a:p>
        </p:txBody>
      </p:sp>
      <p:sp>
        <p:nvSpPr>
          <p:cNvPr id="3" name="フッター プレースホルダー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2" name="日付プレースホルダー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lstStyle/>
          <a:p>
            <a:pPr rtl="0"/>
            <a:r>
              <a:rPr lang="en-US" altLang="ja-JP"/>
              <a:t>9/17/2025</a:t>
            </a:r>
            <a:endParaRPr lang="en-US"/>
          </a:p>
        </p:txBody>
      </p:sp>
    </p:spTree>
    <p:extLst>
      <p:ext uri="{BB962C8B-B14F-4D97-AF65-F5344CB8AC3E}">
        <p14:creationId xmlns:p14="http://schemas.microsoft.com/office/powerpoint/2010/main" val="41273505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キャプション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50C37F-77BE-E128-4248-D001C39E79C6}"/>
              </a:ext>
            </a:extLst>
          </p:cNvPr>
          <p:cNvSpPr>
            <a:spLocks noGrp="1"/>
          </p:cNvSpPr>
          <p:nvPr>
            <p:ph type="title" hasCustomPrompt="1"/>
          </p:nvPr>
        </p:nvSpPr>
        <p:spPr>
          <a:xfrm>
            <a:off x="731520" y="731519"/>
            <a:ext cx="3108960" cy="2651760"/>
          </a:xfrm>
        </p:spPr>
        <p:txBody>
          <a:bodyPr rtlCol="0" anchor="t">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9" name="テキスト プレースホルダー 2">
            <a:extLst>
              <a:ext uri="{FF2B5EF4-FFF2-40B4-BE49-F238E27FC236}">
                <a16:creationId xmlns:a16="http://schemas.microsoft.com/office/drawing/2014/main" id="{5ED79D4C-84E4-DE7D-6224-9B34D3EC7A52}"/>
              </a:ext>
            </a:extLst>
          </p:cNvPr>
          <p:cNvSpPr>
            <a:spLocks noGrp="1"/>
          </p:cNvSpPr>
          <p:nvPr>
            <p:ph type="body" sz="half" idx="13" hasCustomPrompt="1"/>
          </p:nvPr>
        </p:nvSpPr>
        <p:spPr>
          <a:xfrm>
            <a:off x="731520" y="3439824"/>
            <a:ext cx="3108960" cy="2743200"/>
          </a:xfrm>
        </p:spPr>
        <p:txBody>
          <a:bodyPr rtlCol="0">
            <a:normAutofit/>
          </a:bodyPr>
          <a:lstStyle>
            <a:lvl1pPr marL="0" indent="0">
              <a:buNone/>
              <a:defRPr sz="1400">
                <a:latin typeface="Meiryo UI" panose="020B0604030504040204" pitchFamily="34" charset="-128"/>
                <a:ea typeface="Meiryo UI" panose="020B0604030504040204" pitchFamily="34" charset="-128"/>
              </a:defRPr>
            </a:lvl1pPr>
          </a:lstStyle>
          <a:p>
            <a:pPr rtl="0"/>
            <a:r>
              <a:rPr lang="ja"/>
              <a:t>簡単なキャプションの追加</a:t>
            </a:r>
          </a:p>
        </p:txBody>
      </p:sp>
      <p:sp>
        <p:nvSpPr>
          <p:cNvPr id="3" name="コンテンツ プレースホルダー 2">
            <a:extLst>
              <a:ext uri="{FF2B5EF4-FFF2-40B4-BE49-F238E27FC236}">
                <a16:creationId xmlns:a16="http://schemas.microsoft.com/office/drawing/2014/main" id="{2F3B20A8-A604-C977-02C0-083BA8663484}"/>
              </a:ext>
            </a:extLst>
          </p:cNvPr>
          <p:cNvSpPr>
            <a:spLocks noGrp="1"/>
          </p:cNvSpPr>
          <p:nvPr>
            <p:ph idx="1" hasCustomPrompt="1"/>
          </p:nvPr>
        </p:nvSpPr>
        <p:spPr>
          <a:xfrm>
            <a:off x="4114800" y="685800"/>
            <a:ext cx="6440258" cy="5497224"/>
          </a:xfrm>
        </p:spPr>
        <p:txBody>
          <a:bodyPr vert="horz" lIns="91440" tIns="45720" rIns="91440" bIns="45720" rtlCol="0">
            <a:normAutofit/>
          </a:bodyPr>
          <a:lstStyle>
            <a:lvl1pPr marL="0" indent="0">
              <a:buNone/>
              <a:defRPr lang="en-US" sz="1400" dirty="0">
                <a:latin typeface="Meiryo UI" panose="020B0604030504040204" pitchFamily="34" charset="-128"/>
                <a:ea typeface="Meiryo UI" panose="020B0604030504040204" pitchFamily="34" charset="-128"/>
              </a:defRPr>
            </a:lvl1pPr>
            <a:lvl2pPr marL="228600" indent="0">
              <a:buNone/>
              <a:defRPr lang="en-US" sz="1400" dirty="0">
                <a:latin typeface="Meiryo UI" panose="020B0604030504040204" pitchFamily="34" charset="-128"/>
                <a:ea typeface="Meiryo UI" panose="020B0604030504040204" pitchFamily="34" charset="-128"/>
              </a:defRPr>
            </a:lvl2pPr>
            <a:lvl3pPr marL="457200" indent="0">
              <a:buNone/>
              <a:defRPr lang="en-US" sz="1400" dirty="0">
                <a:latin typeface="Meiryo UI" panose="020B0604030504040204" pitchFamily="34" charset="-128"/>
                <a:ea typeface="Meiryo UI" panose="020B0604030504040204" pitchFamily="34" charset="-128"/>
              </a:defRPr>
            </a:lvl3pPr>
            <a:lvl4pPr marL="685800" indent="0">
              <a:buNone/>
              <a:defRPr lang="en-US" sz="1400" dirty="0">
                <a:latin typeface="Meiryo UI" panose="020B0604030504040204" pitchFamily="34" charset="-128"/>
                <a:ea typeface="Meiryo UI" panose="020B0604030504040204" pitchFamily="34" charset="-128"/>
              </a:defRPr>
            </a:lvl4pPr>
            <a:lvl5pPr marL="914400" indent="0">
              <a:buNone/>
              <a:defRPr lang="en-US" sz="1400" dirty="0">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7" name="スライド番号プレースホルダー 6">
            <a:extLst>
              <a:ext uri="{FF2B5EF4-FFF2-40B4-BE49-F238E27FC236}">
                <a16:creationId xmlns:a16="http://schemas.microsoft.com/office/drawing/2014/main" id="{32C7CA46-892B-253A-3A28-7414E17B837B}"/>
              </a:ext>
            </a:extLst>
          </p:cNvPr>
          <p:cNvSpPr>
            <a:spLocks noGrp="1"/>
          </p:cNvSpPr>
          <p:nvPr>
            <p:ph type="sldNum" sz="quarter" idx="12"/>
          </p:nvPr>
        </p:nvSpPr>
        <p:spPr>
          <a:xfrm>
            <a:off x="640080" y="6345936"/>
            <a:ext cx="609600" cy="365125"/>
          </a:xfrm>
        </p:spPr>
        <p:txBody>
          <a:bodyPr rtlCol="0"/>
          <a:lstStyle/>
          <a:p>
            <a:pPr rtl="0"/>
            <a:fld id="{AEAA3239-9EA4-4A65-A281-97F994456D9F}" type="slidenum">
              <a:rPr lang="en-US" smtClean="0"/>
              <a:t>‹#›</a:t>
            </a:fld>
            <a:endParaRPr lang="en-US"/>
          </a:p>
        </p:txBody>
      </p:sp>
      <p:sp>
        <p:nvSpPr>
          <p:cNvPr id="6" name="フッター プレースホルダー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n-US" altLang="ja-JP"/>
              <a:t>9/17/2025</a:t>
            </a:r>
            <a:endParaRPr lang="en-US"/>
          </a:p>
        </p:txBody>
      </p:sp>
      <p:grpSp>
        <p:nvGrpSpPr>
          <p:cNvPr id="12" name="グループ 11">
            <a:extLst>
              <a:ext uri="{FF2B5EF4-FFF2-40B4-BE49-F238E27FC236}">
                <a16:creationId xmlns:a16="http://schemas.microsoft.com/office/drawing/2014/main" id="{0289281C-AACF-B0FF-0467-84E4A5880E0E}"/>
              </a:ext>
            </a:extLst>
          </p:cNvPr>
          <p:cNvGrpSpPr/>
          <p:nvPr userDrawn="1"/>
        </p:nvGrpSpPr>
        <p:grpSpPr>
          <a:xfrm flipV="1">
            <a:off x="11078040" y="5621541"/>
            <a:ext cx="504370" cy="544340"/>
            <a:chOff x="10917026" y="837879"/>
            <a:chExt cx="513774" cy="554490"/>
          </a:xfrm>
        </p:grpSpPr>
        <p:sp>
          <p:nvSpPr>
            <p:cNvPr id="13" name="グラフィック 12">
              <a:extLst>
                <a:ext uri="{FF2B5EF4-FFF2-40B4-BE49-F238E27FC236}">
                  <a16:creationId xmlns:a16="http://schemas.microsoft.com/office/drawing/2014/main" id="{B8CC52C9-51C3-9020-0FCD-5EB77AB5B753}"/>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bg1"/>
                </a:solidFill>
              </a:endParaRPr>
            </a:p>
          </p:txBody>
        </p:sp>
        <p:sp>
          <p:nvSpPr>
            <p:cNvPr id="14" name="グラフィック 13">
              <a:extLst>
                <a:ext uri="{FF2B5EF4-FFF2-40B4-BE49-F238E27FC236}">
                  <a16:creationId xmlns:a16="http://schemas.microsoft.com/office/drawing/2014/main" id="{6176F77F-F023-802F-E39B-3BED7F91082F}"/>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bg1"/>
                </a:solidFill>
              </a:endParaRPr>
            </a:p>
          </p:txBody>
        </p:sp>
        <p:sp>
          <p:nvSpPr>
            <p:cNvPr id="19" name="グラフィック 15">
              <a:extLst>
                <a:ext uri="{FF2B5EF4-FFF2-40B4-BE49-F238E27FC236}">
                  <a16:creationId xmlns:a16="http://schemas.microsoft.com/office/drawing/2014/main" id="{B3DC35F6-01C6-9167-442E-69469D51012F}"/>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37658978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キャプション付きの図">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02E33D2F-D845-A10E-F9E5-C6C051C8E9B2}"/>
              </a:ext>
            </a:extLst>
          </p:cNvPr>
          <p:cNvSpPr>
            <a:spLocks noGrp="1"/>
          </p:cNvSpPr>
          <p:nvPr>
            <p:ph type="title" hasCustomPrompt="1"/>
          </p:nvPr>
        </p:nvSpPr>
        <p:spPr>
          <a:xfrm>
            <a:off x="731520" y="731519"/>
            <a:ext cx="3108960" cy="2651760"/>
          </a:xfrm>
        </p:spPr>
        <p:txBody>
          <a:bodyPr rtlCol="0" anchor="t">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9" name="テキスト プレースホルダー 2">
            <a:extLst>
              <a:ext uri="{FF2B5EF4-FFF2-40B4-BE49-F238E27FC236}">
                <a16:creationId xmlns:a16="http://schemas.microsoft.com/office/drawing/2014/main" id="{31625BF7-9F13-8163-32DF-576DC01B4C2A}"/>
              </a:ext>
            </a:extLst>
          </p:cNvPr>
          <p:cNvSpPr>
            <a:spLocks noGrp="1"/>
          </p:cNvSpPr>
          <p:nvPr>
            <p:ph type="body" sz="half" idx="13" hasCustomPrompt="1"/>
          </p:nvPr>
        </p:nvSpPr>
        <p:spPr>
          <a:xfrm>
            <a:off x="731520" y="3439824"/>
            <a:ext cx="3108960" cy="2743200"/>
          </a:xfrm>
        </p:spPr>
        <p:txBody>
          <a:bodyPr rtlCol="0" anchor="b">
            <a:normAutofit/>
          </a:bodyPr>
          <a:lstStyle>
            <a:lvl1pPr marL="0" indent="0">
              <a:buNone/>
              <a:defRPr sz="1400">
                <a:latin typeface="Meiryo UI" panose="020B0604030504040204" pitchFamily="34" charset="-128"/>
                <a:ea typeface="Meiryo UI" panose="020B0604030504040204" pitchFamily="34" charset="-128"/>
              </a:defRPr>
            </a:lvl1pPr>
          </a:lstStyle>
          <a:p>
            <a:pPr rtl="0"/>
            <a:r>
              <a:rPr lang="ja"/>
              <a:t>簡単なキャプションの追加</a:t>
            </a:r>
          </a:p>
        </p:txBody>
      </p:sp>
      <p:sp>
        <p:nvSpPr>
          <p:cNvPr id="11" name="長方形 10">
            <a:extLst>
              <a:ext uri="{FF2B5EF4-FFF2-40B4-BE49-F238E27FC236}">
                <a16:creationId xmlns:a16="http://schemas.microsoft.com/office/drawing/2014/main" id="{8E09ABEC-9982-598E-3149-770B511C9DE5}"/>
              </a:ext>
              <a:ext uri="{C183D7F6-B498-43B3-948B-1728B52AA6E4}">
                <adec:decorative xmlns:adec="http://schemas.microsoft.com/office/drawing/2017/decorative" val="1"/>
              </a:ext>
            </a:extLst>
          </p:cNvPr>
          <p:cNvSpPr/>
          <p:nvPr userDrawn="1"/>
        </p:nvSpPr>
        <p:spPr>
          <a:xfrm>
            <a:off x="5121319" y="674976"/>
            <a:ext cx="6461081" cy="5508048"/>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0" name="図プレースホルダー 19">
            <a:extLst>
              <a:ext uri="{FF2B5EF4-FFF2-40B4-BE49-F238E27FC236}">
                <a16:creationId xmlns:a16="http://schemas.microsoft.com/office/drawing/2014/main" id="{1DC35CE5-7DA7-38B2-B181-D21792BC7058}"/>
              </a:ext>
            </a:extLst>
          </p:cNvPr>
          <p:cNvSpPr>
            <a:spLocks noGrp="1"/>
          </p:cNvSpPr>
          <p:nvPr>
            <p:ph type="pic" sz="quarter" idx="14" hasCustomPrompt="1"/>
          </p:nvPr>
        </p:nvSpPr>
        <p:spPr>
          <a:xfrm>
            <a:off x="5423071" y="976729"/>
            <a:ext cx="5857577" cy="4893720"/>
          </a:xfrm>
          <a:blipFill>
            <a:blip r:embed="rId2">
              <a:alphaModFix amt="60000"/>
            </a:blip>
            <a:stretch>
              <a:fillRect/>
            </a:stretch>
          </a:blipFill>
        </p:spPr>
        <p:txBody>
          <a:bodyPr rtlCol="0">
            <a:normAutofit/>
          </a:bodyPr>
          <a:lstStyle>
            <a:lvl1pPr marL="0" indent="0">
              <a:buNone/>
              <a:defRPr>
                <a:latin typeface="Meiryo UI" panose="020B0604030504040204" pitchFamily="34" charset="-128"/>
                <a:ea typeface="Meiryo UI" panose="020B0604030504040204" pitchFamily="34" charset="-128"/>
              </a:defRPr>
            </a:lvl1pPr>
          </a:lstStyle>
          <a:p>
            <a:pPr rtl="0"/>
            <a:r>
              <a:rPr lang="ja"/>
              <a:t>  </a:t>
            </a:r>
          </a:p>
        </p:txBody>
      </p:sp>
      <p:sp>
        <p:nvSpPr>
          <p:cNvPr id="7" name="スライド番号プレースホルダー 6">
            <a:extLst>
              <a:ext uri="{FF2B5EF4-FFF2-40B4-BE49-F238E27FC236}">
                <a16:creationId xmlns:a16="http://schemas.microsoft.com/office/drawing/2014/main" id="{5EFE1A03-DCCB-53C7-DBFE-2AD55C90591B}"/>
              </a:ext>
            </a:extLst>
          </p:cNvPr>
          <p:cNvSpPr>
            <a:spLocks noGrp="1"/>
          </p:cNvSpPr>
          <p:nvPr>
            <p:ph type="sldNum" sz="quarter" idx="12"/>
          </p:nvPr>
        </p:nvSpPr>
        <p:spPr>
          <a:xfrm>
            <a:off x="640080" y="6345936"/>
            <a:ext cx="609600" cy="365125"/>
          </a:xfrm>
        </p:spPr>
        <p:txBody>
          <a:bodyPr rtlCol="0"/>
          <a:lstStyle/>
          <a:p>
            <a:pPr rtl="0"/>
            <a:fld id="{AEAA3239-9EA4-4A65-A281-97F994456D9F}" type="slidenum">
              <a:rPr lang="en-US" smtClean="0"/>
              <a:t>‹#›</a:t>
            </a:fld>
            <a:endParaRPr lang="en-US"/>
          </a:p>
        </p:txBody>
      </p:sp>
      <p:sp>
        <p:nvSpPr>
          <p:cNvPr id="6" name="フッター プレースホルダー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日付プレースホルダー 4">
            <a:extLst>
              <a:ext uri="{FF2B5EF4-FFF2-40B4-BE49-F238E27FC236}">
                <a16:creationId xmlns:a16="http://schemas.microsoft.com/office/drawing/2014/main" id="{920B235E-39C7-4C78-20EF-DB48ECD9CB90}"/>
              </a:ext>
            </a:extLst>
          </p:cNvPr>
          <p:cNvSpPr>
            <a:spLocks noGrp="1"/>
          </p:cNvSpPr>
          <p:nvPr>
            <p:ph type="dt" sz="half" idx="10"/>
          </p:nvPr>
        </p:nvSpPr>
        <p:spPr/>
        <p:txBody>
          <a:bodyPr rtlCol="0"/>
          <a:lstStyle/>
          <a:p>
            <a:pPr rtl="0"/>
            <a:r>
              <a:rPr lang="en-US" altLang="ja-JP"/>
              <a:t>9/17/2025</a:t>
            </a:r>
            <a:endParaRPr lang="en-US"/>
          </a:p>
        </p:txBody>
      </p:sp>
      <p:grpSp>
        <p:nvGrpSpPr>
          <p:cNvPr id="3" name="グループ 2">
            <a:extLst>
              <a:ext uri="{FF2B5EF4-FFF2-40B4-BE49-F238E27FC236}">
                <a16:creationId xmlns:a16="http://schemas.microsoft.com/office/drawing/2014/main" id="{C6EBE213-1163-A018-F201-B0DD52F061C6}"/>
              </a:ext>
            </a:extLst>
          </p:cNvPr>
          <p:cNvGrpSpPr/>
          <p:nvPr userDrawn="1"/>
        </p:nvGrpSpPr>
        <p:grpSpPr>
          <a:xfrm>
            <a:off x="4150304" y="685800"/>
            <a:ext cx="504370" cy="544340"/>
            <a:chOff x="10917026" y="837879"/>
            <a:chExt cx="513774" cy="554490"/>
          </a:xfrm>
        </p:grpSpPr>
        <p:sp>
          <p:nvSpPr>
            <p:cNvPr id="4" name="グラフィック 12">
              <a:extLst>
                <a:ext uri="{FF2B5EF4-FFF2-40B4-BE49-F238E27FC236}">
                  <a16:creationId xmlns:a16="http://schemas.microsoft.com/office/drawing/2014/main" id="{FA467C1C-1AD4-E57D-1EC5-1D2A5FC57C4F}"/>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US">
                <a:solidFill>
                  <a:schemeClr val="accent2"/>
                </a:solidFill>
              </a:endParaRPr>
            </a:p>
          </p:txBody>
        </p:sp>
        <p:sp>
          <p:nvSpPr>
            <p:cNvPr id="10" name="グラフィック 13">
              <a:extLst>
                <a:ext uri="{FF2B5EF4-FFF2-40B4-BE49-F238E27FC236}">
                  <a16:creationId xmlns:a16="http://schemas.microsoft.com/office/drawing/2014/main" id="{3A06BD60-6631-D2A4-5F55-5879D66B4F4D}"/>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US">
                <a:solidFill>
                  <a:schemeClr val="accent2"/>
                </a:solidFill>
              </a:endParaRPr>
            </a:p>
          </p:txBody>
        </p:sp>
        <p:sp>
          <p:nvSpPr>
            <p:cNvPr id="12" name="グラフィック 15">
              <a:extLst>
                <a:ext uri="{FF2B5EF4-FFF2-40B4-BE49-F238E27FC236}">
                  <a16:creationId xmlns:a16="http://schemas.microsoft.com/office/drawing/2014/main" id="{0E268D3C-723F-37BB-17D1-79FA50F88138}"/>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US">
                <a:solidFill>
                  <a:schemeClr val="accent2"/>
                </a:solidFill>
              </a:endParaRPr>
            </a:p>
          </p:txBody>
        </p:sp>
      </p:grpSp>
    </p:spTree>
    <p:extLst>
      <p:ext uri="{BB962C8B-B14F-4D97-AF65-F5344CB8AC3E}">
        <p14:creationId xmlns:p14="http://schemas.microsoft.com/office/powerpoint/2010/main" val="36637986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結論">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7433D9-FD02-59E2-0F81-A0B7201D2DA0}"/>
              </a:ext>
            </a:extLst>
          </p:cNvPr>
          <p:cNvSpPr>
            <a:spLocks noGrp="1"/>
          </p:cNvSpPr>
          <p:nvPr>
            <p:ph type="title" hasCustomPrompt="1"/>
          </p:nvPr>
        </p:nvSpPr>
        <p:spPr>
          <a:xfrm>
            <a:off x="731520" y="731520"/>
            <a:ext cx="10056254" cy="1798622"/>
          </a:xfrm>
        </p:spPr>
        <p:txBody>
          <a:bodyPr rtlCol="0" anchor="b">
            <a:normAutofit/>
          </a:bodyPr>
          <a:lstStyle>
            <a:lvl1pPr>
              <a:defRPr sz="6000">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8" name="コンテンツ プレースホルダー 7">
            <a:extLst>
              <a:ext uri="{FF2B5EF4-FFF2-40B4-BE49-F238E27FC236}">
                <a16:creationId xmlns:a16="http://schemas.microsoft.com/office/drawing/2014/main" id="{C7E1FCC9-2D1D-9C6B-8C9A-E3D0A77DBEF0}"/>
              </a:ext>
            </a:extLst>
          </p:cNvPr>
          <p:cNvSpPr>
            <a:spLocks noGrp="1"/>
          </p:cNvSpPr>
          <p:nvPr>
            <p:ph sz="quarter" idx="13" hasCustomPrompt="1"/>
          </p:nvPr>
        </p:nvSpPr>
        <p:spPr>
          <a:xfrm>
            <a:off x="731520" y="2941593"/>
            <a:ext cx="10951037" cy="2773136"/>
          </a:xfrm>
        </p:spPr>
        <p:txBody>
          <a:bodyPr rtlCol="0">
            <a:normAutofit/>
          </a:bodyPr>
          <a:lstStyle>
            <a:lvl1pPr marL="0" indent="0">
              <a:buNone/>
              <a:defRPr>
                <a:latin typeface="Meiryo UI" panose="020B0604030504040204" pitchFamily="34" charset="-128"/>
                <a:ea typeface="Meiryo UI" panose="020B0604030504040204" pitchFamily="34" charset="-128"/>
              </a:defRPr>
            </a:lvl1pPr>
            <a:lvl2pPr marL="228600" indent="0">
              <a:buNone/>
              <a:defRPr>
                <a:latin typeface="Meiryo UI" panose="020B0604030504040204" pitchFamily="34" charset="-128"/>
                <a:ea typeface="Meiryo UI" panose="020B0604030504040204" pitchFamily="34" charset="-128"/>
              </a:defRPr>
            </a:lvl2pPr>
            <a:lvl3pPr marL="457200" indent="0">
              <a:buNone/>
              <a:defRPr>
                <a:latin typeface="Meiryo UI" panose="020B0604030504040204" pitchFamily="34" charset="-128"/>
                <a:ea typeface="Meiryo UI" panose="020B0604030504040204" pitchFamily="34" charset="-128"/>
              </a:defRPr>
            </a:lvl3pPr>
            <a:lvl4pPr marL="685800" indent="0">
              <a:buNone/>
              <a:defRPr>
                <a:latin typeface="Meiryo UI" panose="020B0604030504040204" pitchFamily="34" charset="-128"/>
                <a:ea typeface="Meiryo UI" panose="020B0604030504040204" pitchFamily="34" charset="-128"/>
              </a:defRPr>
            </a:lvl4pPr>
            <a:lvl5pPr marL="914400" indent="0">
              <a:buNone/>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3" name="スライド番号プレースホルダー 7">
            <a:extLst>
              <a:ext uri="{FF2B5EF4-FFF2-40B4-BE49-F238E27FC236}">
                <a16:creationId xmlns:a16="http://schemas.microsoft.com/office/drawing/2014/main" id="{14ACF6E0-81BA-C6A9-13FC-B271E985470E}"/>
              </a:ext>
            </a:extLst>
          </p:cNvPr>
          <p:cNvSpPr>
            <a:spLocks noGrp="1"/>
          </p:cNvSpPr>
          <p:nvPr>
            <p:ph type="sldNum" sz="quarter" idx="12"/>
          </p:nvPr>
        </p:nvSpPr>
        <p:spPr>
          <a:xfrm>
            <a:off x="533400" y="6343955"/>
            <a:ext cx="609600" cy="365125"/>
          </a:xfrm>
        </p:spPr>
        <p:txBody>
          <a:bodyPr rtlCol="0"/>
          <a:lstStyle>
            <a:lvl1pPr>
              <a:defRPr>
                <a:solidFill>
                  <a:schemeClr val="tx1"/>
                </a:solidFill>
              </a:defRPr>
            </a:lvl1pPr>
          </a:lstStyle>
          <a:p>
            <a:pPr rtl="0"/>
            <a:fld id="{AEAA3239-9EA4-4A65-A281-97F994456D9F}" type="slidenum">
              <a:rPr lang="en-US" smtClean="0"/>
              <a:pPr/>
              <a:t>‹#›</a:t>
            </a:fld>
            <a:endParaRPr lang="en-US"/>
          </a:p>
        </p:txBody>
      </p:sp>
      <p:sp>
        <p:nvSpPr>
          <p:cNvPr id="9" name="フッター プレースホルダー 4">
            <a:extLst>
              <a:ext uri="{FF2B5EF4-FFF2-40B4-BE49-F238E27FC236}">
                <a16:creationId xmlns:a16="http://schemas.microsoft.com/office/drawing/2014/main" id="{2101A0C6-0C6D-EBD8-D57E-7C85E02543AE}"/>
              </a:ext>
            </a:extLst>
          </p:cNvPr>
          <p:cNvSpPr>
            <a:spLocks noGrp="1"/>
          </p:cNvSpPr>
          <p:nvPr>
            <p:ph type="ftr" sz="quarter" idx="11"/>
          </p:nvPr>
        </p:nvSpPr>
        <p:spPr>
          <a:xfrm>
            <a:off x="1524000" y="6343955"/>
            <a:ext cx="2805405" cy="365125"/>
          </a:xfrm>
        </p:spPr>
        <p:txBody>
          <a:bodyPr rtlCol="0">
            <a:normAutofit/>
          </a:bodyPr>
          <a:lstStyle>
            <a:lvl1pPr>
              <a:defRPr>
                <a:solidFill>
                  <a:schemeClr val="tx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7" name="日付プレースホルダー 3">
            <a:extLst>
              <a:ext uri="{FF2B5EF4-FFF2-40B4-BE49-F238E27FC236}">
                <a16:creationId xmlns:a16="http://schemas.microsoft.com/office/drawing/2014/main" id="{9823B180-AF77-D3D2-D86A-C1A912482B08}"/>
              </a:ext>
            </a:extLst>
          </p:cNvPr>
          <p:cNvSpPr>
            <a:spLocks noGrp="1"/>
          </p:cNvSpPr>
          <p:nvPr>
            <p:ph type="dt" sz="half" idx="10"/>
          </p:nvPr>
        </p:nvSpPr>
        <p:spPr>
          <a:xfrm>
            <a:off x="9379756" y="6343955"/>
            <a:ext cx="2202644" cy="365125"/>
          </a:xfrm>
        </p:spPr>
        <p:txBody>
          <a:bodyPr rtlCol="0"/>
          <a:lstStyle>
            <a:lvl1pPr>
              <a:defRPr>
                <a:solidFill>
                  <a:schemeClr val="tx1"/>
                </a:solidFill>
              </a:defRPr>
            </a:lvl1pPr>
          </a:lstStyle>
          <a:p>
            <a:pPr rtl="0"/>
            <a:r>
              <a:rPr lang="en-US" altLang="ja-JP"/>
              <a:t>9/17/2025</a:t>
            </a:r>
            <a:endParaRPr lang="en-US"/>
          </a:p>
        </p:txBody>
      </p:sp>
      <p:grpSp>
        <p:nvGrpSpPr>
          <p:cNvPr id="11" name="グループ 10">
            <a:extLst>
              <a:ext uri="{FF2B5EF4-FFF2-40B4-BE49-F238E27FC236}">
                <a16:creationId xmlns:a16="http://schemas.microsoft.com/office/drawing/2014/main" id="{A0B99BEF-0A23-3355-F5D8-5D137FBE5DDE}"/>
              </a:ext>
            </a:extLst>
          </p:cNvPr>
          <p:cNvGrpSpPr/>
          <p:nvPr userDrawn="1"/>
        </p:nvGrpSpPr>
        <p:grpSpPr>
          <a:xfrm>
            <a:off x="11078040" y="685800"/>
            <a:ext cx="504370" cy="544340"/>
            <a:chOff x="10917026" y="837879"/>
            <a:chExt cx="513774" cy="554490"/>
          </a:xfrm>
        </p:grpSpPr>
        <p:sp>
          <p:nvSpPr>
            <p:cNvPr id="12" name="グラフィック 12">
              <a:extLst>
                <a:ext uri="{FF2B5EF4-FFF2-40B4-BE49-F238E27FC236}">
                  <a16:creationId xmlns:a16="http://schemas.microsoft.com/office/drawing/2014/main" id="{7304BEE7-C610-4182-63C6-CC6EB50F6181}"/>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pPr rtl="0"/>
              <a:endParaRPr lang="en-US">
                <a:solidFill>
                  <a:schemeClr val="bg1"/>
                </a:solidFill>
              </a:endParaRPr>
            </a:p>
          </p:txBody>
        </p:sp>
        <p:sp>
          <p:nvSpPr>
            <p:cNvPr id="13" name="グラフィック 13">
              <a:extLst>
                <a:ext uri="{FF2B5EF4-FFF2-40B4-BE49-F238E27FC236}">
                  <a16:creationId xmlns:a16="http://schemas.microsoft.com/office/drawing/2014/main" id="{339C8AB5-292D-0A63-B066-3D790891A6C9}"/>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pPr rtl="0"/>
              <a:endParaRPr lang="en-US">
                <a:solidFill>
                  <a:schemeClr val="bg1"/>
                </a:solidFill>
              </a:endParaRPr>
            </a:p>
          </p:txBody>
        </p:sp>
        <p:sp>
          <p:nvSpPr>
            <p:cNvPr id="14" name="グラフィック 15">
              <a:extLst>
                <a:ext uri="{FF2B5EF4-FFF2-40B4-BE49-F238E27FC236}">
                  <a16:creationId xmlns:a16="http://schemas.microsoft.com/office/drawing/2014/main" id="{41F6A1FE-B32F-D442-D463-82EAC098DA62}"/>
                </a:ext>
                <a:ext uri="{C183D7F6-B498-43B3-948B-1728B52AA6E4}">
                  <adec:decorative xmlns:adec="http://schemas.microsoft.com/office/drawing/2017/decorative" val="1"/>
                </a:ext>
              </a:extLst>
            </p:cNvPr>
            <p:cNvSpPr/>
            <p:nvPr userDrawn="1"/>
          </p:nvSpPr>
          <p:spPr>
            <a:xfrm>
              <a:off x="10917026" y="12646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3510449072"/>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結論 2">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7433D9-FD02-59E2-0F81-A0B7201D2DA0}"/>
              </a:ext>
            </a:extLst>
          </p:cNvPr>
          <p:cNvSpPr>
            <a:spLocks noGrp="1"/>
          </p:cNvSpPr>
          <p:nvPr>
            <p:ph type="title" hasCustomPrompt="1"/>
          </p:nvPr>
        </p:nvSpPr>
        <p:spPr>
          <a:xfrm>
            <a:off x="731520" y="1655065"/>
            <a:ext cx="6383298" cy="1734658"/>
          </a:xfrm>
        </p:spPr>
        <p:txBody>
          <a:bodyPr rtlCol="0" anchor="b">
            <a:normAutofit/>
          </a:bodyPr>
          <a:lstStyle>
            <a:lvl1pPr>
              <a:defRPr sz="6000">
                <a:solidFill>
                  <a:schemeClr val="tx2"/>
                </a:solidFill>
                <a:latin typeface="Meiryo UI" panose="020B0604030504040204" pitchFamily="34" charset="-128"/>
                <a:ea typeface="Meiryo UI" panose="020B0604030504040204" pitchFamily="34" charset="-128"/>
              </a:defRPr>
            </a:lvl1pPr>
          </a:lstStyle>
          <a:p>
            <a:pPr rtl="0"/>
            <a:r>
              <a:rPr lang="ja"/>
              <a:t>マスター タイトルの書式設定</a:t>
            </a:r>
          </a:p>
        </p:txBody>
      </p:sp>
      <p:sp>
        <p:nvSpPr>
          <p:cNvPr id="7" name="コンテンツ プレースホルダー 6">
            <a:extLst>
              <a:ext uri="{FF2B5EF4-FFF2-40B4-BE49-F238E27FC236}">
                <a16:creationId xmlns:a16="http://schemas.microsoft.com/office/drawing/2014/main" id="{053FFEDA-E57B-DF13-2394-A1514E15F85A}"/>
              </a:ext>
            </a:extLst>
          </p:cNvPr>
          <p:cNvSpPr>
            <a:spLocks noGrp="1"/>
          </p:cNvSpPr>
          <p:nvPr>
            <p:ph sz="quarter" idx="14" hasCustomPrompt="1"/>
          </p:nvPr>
        </p:nvSpPr>
        <p:spPr>
          <a:xfrm>
            <a:off x="731520" y="3531566"/>
            <a:ext cx="6383201" cy="1557567"/>
          </a:xfrm>
        </p:spPr>
        <p:txBody>
          <a:bodyPr rtlCol="0">
            <a:normAutofit/>
          </a:bodyPr>
          <a:lstStyle>
            <a:lvl1pPr marL="0" indent="0">
              <a:buNone/>
              <a:defRPr sz="2000">
                <a:solidFill>
                  <a:schemeClr val="tx2"/>
                </a:solidFill>
                <a:latin typeface="Meiryo UI" panose="020B0604030504040204" pitchFamily="34" charset="-128"/>
                <a:ea typeface="Meiryo UI" panose="020B0604030504040204" pitchFamily="34" charset="-128"/>
              </a:defRPr>
            </a:lvl1pPr>
            <a:lvl2pPr marL="228600" indent="0">
              <a:buNone/>
              <a:defRPr sz="2000">
                <a:solidFill>
                  <a:schemeClr val="tx2"/>
                </a:solidFill>
                <a:latin typeface="Meiryo UI" panose="020B0604030504040204" pitchFamily="34" charset="-128"/>
                <a:ea typeface="Meiryo UI" panose="020B0604030504040204" pitchFamily="34" charset="-128"/>
              </a:defRPr>
            </a:lvl2pPr>
            <a:lvl3pPr marL="457200" indent="0">
              <a:buNone/>
              <a:defRPr sz="2000">
                <a:solidFill>
                  <a:schemeClr val="tx2"/>
                </a:solidFill>
                <a:latin typeface="Meiryo UI" panose="020B0604030504040204" pitchFamily="34" charset="-128"/>
                <a:ea typeface="Meiryo UI" panose="020B0604030504040204" pitchFamily="34" charset="-128"/>
              </a:defRPr>
            </a:lvl3pPr>
            <a:lvl4pPr marL="685800" indent="0">
              <a:buNone/>
              <a:defRPr sz="2000">
                <a:solidFill>
                  <a:schemeClr val="tx2"/>
                </a:solidFill>
                <a:latin typeface="Meiryo UI" panose="020B0604030504040204" pitchFamily="34" charset="-128"/>
                <a:ea typeface="Meiryo UI" panose="020B0604030504040204" pitchFamily="34" charset="-128"/>
              </a:defRPr>
            </a:lvl4pPr>
            <a:lvl5pPr marL="914400" indent="0">
              <a:buNone/>
              <a:defRPr sz="2000">
                <a:solidFill>
                  <a:schemeClr val="tx2"/>
                </a:solidFill>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25" name="図プレースホルダー 18">
            <a:extLst>
              <a:ext uri="{FF2B5EF4-FFF2-40B4-BE49-F238E27FC236}">
                <a16:creationId xmlns:a16="http://schemas.microsoft.com/office/drawing/2014/main" id="{4935463D-B16B-B454-3DC3-3F0914867489}"/>
              </a:ext>
            </a:extLst>
          </p:cNvPr>
          <p:cNvSpPr>
            <a:spLocks noGrp="1"/>
          </p:cNvSpPr>
          <p:nvPr>
            <p:ph type="pic" sz="quarter" idx="15" hasCustomPrompt="1"/>
          </p:nvPr>
        </p:nvSpPr>
        <p:spPr>
          <a:xfrm>
            <a:off x="7924799" y="1655065"/>
            <a:ext cx="3640099" cy="3640098"/>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blipFill>
            <a:blip r:embed="rId2">
              <a:alphaModFix amt="60000"/>
            </a:blip>
            <a:stretch>
              <a:fillRect/>
            </a:stretch>
          </a:blipFill>
        </p:spPr>
        <p:txBody>
          <a:bodyPr wrap="square" tIns="914400" rtlCol="0" anchor="t">
            <a:normAutofit/>
          </a:bodyPr>
          <a:lstStyle>
            <a:lvl1pPr algn="ctr">
              <a:buNone/>
              <a:defRPr sz="1600" b="0" i="0">
                <a:solidFill>
                  <a:schemeClr val="tx1"/>
                </a:solidFill>
                <a:latin typeface="Meiryo UI" panose="020B0604030504040204" pitchFamily="34" charset="-128"/>
                <a:ea typeface="Meiryo UI" panose="020B0604030504040204" pitchFamily="34" charset="-128"/>
              </a:defRPr>
            </a:lvl1pPr>
          </a:lstStyle>
          <a:p>
            <a:pPr rtl="0"/>
            <a:r>
              <a:rPr lang="ja"/>
              <a:t>  </a:t>
            </a:r>
          </a:p>
        </p:txBody>
      </p:sp>
      <p:sp>
        <p:nvSpPr>
          <p:cNvPr id="13" name="スライド番号プレースホルダー 7">
            <a:extLst>
              <a:ext uri="{FF2B5EF4-FFF2-40B4-BE49-F238E27FC236}">
                <a16:creationId xmlns:a16="http://schemas.microsoft.com/office/drawing/2014/main" id="{2D4EE2D3-60C2-C211-D8EA-175E6CB964D8}"/>
              </a:ext>
            </a:extLst>
          </p:cNvPr>
          <p:cNvSpPr>
            <a:spLocks noGrp="1"/>
          </p:cNvSpPr>
          <p:nvPr>
            <p:ph type="sldNum" sz="quarter" idx="12"/>
          </p:nvPr>
        </p:nvSpPr>
        <p:spPr>
          <a:xfrm>
            <a:off x="533400" y="6343955"/>
            <a:ext cx="609600" cy="365125"/>
          </a:xfrm>
        </p:spPr>
        <p:txBody>
          <a:bodyPr rtlCol="0"/>
          <a:lstStyle>
            <a:lvl1pPr>
              <a:defRPr>
                <a:solidFill>
                  <a:schemeClr val="tx1"/>
                </a:solidFill>
              </a:defRPr>
            </a:lvl1pPr>
          </a:lstStyle>
          <a:p>
            <a:pPr rtl="0"/>
            <a:fld id="{AEAA3239-9EA4-4A65-A281-97F994456D9F}" type="slidenum">
              <a:rPr lang="en-US" smtClean="0"/>
              <a:pPr/>
              <a:t>‹#›</a:t>
            </a:fld>
            <a:endParaRPr lang="en-US"/>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solidFill>
                  <a:schemeClr val="tx1"/>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lvl1pPr>
              <a:defRPr>
                <a:solidFill>
                  <a:schemeClr val="tx1"/>
                </a:solidFill>
              </a:defRPr>
            </a:lvl1pPr>
          </a:lstStyle>
          <a:p>
            <a:pPr rtl="0"/>
            <a:r>
              <a:rPr lang="en-US" altLang="ja-JP"/>
              <a:t>9/17/2025</a:t>
            </a:r>
            <a:endParaRPr lang="en-US"/>
          </a:p>
        </p:txBody>
      </p:sp>
      <p:grpSp>
        <p:nvGrpSpPr>
          <p:cNvPr id="26" name="グループ 25">
            <a:extLst>
              <a:ext uri="{FF2B5EF4-FFF2-40B4-BE49-F238E27FC236}">
                <a16:creationId xmlns:a16="http://schemas.microsoft.com/office/drawing/2014/main" id="{F6EF1236-1402-EBC8-76E5-F7F39A7ACF55}"/>
              </a:ext>
            </a:extLst>
          </p:cNvPr>
          <p:cNvGrpSpPr/>
          <p:nvPr userDrawn="1"/>
        </p:nvGrpSpPr>
        <p:grpSpPr>
          <a:xfrm>
            <a:off x="8388140" y="1691849"/>
            <a:ext cx="3194260" cy="3561889"/>
            <a:chOff x="8176980" y="837879"/>
            <a:chExt cx="3253820" cy="3628304"/>
          </a:xfrm>
        </p:grpSpPr>
        <p:sp>
          <p:nvSpPr>
            <p:cNvPr id="27" name="グラフィック 12">
              <a:extLst>
                <a:ext uri="{FF2B5EF4-FFF2-40B4-BE49-F238E27FC236}">
                  <a16:creationId xmlns:a16="http://schemas.microsoft.com/office/drawing/2014/main" id="{4474C7D0-F564-35BA-EC45-EF0D41EFCEE5}"/>
                </a:ext>
                <a:ext uri="{C183D7F6-B498-43B3-948B-1728B52AA6E4}">
                  <adec:decorative xmlns:adec="http://schemas.microsoft.com/office/drawing/2017/decorative" val="1"/>
                </a:ext>
              </a:extLst>
            </p:cNvPr>
            <p:cNvSpPr/>
            <p:nvPr userDrawn="1"/>
          </p:nvSpPr>
          <p:spPr>
            <a:xfrm>
              <a:off x="11339662" y="106717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tx1"/>
            </a:solidFill>
            <a:ln w="422" cap="flat">
              <a:noFill/>
              <a:prstDash val="solid"/>
              <a:miter/>
            </a:ln>
          </p:spPr>
          <p:txBody>
            <a:bodyPr rtlCol="0" anchor="ctr"/>
            <a:lstStyle/>
            <a:p>
              <a:pPr rtl="0"/>
              <a:endParaRPr lang="en-US">
                <a:solidFill>
                  <a:schemeClr val="bg1"/>
                </a:solidFill>
              </a:endParaRPr>
            </a:p>
          </p:txBody>
        </p:sp>
        <p:sp>
          <p:nvSpPr>
            <p:cNvPr id="28" name="グラフィック 13">
              <a:extLst>
                <a:ext uri="{FF2B5EF4-FFF2-40B4-BE49-F238E27FC236}">
                  <a16:creationId xmlns:a16="http://schemas.microsoft.com/office/drawing/2014/main" id="{2492F345-45E5-E870-28A0-7AF744060470}"/>
                </a:ext>
                <a:ext uri="{C183D7F6-B498-43B3-948B-1728B52AA6E4}">
                  <adec:decorative xmlns:adec="http://schemas.microsoft.com/office/drawing/2017/decorative" val="1"/>
                </a:ext>
              </a:extLst>
            </p:cNvPr>
            <p:cNvSpPr/>
            <p:nvPr userDrawn="1"/>
          </p:nvSpPr>
          <p:spPr>
            <a:xfrm>
              <a:off x="10980882" y="83787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tx1"/>
            </a:solidFill>
            <a:ln w="603" cap="flat">
              <a:noFill/>
              <a:prstDash val="solid"/>
              <a:miter/>
            </a:ln>
          </p:spPr>
          <p:txBody>
            <a:bodyPr rtlCol="0" anchor="ctr"/>
            <a:lstStyle/>
            <a:p>
              <a:pPr rtl="0"/>
              <a:endParaRPr lang="en-US">
                <a:solidFill>
                  <a:schemeClr val="bg1"/>
                </a:solidFill>
              </a:endParaRPr>
            </a:p>
          </p:txBody>
        </p:sp>
        <p:sp>
          <p:nvSpPr>
            <p:cNvPr id="29" name="グラフィック 15">
              <a:extLst>
                <a:ext uri="{FF2B5EF4-FFF2-40B4-BE49-F238E27FC236}">
                  <a16:creationId xmlns:a16="http://schemas.microsoft.com/office/drawing/2014/main" id="{8868799D-9F7D-A469-E759-94A78C8F16E0}"/>
                </a:ext>
                <a:ext uri="{C183D7F6-B498-43B3-948B-1728B52AA6E4}">
                  <adec:decorative xmlns:adec="http://schemas.microsoft.com/office/drawing/2017/decorative" val="1"/>
                </a:ext>
              </a:extLst>
            </p:cNvPr>
            <p:cNvSpPr/>
            <p:nvPr userDrawn="1"/>
          </p:nvSpPr>
          <p:spPr>
            <a:xfrm>
              <a:off x="8176980" y="4338469"/>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tx1"/>
            </a:solidFill>
            <a:ln w="610" cap="flat">
              <a:noFill/>
              <a:prstDash val="solid"/>
              <a:miter/>
            </a:ln>
          </p:spPr>
          <p:txBody>
            <a:bodyPr rtlCol="0" anchor="ctr"/>
            <a:lstStyle/>
            <a:p>
              <a:pPr rtl="0"/>
              <a:endParaRPr lang="en-US">
                <a:solidFill>
                  <a:schemeClr val="bg1"/>
                </a:solidFill>
              </a:endParaRPr>
            </a:p>
          </p:txBody>
        </p:sp>
      </p:grpSp>
    </p:spTree>
    <p:extLst>
      <p:ext uri="{BB962C8B-B14F-4D97-AF65-F5344CB8AC3E}">
        <p14:creationId xmlns:p14="http://schemas.microsoft.com/office/powerpoint/2010/main" val="2359127050"/>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5A37DD7-6D35-4B16-AB54-55DAC094618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22BD44C-4D9C-4831-BC01-9A0D4F5B9F1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スライド番号プレースホルダー 13">
            <a:extLst>
              <a:ext uri="{FF2B5EF4-FFF2-40B4-BE49-F238E27FC236}">
                <a16:creationId xmlns:a16="http://schemas.microsoft.com/office/drawing/2014/main" id="{1478B816-943A-4E85-B21B-746FBCB4EBAD}"/>
              </a:ext>
            </a:extLst>
          </p:cNvPr>
          <p:cNvSpPr>
            <a:spLocks noGrp="1"/>
          </p:cNvSpPr>
          <p:nvPr>
            <p:ph type="sldNum" sz="quarter" idx="10"/>
          </p:nvPr>
        </p:nvSpPr>
        <p:spPr/>
        <p:txBody>
          <a:bodyPr/>
          <a:lstStyle/>
          <a:p>
            <a:fld id="{31D8B2CA-0216-482D-9F43-5479A975FC55}" type="slidenum">
              <a:rPr lang="ja-JP" altLang="en-US" smtClean="0"/>
              <a:pPr/>
              <a:t>‹#›</a:t>
            </a:fld>
            <a:endParaRPr lang="ja-JP" altLang="en-US"/>
          </a:p>
        </p:txBody>
      </p:sp>
      <p:sp>
        <p:nvSpPr>
          <p:cNvPr id="15" name="正方形/長方形 14">
            <a:extLst>
              <a:ext uri="{FF2B5EF4-FFF2-40B4-BE49-F238E27FC236}">
                <a16:creationId xmlns:a16="http://schemas.microsoft.com/office/drawing/2014/main" id="{4826F8AE-46DD-40BC-AB5B-66AA920D29C2}"/>
              </a:ext>
            </a:extLst>
          </p:cNvPr>
          <p:cNvSpPr/>
          <p:nvPr userDrawn="1"/>
        </p:nvSpPr>
        <p:spPr>
          <a:xfrm>
            <a:off x="360000" y="1"/>
            <a:ext cx="72000" cy="684000"/>
          </a:xfrm>
          <a:prstGeom prst="rect">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22438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タイトル スライド">
    <p:spTree>
      <p:nvGrpSpPr>
        <p:cNvPr id="1" name=""/>
        <p:cNvGrpSpPr/>
        <p:nvPr/>
      </p:nvGrpSpPr>
      <p:grpSpPr>
        <a:xfrm>
          <a:off x="0" y="0"/>
          <a:ext cx="0" cy="0"/>
          <a:chOff x="0" y="0"/>
          <a:chExt cx="0" cy="0"/>
        </a:xfrm>
      </p:grpSpPr>
      <p:sp>
        <p:nvSpPr>
          <p:cNvPr id="6" name="スライド番号プレースホルダー 5">
            <a:extLst>
              <a:ext uri="{FF2B5EF4-FFF2-40B4-BE49-F238E27FC236}">
                <a16:creationId xmlns:a16="http://schemas.microsoft.com/office/drawing/2014/main" id="{5FF887F1-8E02-4C76-8A8A-40DAB315BA8F}"/>
              </a:ext>
            </a:extLst>
          </p:cNvPr>
          <p:cNvSpPr>
            <a:spLocks noGrp="1"/>
          </p:cNvSpPr>
          <p:nvPr>
            <p:ph type="sldNum" sz="quarter" idx="12"/>
          </p:nvPr>
        </p:nvSpPr>
        <p:spPr/>
        <p:txBody>
          <a:bodyPr/>
          <a:lstStyle/>
          <a:p>
            <a:fld id="{31D8B2CA-0216-482D-9F43-5479A975FC55}" type="slidenum">
              <a:rPr kumimoji="1" lang="ja-JP" altLang="en-US" smtClean="0"/>
              <a:t>‹#›</a:t>
            </a:fld>
            <a:endParaRPr kumimoji="1" lang="ja-JP" altLang="en-US"/>
          </a:p>
        </p:txBody>
      </p:sp>
    </p:spTree>
    <p:extLst>
      <p:ext uri="{BB962C8B-B14F-4D97-AF65-F5344CB8AC3E}">
        <p14:creationId xmlns:p14="http://schemas.microsoft.com/office/powerpoint/2010/main" val="158321243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引用文">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823376"/>
            <a:ext cx="9198864" cy="2875175"/>
          </a:xfrm>
        </p:spPr>
        <p:txBody>
          <a:bodyPr rtlCol="0" anchor="ctr">
            <a:normAutofit/>
          </a:bodyPr>
          <a:lstStyle>
            <a:lvl1pPr marL="137160" indent="-137160">
              <a:defRPr sz="4400">
                <a:latin typeface="Meiryo UI" panose="020B0604030504040204" pitchFamily="34" charset="-128"/>
                <a:ea typeface="Meiryo UI" panose="020B0604030504040204" pitchFamily="34" charset="-128"/>
              </a:defRPr>
            </a:lvl1pPr>
          </a:lstStyle>
          <a:p>
            <a:pPr rtl="0"/>
            <a:r>
              <a:rPr lang="ja"/>
              <a:t>クリックして引用文を編集</a:t>
            </a:r>
          </a:p>
        </p:txBody>
      </p:sp>
      <p:sp>
        <p:nvSpPr>
          <p:cNvPr id="3" name="日付プレースホルダー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p>
            <a:pPr rtl="0"/>
            <a:r>
              <a:rPr lang="en-US"/>
              <a:t>2025 年 2 月 20 日</a:t>
            </a:r>
          </a:p>
        </p:txBody>
      </p:sp>
      <p:sp>
        <p:nvSpPr>
          <p:cNvPr id="4" name="フッター プレースホルダー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5" name="スライド番号プレースホルダー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p>
            <a:pPr rtl="0"/>
            <a:fld id="{CC057153-B650-4DEB-B370-79DDCFDCE934}" type="slidenum">
              <a:rPr lang="en-US" smtClean="0"/>
              <a:pPr/>
              <a:t>‹#›</a:t>
            </a:fld>
            <a:endParaRPr lang="en-US"/>
          </a:p>
        </p:txBody>
      </p:sp>
      <p:sp>
        <p:nvSpPr>
          <p:cNvPr id="7" name="コンテンツ プレースホルダー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636776" y="5276088"/>
            <a:ext cx="9061704" cy="466344"/>
          </a:xfrm>
        </p:spPr>
        <p:txBody>
          <a:bodyPr rtlCol="0">
            <a:normAutofit/>
          </a:bodyPr>
          <a:lstStyle>
            <a:lvl1pPr marL="0" indent="0">
              <a:buNone/>
              <a:defRPr sz="2200" b="1">
                <a:solidFill>
                  <a:schemeClr val="tx2">
                    <a:lumMod val="75000"/>
                    <a:lumOff val="25000"/>
                  </a:schemeClr>
                </a:solidFill>
                <a:latin typeface="Meiryo UI" panose="020B0604030504040204" pitchFamily="34" charset="-128"/>
                <a:ea typeface="Meiryo UI" panose="020B0604030504040204" pitchFamily="34" charset="-128"/>
              </a:defRPr>
            </a:lvl1pPr>
            <a:lvl2pPr marL="228600" indent="0">
              <a:buNone/>
              <a:defRPr sz="2000" b="1">
                <a:solidFill>
                  <a:schemeClr val="tx2">
                    <a:lumMod val="75000"/>
                    <a:lumOff val="25000"/>
                  </a:schemeClr>
                </a:solidFill>
                <a:latin typeface="Meiryo UI" panose="020B0604030504040204" pitchFamily="34" charset="-128"/>
                <a:ea typeface="Meiryo UI" panose="020B0604030504040204" pitchFamily="34" charset="-128"/>
              </a:defRPr>
            </a:lvl2pPr>
            <a:lvl3pPr marL="457200" indent="0">
              <a:buNone/>
              <a:defRPr sz="1800" b="1">
                <a:solidFill>
                  <a:schemeClr val="tx2">
                    <a:lumMod val="75000"/>
                    <a:lumOff val="25000"/>
                  </a:schemeClr>
                </a:solidFill>
                <a:latin typeface="Meiryo UI" panose="020B0604030504040204" pitchFamily="34" charset="-128"/>
                <a:ea typeface="Meiryo UI" panose="020B0604030504040204" pitchFamily="34" charset="-128"/>
              </a:defRPr>
            </a:lvl3pPr>
            <a:lvl4pPr marL="685800" indent="0">
              <a:buNone/>
              <a:defRPr sz="1600" b="1">
                <a:solidFill>
                  <a:schemeClr val="tx2">
                    <a:lumMod val="75000"/>
                    <a:lumOff val="25000"/>
                  </a:schemeClr>
                </a:solidFill>
                <a:latin typeface="Meiryo UI" panose="020B0604030504040204" pitchFamily="34" charset="-128"/>
                <a:ea typeface="Meiryo UI" panose="020B0604030504040204" pitchFamily="34" charset="-128"/>
              </a:defRPr>
            </a:lvl4pPr>
            <a:lvl5pPr marL="914400" indent="0">
              <a:buNone/>
              <a:defRPr sz="1400" b="1">
                <a:solidFill>
                  <a:schemeClr val="tx2">
                    <a:lumMod val="75000"/>
                    <a:lumOff val="25000"/>
                  </a:schemeClr>
                </a:solidFill>
                <a:latin typeface="Meiryo UI" panose="020B0604030504040204" pitchFamily="34" charset="-128"/>
                <a:ea typeface="Meiryo UI" panose="020B0604030504040204" pitchFamily="34" charset="-128"/>
              </a:defRPr>
            </a:lvl5pPr>
          </a:lstStyle>
          <a:p>
            <a:pPr lvl="0" rtl="0"/>
            <a:r>
              <a:rPr lang="ja"/>
              <a:t>引用文作成者</a:t>
            </a:r>
          </a:p>
          <a:p>
            <a:pPr lvl="1" rtl="0"/>
            <a:r>
              <a:rPr lang="ja"/>
              <a:t>第 2 レベル</a:t>
            </a:r>
          </a:p>
          <a:p>
            <a:pPr lvl="2" rtl="0"/>
            <a:r>
              <a:rPr lang="ja"/>
              <a:t>第 3 レベル</a:t>
            </a:r>
          </a:p>
          <a:p>
            <a:pPr lvl="3" rtl="0"/>
            <a:r>
              <a:rPr lang="ja"/>
              <a:t>第 4 レベル</a:t>
            </a:r>
          </a:p>
          <a:p>
            <a:pPr lvl="4" rtl="0"/>
            <a:r>
              <a:rPr lang="ja"/>
              <a:t>第 5 レベル</a:t>
            </a:r>
          </a:p>
        </p:txBody>
      </p:sp>
    </p:spTree>
    <p:extLst>
      <p:ext uri="{BB962C8B-B14F-4D97-AF65-F5344CB8AC3E}">
        <p14:creationId xmlns:p14="http://schemas.microsoft.com/office/powerpoint/2010/main" val="330440355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cSld name="コンテンツの写真 16">
    <p:spTree>
      <p:nvGrpSpPr>
        <p:cNvPr id="1" name=""/>
        <p:cNvGrpSpPr/>
        <p:nvPr/>
      </p:nvGrpSpPr>
      <p:grpSpPr>
        <a:xfrm>
          <a:off x="0" y="0"/>
          <a:ext cx="0" cy="0"/>
          <a:chOff x="0" y="0"/>
          <a:chExt cx="0" cy="0"/>
        </a:xfrm>
      </p:grpSpPr>
      <p:sp>
        <p:nvSpPr>
          <p:cNvPr id="5" name="日付プレースホルダー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2025 年 2 月 24 日</a:t>
            </a:r>
          </a:p>
        </p:txBody>
      </p:sp>
      <p:sp>
        <p:nvSpPr>
          <p:cNvPr id="6" name="フッター プレースホルダー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7" name="スライド番号プレースホルダー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cxnSp>
        <p:nvCxnSpPr>
          <p:cNvPr id="3" name="直線​​コネクタ(S) 2">
            <a:extLst>
              <a:ext uri="{FF2B5EF4-FFF2-40B4-BE49-F238E27FC236}">
                <a16:creationId xmlns:a16="http://schemas.microsoft.com/office/drawing/2014/main" id="{9489BE89-EA6C-3872-3192-502F1D8DD38A}"/>
              </a:ext>
              <a:ext uri="{C183D7F6-B498-43B3-948B-1728B52AA6E4}">
                <adec:decorative xmlns:adec="http://schemas.microsoft.com/office/drawing/2017/decorative" val="1"/>
              </a:ext>
            </a:extLst>
          </p:cNvPr>
          <p:cNvCxnSpPr>
            <a:cxnSpLocks/>
          </p:cNvCxnSpPr>
          <p:nvPr userDrawn="1"/>
        </p:nvCxnSpPr>
        <p:spPr>
          <a:xfrm>
            <a:off x="0" y="649224"/>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図プレースホルダー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088136" y="2290890"/>
            <a:ext cx="4672584" cy="4041648"/>
          </a:xfrm>
          <a:blipFill>
            <a:blip r:embed="rId2">
              <a:alphaModFix amt="80000"/>
            </a:blip>
            <a:stretch>
              <a:fillRect/>
            </a:stretch>
          </a:blipFill>
        </p:spPr>
        <p:txBody>
          <a:bodyPr rtlCol="0">
            <a:normAutofit/>
          </a:bodyPr>
          <a:lstStyle>
            <a:lvl1pPr>
              <a:defRPr>
                <a:latin typeface="Meiryo UI" panose="020B0604030504040204" pitchFamily="34" charset="-128"/>
                <a:ea typeface="Meiryo UI" panose="020B0604030504040204" pitchFamily="34" charset="-128"/>
              </a:defRPr>
            </a:lvl1pPr>
          </a:lstStyle>
          <a:p>
            <a:pPr rtl="0"/>
            <a:r>
              <a:rPr lang="ja"/>
              <a:t>アイコンをクリックして画像を追加</a:t>
            </a:r>
          </a:p>
        </p:txBody>
      </p:sp>
      <p:sp>
        <p:nvSpPr>
          <p:cNvPr id="8" name="コンテンツ プレースホルダー 7">
            <a:extLst>
              <a:ext uri="{FF2B5EF4-FFF2-40B4-BE49-F238E27FC236}">
                <a16:creationId xmlns:a16="http://schemas.microsoft.com/office/drawing/2014/main" id="{8BAC3300-BF12-B200-9F06-8D5AC45CB7EF}"/>
              </a:ext>
            </a:extLst>
          </p:cNvPr>
          <p:cNvSpPr>
            <a:spLocks noGrp="1"/>
          </p:cNvSpPr>
          <p:nvPr>
            <p:ph sz="quarter" idx="14" hasCustomPrompt="1"/>
          </p:nvPr>
        </p:nvSpPr>
        <p:spPr>
          <a:xfrm>
            <a:off x="6096000" y="549275"/>
            <a:ext cx="5585925" cy="5783263"/>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2" name="タイトル 1">
            <a:extLst>
              <a:ext uri="{FF2B5EF4-FFF2-40B4-BE49-F238E27FC236}">
                <a16:creationId xmlns:a16="http://schemas.microsoft.com/office/drawing/2014/main" id="{FAF3BB49-A328-F121-7F27-DEB7C3CC2B0F}"/>
              </a:ext>
            </a:extLst>
          </p:cNvPr>
          <p:cNvSpPr>
            <a:spLocks noGrp="1"/>
          </p:cNvSpPr>
          <p:nvPr>
            <p:ph type="title" hasCustomPrompt="1"/>
          </p:nvPr>
        </p:nvSpPr>
        <p:spPr>
          <a:xfrm>
            <a:off x="1088136" y="548639"/>
            <a:ext cx="4672584" cy="1453896"/>
          </a:xfrm>
        </p:spPr>
        <p:txBody>
          <a:bodyPr rtlCol="0">
            <a:normAutofit/>
          </a:bodyPr>
          <a:lstStyle>
            <a:lvl1pPr>
              <a:defRPr sz="4000">
                <a:latin typeface="Meiryo UI" panose="020B0604030504040204" pitchFamily="34" charset="-128"/>
                <a:ea typeface="Meiryo UI" panose="020B0604030504040204" pitchFamily="34" charset="-128"/>
              </a:defRPr>
            </a:lvl1pPr>
          </a:lstStyle>
          <a:p>
            <a:pPr rtl="0"/>
            <a:r>
              <a:rPr lang="ja"/>
              <a:t>マスター タイトルの書式設定</a:t>
            </a:r>
            <a:endParaRPr lang="en-US"/>
          </a:p>
        </p:txBody>
      </p:sp>
    </p:spTree>
    <p:extLst>
      <p:ext uri="{BB962C8B-B14F-4D97-AF65-F5344CB8AC3E}">
        <p14:creationId xmlns:p14="http://schemas.microsoft.com/office/powerpoint/2010/main" val="266770704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userDrawn="1">
  <p:cSld name="最終 スライ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グラフィックス 11">
            <a:extLst>
              <a:ext uri="{FF2B5EF4-FFF2-40B4-BE49-F238E27FC236}">
                <a16:creationId xmlns:a16="http://schemas.microsoft.com/office/drawing/2014/main" id="{7C02D76C-9E41-4667-9123-75B3515D1C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250231" y="5899185"/>
            <a:ext cx="1691537" cy="367242"/>
          </a:xfrm>
          <a:prstGeom prst="rect">
            <a:avLst/>
          </a:prstGeom>
        </p:spPr>
      </p:pic>
      <p:sp>
        <p:nvSpPr>
          <p:cNvPr id="6" name="テキスト ボックス 5">
            <a:extLst>
              <a:ext uri="{FF2B5EF4-FFF2-40B4-BE49-F238E27FC236}">
                <a16:creationId xmlns:a16="http://schemas.microsoft.com/office/drawing/2014/main" id="{EDAA5D34-0DC1-4A9D-81DF-25B84B42CF63}"/>
              </a:ext>
            </a:extLst>
          </p:cNvPr>
          <p:cNvSpPr txBox="1"/>
          <p:nvPr userDrawn="1"/>
        </p:nvSpPr>
        <p:spPr>
          <a:xfrm>
            <a:off x="741870" y="4767943"/>
            <a:ext cx="10708260" cy="661720"/>
          </a:xfrm>
          <a:prstGeom prst="rect">
            <a:avLst/>
          </a:prstGeom>
        </p:spPr>
        <p:txBody>
          <a:bodyPr vert="horz" lIns="91440" tIns="45720" rIns="91440" bIns="45720" rtlCol="0" anchor="ctr" anchorCtr="0">
            <a:normAutofit/>
          </a:bodyPr>
          <a:lstStyle>
            <a:lvl1pPr algn="ctr">
              <a:lnSpc>
                <a:spcPct val="90000"/>
              </a:lnSpc>
              <a:spcBef>
                <a:spcPct val="0"/>
              </a:spcBef>
              <a:buNone/>
              <a:defRPr sz="4000" b="1">
                <a:solidFill>
                  <a:schemeClr val="bg1"/>
                </a:solidFill>
                <a:latin typeface="+mj-lt"/>
                <a:ea typeface="+mj-ea"/>
                <a:cs typeface="+mj-cs"/>
              </a:defRPr>
            </a:lvl1pPr>
          </a:lstStyle>
          <a:p>
            <a:pPr lvl="0"/>
            <a:r>
              <a:rPr lang="en-US" altLang="ja-JP"/>
              <a:t>Thank you!</a:t>
            </a:r>
            <a:endParaRPr lang="ja-JP" altLang="en-US"/>
          </a:p>
        </p:txBody>
      </p:sp>
    </p:spTree>
    <p:extLst>
      <p:ext uri="{BB962C8B-B14F-4D97-AF65-F5344CB8AC3E}">
        <p14:creationId xmlns:p14="http://schemas.microsoft.com/office/powerpoint/2010/main" val="375139631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3995753E-AF8A-7E04-8A1A-205B755A0215}"/>
              </a:ext>
            </a:extLst>
          </p:cNvPr>
          <p:cNvSpPr>
            <a:spLocks noGrp="1"/>
          </p:cNvSpPr>
          <p:nvPr>
            <p:ph type="dt" sz="half" idx="2"/>
          </p:nvPr>
        </p:nvSpPr>
        <p:spPr>
          <a:xfrm>
            <a:off x="9379756" y="6343955"/>
            <a:ext cx="2202644" cy="365125"/>
          </a:xfrm>
          <a:prstGeom prst="rect">
            <a:avLst/>
          </a:prstGeom>
        </p:spPr>
        <p:txBody>
          <a:bodyPr vert="horz" lIns="91440" tIns="45720" rIns="91440" bIns="45720" rtlCol="0" anchor="ctr"/>
          <a:lstStyle>
            <a:lvl1pPr algn="r" rtl="0">
              <a:defRPr sz="1000" b="0" i="0">
                <a:solidFill>
                  <a:schemeClr val="bg1">
                    <a:lumMod val="65000"/>
                  </a:schemeClr>
                </a:solidFill>
                <a:latin typeface="+mn-lt"/>
              </a:defRPr>
            </a:lvl1pPr>
          </a:lstStyle>
          <a:p>
            <a:pPr rtl="0"/>
            <a:r>
              <a:rPr lang="en-US" altLang="ja-JP"/>
              <a:t>9/17/2025</a:t>
            </a:r>
            <a:endParaRPr lang="en-US"/>
          </a:p>
        </p:txBody>
      </p:sp>
      <p:sp>
        <p:nvSpPr>
          <p:cNvPr id="5" name="フッター プレースホルダー 4">
            <a:extLst>
              <a:ext uri="{FF2B5EF4-FFF2-40B4-BE49-F238E27FC236}">
                <a16:creationId xmlns:a16="http://schemas.microsoft.com/office/drawing/2014/main" id="{D4E1B7C8-DA74-800B-EE14-A39E9DB32DE4}"/>
              </a:ext>
            </a:extLst>
          </p:cNvPr>
          <p:cNvSpPr>
            <a:spLocks noGrp="1"/>
          </p:cNvSpPr>
          <p:nvPr>
            <p:ph type="ftr" sz="quarter" idx="3"/>
          </p:nvPr>
        </p:nvSpPr>
        <p:spPr>
          <a:xfrm>
            <a:off x="1524000" y="6343955"/>
            <a:ext cx="2805405" cy="365125"/>
          </a:xfrm>
          <a:prstGeom prst="rect">
            <a:avLst/>
          </a:prstGeom>
        </p:spPr>
        <p:txBody>
          <a:bodyPr vert="horz" lIns="91440" tIns="45720" rIns="91440" bIns="45720" rtlCol="0" anchor="ctr">
            <a:normAutofit/>
          </a:bodyPr>
          <a:lstStyle>
            <a:lvl1pPr algn="l" rtl="0">
              <a:defRPr sz="1000" b="0" i="0">
                <a:solidFill>
                  <a:schemeClr val="bg1">
                    <a:lumMod val="65000"/>
                  </a:schemeClr>
                </a:solidFill>
                <a:latin typeface="Meiryo UI" panose="020B0604030504040204" pitchFamily="34" charset="-128"/>
                <a:ea typeface="Meiryo UI" panose="020B0604030504040204" pitchFamily="34" charset="-128"/>
              </a:defRPr>
            </a:lvl1pPr>
          </a:lstStyle>
          <a:p>
            <a:r>
              <a:rPr lang="ja"/>
              <a:t>サンプル フッター テキスト</a:t>
            </a:r>
          </a:p>
        </p:txBody>
      </p:sp>
      <p:sp>
        <p:nvSpPr>
          <p:cNvPr id="6" name="スライド番号プレースホルダー 5">
            <a:extLst>
              <a:ext uri="{FF2B5EF4-FFF2-40B4-BE49-F238E27FC236}">
                <a16:creationId xmlns:a16="http://schemas.microsoft.com/office/drawing/2014/main" id="{7AC1647D-0DF0-CA1B-F723-EF7B8F508DB7}"/>
              </a:ext>
            </a:extLst>
          </p:cNvPr>
          <p:cNvSpPr>
            <a:spLocks noGrp="1"/>
          </p:cNvSpPr>
          <p:nvPr>
            <p:ph type="sldNum" sz="quarter" idx="4"/>
          </p:nvPr>
        </p:nvSpPr>
        <p:spPr>
          <a:xfrm>
            <a:off x="533400" y="685801"/>
            <a:ext cx="609600" cy="365125"/>
          </a:xfrm>
          <a:prstGeom prst="rect">
            <a:avLst/>
          </a:prstGeom>
        </p:spPr>
        <p:txBody>
          <a:bodyPr vert="horz" lIns="91440" tIns="45720" rIns="91440" bIns="45720" rtlCol="0" anchor="ctr"/>
          <a:lstStyle>
            <a:lvl1pPr algn="l" rtl="0">
              <a:defRPr sz="1800" b="1" i="0">
                <a:solidFill>
                  <a:schemeClr val="accent2"/>
                </a:solidFill>
                <a:latin typeface="+mn-lt"/>
              </a:defRPr>
            </a:lvl1pPr>
          </a:lstStyle>
          <a:p>
            <a:pPr rtl="0"/>
            <a:fld id="{AEAA3239-9EA4-4A65-A281-97F994456D9F}" type="slidenum">
              <a:rPr lang="en-US" smtClean="0"/>
              <a:pPr/>
              <a:t>‹#›</a:t>
            </a:fld>
            <a:endParaRPr lang="en-US"/>
          </a:p>
        </p:txBody>
      </p:sp>
      <p:sp>
        <p:nvSpPr>
          <p:cNvPr id="3" name="テキスト プレースホルダー 2">
            <a:extLst>
              <a:ext uri="{FF2B5EF4-FFF2-40B4-BE49-F238E27FC236}">
                <a16:creationId xmlns:a16="http://schemas.microsoft.com/office/drawing/2014/main" id="{5516AFD5-5144-C460-0CA4-644BC4A93C02}"/>
              </a:ext>
            </a:extLst>
          </p:cNvPr>
          <p:cNvSpPr>
            <a:spLocks noGrp="1"/>
          </p:cNvSpPr>
          <p:nvPr>
            <p:ph type="body" idx="1"/>
          </p:nvPr>
        </p:nvSpPr>
        <p:spPr>
          <a:xfrm>
            <a:off x="1524000" y="1833296"/>
            <a:ext cx="10058400" cy="4338903"/>
          </a:xfrm>
          <a:prstGeom prst="rect">
            <a:avLst/>
          </a:prstGeom>
        </p:spPr>
        <p:txBody>
          <a:bodyPr vert="horz" lIns="91440" tIns="45720" rIns="91440" bIns="45720" rtlCol="0">
            <a:normAutofit/>
          </a:body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2" name="タイトル プレースホルダー 1">
            <a:extLst>
              <a:ext uri="{FF2B5EF4-FFF2-40B4-BE49-F238E27FC236}">
                <a16:creationId xmlns:a16="http://schemas.microsoft.com/office/drawing/2014/main" id="{475BFB69-9245-EC58-F1DE-FEB625BD336A}"/>
              </a:ext>
            </a:extLst>
          </p:cNvPr>
          <p:cNvSpPr>
            <a:spLocks noGrp="1"/>
          </p:cNvSpPr>
          <p:nvPr>
            <p:ph type="title"/>
          </p:nvPr>
        </p:nvSpPr>
        <p:spPr>
          <a:xfrm>
            <a:off x="1524000" y="731520"/>
            <a:ext cx="10058400" cy="1004732"/>
          </a:xfrm>
          <a:prstGeom prst="rect">
            <a:avLst/>
          </a:prstGeom>
        </p:spPr>
        <p:txBody>
          <a:bodyPr vert="horz" lIns="91440" tIns="45720" rIns="91440" bIns="45720" rtlCol="0" anchor="b">
            <a:normAutofit/>
          </a:bodyPr>
          <a:lstStyle/>
          <a:p>
            <a:pPr rtl="0"/>
            <a:r>
              <a:rPr lang="ja"/>
              <a:t>マスター タイトルの書式設定</a:t>
            </a:r>
          </a:p>
        </p:txBody>
      </p:sp>
    </p:spTree>
    <p:extLst>
      <p:ext uri="{BB962C8B-B14F-4D97-AF65-F5344CB8AC3E}">
        <p14:creationId xmlns:p14="http://schemas.microsoft.com/office/powerpoint/2010/main" val="3335085557"/>
      </p:ext>
    </p:extLst>
  </p:cSld>
  <p:clrMap bg1="lt1" tx1="dk1" bg2="lt2" tx2="dk2" accent1="accent1" accent2="accent2" accent3="accent3" accent4="accent4" accent5="accent5" accent6="accent6" hlink="hlink" folHlink="folHlink"/>
  <p:sldLayoutIdLst>
    <p:sldLayoutId id="2147483899" r:id="rId1"/>
    <p:sldLayoutId id="2147483894" r:id="rId2"/>
    <p:sldLayoutId id="2147483898" r:id="rId3"/>
    <p:sldLayoutId id="2147483900" r:id="rId4"/>
    <p:sldLayoutId id="2147483893" r:id="rId5"/>
    <p:sldLayoutId id="2147483895" r:id="rId6"/>
    <p:sldLayoutId id="2147483896" r:id="rId7"/>
    <p:sldLayoutId id="2147483897" r:id="rId8"/>
    <p:sldLayoutId id="2147483901" r:id="rId9"/>
    <p:sldLayoutId id="2147483902" r:id="rId10"/>
    <p:sldLayoutId id="2147483903" r:id="rId11"/>
    <p:sldLayoutId id="2147483904" r:id="rId12"/>
    <p:sldLayoutId id="2147483905" r:id="rId13"/>
    <p:sldLayoutId id="2147483906" r:id="rId14"/>
    <p:sldLayoutId id="2147483907" r:id="rId15"/>
    <p:sldLayoutId id="2147483908" r:id="rId16"/>
    <p:sldLayoutId id="2147483909" r:id="rId17"/>
    <p:sldLayoutId id="2147483910" r:id="rId18"/>
    <p:sldLayoutId id="2147483911" r:id="rId19"/>
    <p:sldLayoutId id="2147483912" r:id="rId20"/>
    <p:sldLayoutId id="2147483913" r:id="rId21"/>
    <p:sldLayoutId id="2147483914" r:id="rId22"/>
    <p:sldLayoutId id="2147483915" r:id="rId23"/>
    <p:sldLayoutId id="2147483916" r:id="rId24"/>
    <p:sldLayoutId id="2147483917" r:id="rId25"/>
    <p:sldLayoutId id="2147483918" r:id="rId26"/>
    <p:sldLayoutId id="2147483919" r:id="rId27"/>
    <p:sldLayoutId id="2147483920" r:id="rId28"/>
    <p:sldLayoutId id="2147483921" r:id="rId29"/>
    <p:sldLayoutId id="2147483922" r:id="rId30"/>
    <p:sldLayoutId id="2147483923" r:id="rId31"/>
    <p:sldLayoutId id="2147483924" r:id="rId32"/>
    <p:sldLayoutId id="2147483925" r:id="rId33"/>
    <p:sldLayoutId id="2147483926" r:id="rId34"/>
    <p:sldLayoutId id="2147483927" r:id="rId35"/>
    <p:sldLayoutId id="2147483928" r:id="rId36"/>
    <p:sldLayoutId id="2147483929" r:id="rId37"/>
    <p:sldLayoutId id="2147483931" r:id="rId38"/>
    <p:sldLayoutId id="2147483932" r:id="rId39"/>
    <p:sldLayoutId id="2147483947" r:id="rId40"/>
    <p:sldLayoutId id="2147483936" r:id="rId41"/>
    <p:sldLayoutId id="2147483937" r:id="rId42"/>
    <p:sldLayoutId id="2147483938" r:id="rId43"/>
    <p:sldLayoutId id="2147483939" r:id="rId44"/>
    <p:sldLayoutId id="2147483940" r:id="rId45"/>
    <p:sldLayoutId id="2147483941" r:id="rId46"/>
    <p:sldLayoutId id="2147483942" r:id="rId47"/>
    <p:sldLayoutId id="2147483943" r:id="rId48"/>
    <p:sldLayoutId id="2147483944" r:id="rId49"/>
    <p:sldLayoutId id="2147483945" r:id="rId50"/>
    <p:sldLayoutId id="2147483946" r:id="rId51"/>
    <p:sldLayoutId id="2147483948" r:id="rId52"/>
    <p:sldLayoutId id="2147483949" r:id="rId53"/>
    <p:sldLayoutId id="2147483950" r:id="rId54"/>
    <p:sldLayoutId id="2147483951" r:id="rId55"/>
    <p:sldLayoutId id="2147483952" r:id="rId56"/>
  </p:sldLayoutIdLst>
  <p:hf hdr="0" ftr="0" dt="0"/>
  <p:txStyles>
    <p:titleStyle>
      <a:lvl1pPr algn="l" defTabSz="914400" rtl="0" eaLnBrk="1" latinLnBrk="0" hangingPunct="1">
        <a:lnSpc>
          <a:spcPct val="80000"/>
        </a:lnSpc>
        <a:spcBef>
          <a:spcPct val="0"/>
        </a:spcBef>
        <a:buNone/>
        <a:defRPr sz="4000" b="1" i="0" kern="1200" cap="all" spc="0" baseline="0">
          <a:solidFill>
            <a:schemeClr val="tx2"/>
          </a:solidFill>
          <a:latin typeface="Meiryo UI" panose="020B0604030504040204" pitchFamily="34" charset="-128"/>
          <a:ea typeface="Meiryo UI" panose="020B0604030504040204" pitchFamily="34" charset="-128"/>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1800" b="0" i="0" kern="1200">
          <a:solidFill>
            <a:schemeClr val="tx2"/>
          </a:solidFill>
          <a:latin typeface="Meiryo UI" panose="020B0604030504040204" pitchFamily="34" charset="-128"/>
          <a:ea typeface="Meiryo UI" panose="020B0604030504040204" pitchFamily="34" charset="-128"/>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600" b="0" i="0" kern="1200">
          <a:solidFill>
            <a:schemeClr val="tx2"/>
          </a:solidFill>
          <a:latin typeface="Meiryo UI" panose="020B0604030504040204" pitchFamily="34" charset="-128"/>
          <a:ea typeface="Meiryo UI" panose="020B0604030504040204" pitchFamily="34" charset="-128"/>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eiryo UI" panose="020B0604030504040204" pitchFamily="34" charset="-128"/>
          <a:ea typeface="Meiryo UI" panose="020B0604030504040204" pitchFamily="34" charset="-128"/>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eiryo UI" panose="020B0604030504040204" pitchFamily="34" charset="-128"/>
          <a:ea typeface="Meiryo UI" panose="020B0604030504040204" pitchFamily="34" charset="-128"/>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eiryo UI" panose="020B0604030504040204" pitchFamily="34" charset="-128"/>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3" Type="http://schemas.openxmlformats.org/officeDocument/2006/relationships/hyperlink" Target="https://dx.est.co.jp/activities/19666" TargetMode="External"/><Relationship Id="rId2" Type="http://schemas.openxmlformats.org/officeDocument/2006/relationships/notesSlide" Target="../notesSlides/notesSlide30.xml"/><Relationship Id="rId1" Type="http://schemas.openxmlformats.org/officeDocument/2006/relationships/slideLayout" Target="../slideLayouts/slideLayout22.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hyperlink" Target="https://dx.est.co.jp/activities/19497" TargetMode="External"/><Relationship Id="rId2" Type="http://schemas.openxmlformats.org/officeDocument/2006/relationships/notesSlide" Target="../notesSlides/notesSlide31.xml"/><Relationship Id="rId1" Type="http://schemas.openxmlformats.org/officeDocument/2006/relationships/slideLayout" Target="../slideLayouts/slideLayout22.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52.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46.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6.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8.xml"/><Relationship Id="rId1" Type="http://schemas.openxmlformats.org/officeDocument/2006/relationships/slideLayout" Target="../slideLayouts/slideLayout22.xml"/><Relationship Id="rId5" Type="http://schemas.openxmlformats.org/officeDocument/2006/relationships/image" Target="../media/image23.png"/><Relationship Id="rId4" Type="http://schemas.openxmlformats.org/officeDocument/2006/relationships/image" Target="../media/image35.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1.xml"/><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5.xml"/><Relationship Id="rId1" Type="http://schemas.openxmlformats.org/officeDocument/2006/relationships/slideLayout" Target="../slideLayouts/slideLayout5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3.xml"/></Relationships>
</file>

<file path=ppt/slides/_rels/slide48.xml.rels><?xml version="1.0" encoding="UTF-8" standalone="yes"?>
<Relationships xmlns="http://schemas.openxmlformats.org/package/2006/relationships"><Relationship Id="rId8" Type="http://schemas.openxmlformats.org/officeDocument/2006/relationships/image" Target="../media/image46.emf"/><Relationship Id="rId3" Type="http://schemas.openxmlformats.org/officeDocument/2006/relationships/image" Target="../media/image41.emf"/><Relationship Id="rId7" Type="http://schemas.openxmlformats.org/officeDocument/2006/relationships/image" Target="../media/image45.emf"/><Relationship Id="rId2" Type="http://schemas.openxmlformats.org/officeDocument/2006/relationships/notesSlide" Target="../notesSlides/notesSlide47.xml"/><Relationship Id="rId1" Type="http://schemas.openxmlformats.org/officeDocument/2006/relationships/slideLayout" Target="../slideLayouts/slideLayout53.xml"/><Relationship Id="rId6" Type="http://schemas.openxmlformats.org/officeDocument/2006/relationships/image" Target="../media/image44.emf"/><Relationship Id="rId5" Type="http://schemas.openxmlformats.org/officeDocument/2006/relationships/image" Target="../media/image43.emf"/><Relationship Id="rId4" Type="http://schemas.openxmlformats.org/officeDocument/2006/relationships/image" Target="../media/image42.emf"/><Relationship Id="rId9" Type="http://schemas.openxmlformats.org/officeDocument/2006/relationships/image" Target="../media/image47.emf"/></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8.xml"/><Relationship Id="rId1" Type="http://schemas.openxmlformats.org/officeDocument/2006/relationships/slideLayout" Target="../slideLayouts/slideLayout53.xml"/><Relationship Id="rId4" Type="http://schemas.openxmlformats.org/officeDocument/2006/relationships/image" Target="../media/image4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6.xml"/></Relationships>
</file>

<file path=ppt/slides/_rels/slide5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0.xml"/><Relationship Id="rId1" Type="http://schemas.openxmlformats.org/officeDocument/2006/relationships/slideLayout" Target="../slideLayouts/slideLayout55.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1.xml"/><Relationship Id="rId1" Type="http://schemas.openxmlformats.org/officeDocument/2006/relationships/slideLayout" Target="../slideLayouts/slideLayout55.xml"/><Relationship Id="rId5" Type="http://schemas.openxmlformats.org/officeDocument/2006/relationships/image" Target="../media/image54.png"/><Relationship Id="rId4" Type="http://schemas.openxmlformats.org/officeDocument/2006/relationships/image" Target="../media/image53.png"/></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2.xml"/><Relationship Id="rId1" Type="http://schemas.openxmlformats.org/officeDocument/2006/relationships/slideLayout" Target="../slideLayouts/slideLayout55.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3.xml"/><Relationship Id="rId1" Type="http://schemas.openxmlformats.org/officeDocument/2006/relationships/slideLayout" Target="../slideLayouts/slideLayout55.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4.xml"/><Relationship Id="rId1" Type="http://schemas.openxmlformats.org/officeDocument/2006/relationships/slideLayout" Target="../slideLayouts/slideLayout55.xml"/></Relationships>
</file>

<file path=ppt/slides/_rels/slide5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5.xml"/><Relationship Id="rId1" Type="http://schemas.openxmlformats.org/officeDocument/2006/relationships/slideLayout" Target="../slideLayouts/slideLayout55.xml"/></Relationships>
</file>

<file path=ppt/slides/_rels/slide5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6.xml"/><Relationship Id="rId1" Type="http://schemas.openxmlformats.org/officeDocument/2006/relationships/slideLayout" Target="../slideLayouts/slideLayout55.xml"/></Relationships>
</file>

<file path=ppt/slides/_rels/slide6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7.xml"/><Relationship Id="rId1" Type="http://schemas.openxmlformats.org/officeDocument/2006/relationships/slideLayout" Target="../slideLayouts/slideLayout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130EF-0D70-1241-2373-61D01CCDD9C5}"/>
              </a:ext>
            </a:extLst>
          </p:cNvPr>
          <p:cNvSpPr>
            <a:spLocks noGrp="1"/>
          </p:cNvSpPr>
          <p:nvPr>
            <p:ph type="ctrTitle"/>
          </p:nvPr>
        </p:nvSpPr>
        <p:spPr>
          <a:xfrm>
            <a:off x="4635500" y="2339235"/>
            <a:ext cx="7277100" cy="1648565"/>
          </a:xfrm>
        </p:spPr>
        <p:txBody>
          <a:bodyPr anchor="b">
            <a:normAutofit/>
          </a:bodyPr>
          <a:lstStyle/>
          <a:p>
            <a:pPr algn="r"/>
            <a:r>
              <a:rPr lang="en-US" sz="4700" dirty="0" err="1"/>
              <a:t>生成AI業務利用セミナ</a:t>
            </a:r>
            <a:r>
              <a:rPr lang="en-US" sz="4700" dirty="0"/>
              <a:t>ー</a:t>
            </a:r>
            <a:br>
              <a:rPr lang="en-US" sz="4700" dirty="0"/>
            </a:br>
            <a:r>
              <a:rPr lang="en-US" sz="4700" dirty="0"/>
              <a:t>（</a:t>
            </a:r>
            <a:r>
              <a:rPr lang="en-US" sz="4700" dirty="0" err="1"/>
              <a:t>超基礎編</a:t>
            </a:r>
            <a:r>
              <a:rPr lang="en-US" sz="4700" dirty="0"/>
              <a:t>） </a:t>
            </a:r>
          </a:p>
        </p:txBody>
      </p:sp>
      <p:sp>
        <p:nvSpPr>
          <p:cNvPr id="3" name="Subtitle 2">
            <a:extLst>
              <a:ext uri="{FF2B5EF4-FFF2-40B4-BE49-F238E27FC236}">
                <a16:creationId xmlns:a16="http://schemas.microsoft.com/office/drawing/2014/main" id="{B8463400-BB40-79C7-90DF-49ACA5590EFB}"/>
              </a:ext>
            </a:extLst>
          </p:cNvPr>
          <p:cNvSpPr>
            <a:spLocks noGrp="1"/>
          </p:cNvSpPr>
          <p:nvPr>
            <p:ph type="subTitle" idx="1"/>
          </p:nvPr>
        </p:nvSpPr>
        <p:spPr>
          <a:xfrm>
            <a:off x="0" y="6003241"/>
            <a:ext cx="12192000" cy="854760"/>
          </a:xfrm>
        </p:spPr>
        <p:txBody>
          <a:bodyPr>
            <a:normAutofit/>
          </a:bodyPr>
          <a:lstStyle/>
          <a:p>
            <a:pPr algn="r"/>
            <a:r>
              <a:rPr lang="en-US" dirty="0"/>
              <a:t>2026/06/12</a:t>
            </a:r>
          </a:p>
          <a:p>
            <a:pPr algn="r"/>
            <a:r>
              <a:rPr lang="en-US" dirty="0" err="1"/>
              <a:t>イースト株式会社</a:t>
            </a:r>
            <a:endParaRPr lang="en-US" dirty="0"/>
          </a:p>
        </p:txBody>
      </p:sp>
      <p:pic>
        <p:nvPicPr>
          <p:cNvPr id="4" name="Picture 3" descr="Artificial Intelligence digital concept with brain shape">
            <a:extLst>
              <a:ext uri="{FF2B5EF4-FFF2-40B4-BE49-F238E27FC236}">
                <a16:creationId xmlns:a16="http://schemas.microsoft.com/office/drawing/2014/main" id="{1533C440-D82E-4291-9A55-37C9F491C6CA}"/>
              </a:ext>
            </a:extLst>
          </p:cNvPr>
          <p:cNvPicPr>
            <a:picLocks noChangeAspect="1"/>
          </p:cNvPicPr>
          <p:nvPr/>
        </p:nvPicPr>
        <p:blipFill>
          <a:blip r:embed="rId3"/>
          <a:srcRect l="10969" r="14030" b="-2"/>
          <a:stretch>
            <a:fillRect/>
          </a:stretch>
        </p:blipFill>
        <p:spPr>
          <a:xfrm>
            <a:off x="617927" y="2154937"/>
            <a:ext cx="3649273" cy="3649272"/>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a:noFill/>
        </p:spPr>
      </p:pic>
      <p:sp>
        <p:nvSpPr>
          <p:cNvPr id="5" name="Subtitle 2">
            <a:extLst>
              <a:ext uri="{FF2B5EF4-FFF2-40B4-BE49-F238E27FC236}">
                <a16:creationId xmlns:a16="http://schemas.microsoft.com/office/drawing/2014/main" id="{BA5D1EC1-BB62-EADA-EF32-B721715325E1}"/>
              </a:ext>
            </a:extLst>
          </p:cNvPr>
          <p:cNvSpPr txBox="1">
            <a:spLocks/>
          </p:cNvSpPr>
          <p:nvPr/>
        </p:nvSpPr>
        <p:spPr>
          <a:xfrm>
            <a:off x="5542954" y="4140759"/>
            <a:ext cx="6369646" cy="854761"/>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lang="en-US" sz="2000" b="0" i="0" kern="1200" dirty="0">
                <a:solidFill>
                  <a:schemeClr val="bg2"/>
                </a:solidFill>
                <a:latin typeface="Meiryo UI" panose="020B0604030504040204" pitchFamily="34" charset="-128"/>
                <a:ea typeface="Meiryo UI" panose="020B0604030504040204" pitchFamily="34" charset="-128"/>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600" b="0" i="0" kern="1200">
                <a:solidFill>
                  <a:schemeClr val="tx2"/>
                </a:solidFill>
                <a:latin typeface="Meiryo UI" panose="020B0604030504040204" pitchFamily="34" charset="-128"/>
                <a:ea typeface="Meiryo UI" panose="020B0604030504040204" pitchFamily="34" charset="-128"/>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eiryo UI" panose="020B0604030504040204" pitchFamily="34" charset="-128"/>
                <a:ea typeface="Meiryo UI" panose="020B0604030504040204" pitchFamily="34" charset="-128"/>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eiryo UI" panose="020B0604030504040204" pitchFamily="34" charset="-128"/>
                <a:ea typeface="Meiryo UI" panose="020B0604030504040204" pitchFamily="34" charset="-128"/>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eiryo UI" panose="020B0604030504040204" pitchFamily="34" charset="-128"/>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tLang="ja-JP" dirty="0"/>
              <a:t>～Microsoft </a:t>
            </a:r>
            <a:r>
              <a:rPr lang="en-US" altLang="ja-JP" dirty="0" err="1"/>
              <a:t>Copilotで業務をもっと効率化</a:t>
            </a:r>
            <a:r>
              <a:rPr lang="en-US" altLang="ja-JP" dirty="0"/>
              <a:t>～</a:t>
            </a:r>
            <a:endParaRPr lang="ja-JP" altLang="en-US" dirty="0"/>
          </a:p>
        </p:txBody>
      </p:sp>
      <p:sp>
        <p:nvSpPr>
          <p:cNvPr id="6" name="Subtitle 2">
            <a:extLst>
              <a:ext uri="{FF2B5EF4-FFF2-40B4-BE49-F238E27FC236}">
                <a16:creationId xmlns:a16="http://schemas.microsoft.com/office/drawing/2014/main" id="{65D21CD2-F664-B663-D4E6-36F248BF2436}"/>
              </a:ext>
            </a:extLst>
          </p:cNvPr>
          <p:cNvSpPr txBox="1">
            <a:spLocks/>
          </p:cNvSpPr>
          <p:nvPr/>
        </p:nvSpPr>
        <p:spPr>
          <a:xfrm>
            <a:off x="-109728" y="361391"/>
            <a:ext cx="12192000" cy="43281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lang="en-US" sz="2000" b="0" i="0" kern="1200" dirty="0">
                <a:solidFill>
                  <a:schemeClr val="bg2"/>
                </a:solidFill>
                <a:latin typeface="Meiryo UI" panose="020B0604030504040204" pitchFamily="34" charset="-128"/>
                <a:ea typeface="Meiryo UI" panose="020B0604030504040204" pitchFamily="34" charset="-128"/>
                <a:cs typeface="+mn-cs"/>
              </a:defRPr>
            </a:lvl1pPr>
            <a:lvl2pPr marL="457200" indent="-228600" algn="l" defTabSz="914400" rtl="0" eaLnBrk="1" latinLnBrk="0" hangingPunct="1">
              <a:lnSpc>
                <a:spcPct val="100000"/>
              </a:lnSpc>
              <a:spcBef>
                <a:spcPts val="500"/>
              </a:spcBef>
              <a:buFont typeface="Arial" panose="020B0604020202020204" pitchFamily="34" charset="0"/>
              <a:buChar char="•"/>
              <a:defRPr sz="1600" b="0" i="0" kern="1200">
                <a:solidFill>
                  <a:schemeClr val="tx2"/>
                </a:solidFill>
                <a:latin typeface="Meiryo UI" panose="020B0604030504040204" pitchFamily="34" charset="-128"/>
                <a:ea typeface="Meiryo UI" panose="020B0604030504040204" pitchFamily="34" charset="-128"/>
                <a:cs typeface="+mn-cs"/>
              </a:defRPr>
            </a:lvl2pPr>
            <a:lvl3pPr marL="6858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eiryo UI" panose="020B0604030504040204" pitchFamily="34" charset="-128"/>
                <a:ea typeface="Meiryo UI" panose="020B0604030504040204" pitchFamily="34" charset="-128"/>
                <a:cs typeface="+mn-cs"/>
              </a:defRPr>
            </a:lvl3pPr>
            <a:lvl4pPr marL="9144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eiryo UI" panose="020B0604030504040204" pitchFamily="34" charset="-128"/>
                <a:ea typeface="Meiryo UI" panose="020B0604030504040204" pitchFamily="34" charset="-128"/>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b="0" i="0" kern="1200">
                <a:solidFill>
                  <a:schemeClr val="tx2"/>
                </a:solidFill>
                <a:latin typeface="Meiryo UI" panose="020B0604030504040204" pitchFamily="34" charset="-128"/>
                <a:ea typeface="Meiryo UI"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
              <a:t>AI</a:t>
            </a:r>
            <a:r>
              <a:rPr lang="ja-JP" altLang="en-US"/>
              <a:t>技術で業務の効率化と生産性向上を目指す</a:t>
            </a:r>
          </a:p>
        </p:txBody>
      </p:sp>
      <p:pic>
        <p:nvPicPr>
          <p:cNvPr id="8" name="図 7">
            <a:extLst>
              <a:ext uri="{FF2B5EF4-FFF2-40B4-BE49-F238E27FC236}">
                <a16:creationId xmlns:a16="http://schemas.microsoft.com/office/drawing/2014/main" id="{0B99825D-BC39-B9A2-87D5-D57DD9344E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333500" cy="299357"/>
          </a:xfrm>
          <a:prstGeom prst="rect">
            <a:avLst/>
          </a:prstGeom>
        </p:spPr>
      </p:pic>
    </p:spTree>
    <p:extLst>
      <p:ext uri="{BB962C8B-B14F-4D97-AF65-F5344CB8AC3E}">
        <p14:creationId xmlns:p14="http://schemas.microsoft.com/office/powerpoint/2010/main" val="1728027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par>
                                <p:cTn id="14" presetID="10" presetClass="entr" presetSubtype="0" fill="hold" grpId="1" nodeType="withEffect">
                                  <p:stCondLst>
                                    <p:cond delay="250"/>
                                  </p:stCondLst>
                                  <p:iterate type="lt">
                                    <p:tmPct val="10000"/>
                                  </p:iterate>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par>
                                <p:cTn id="17" presetID="10" presetClass="entr" presetSubtype="0" fill="hold" grpId="0" nodeType="withEffect">
                                  <p:stCondLst>
                                    <p:cond delay="2000"/>
                                  </p:stCondLst>
                                  <p:iterate type="lt">
                                    <p:tmPct val="10000"/>
                                  </p:iterate>
                                  <p:childTnLst>
                                    <p:set>
                                      <p:cBhvr>
                                        <p:cTn id="18" dur="1" fill="hold">
                                          <p:stCondLst>
                                            <p:cond delay="0"/>
                                          </p:stCondLst>
                                        </p:cTn>
                                        <p:tgtEl>
                                          <p:spTgt spid="5">
                                            <p:txEl>
                                              <p:pRg st="0" end="0"/>
                                            </p:txEl>
                                          </p:spTgt>
                                        </p:tgtEl>
                                        <p:attrNameLst>
                                          <p:attrName>style.visibility</p:attrName>
                                        </p:attrNameLst>
                                      </p:cBhvr>
                                      <p:to>
                                        <p:strVal val="visible"/>
                                      </p:to>
                                    </p:set>
                                    <p:animEffect transition="in" filter="fade">
                                      <p:cBhvr>
                                        <p:cTn id="19" dur="400"/>
                                        <p:tgtEl>
                                          <p:spTgt spid="5">
                                            <p:txEl>
                                              <p:pRg st="0" end="0"/>
                                            </p:txEl>
                                          </p:spTgt>
                                        </p:tgtEl>
                                      </p:cBhvr>
                                    </p:animEffect>
                                  </p:childTnLst>
                                </p:cTn>
                              </p:par>
                              <p:par>
                                <p:cTn id="20" presetID="10" presetClass="entr" presetSubtype="0" fill="hold" grpId="1" nodeType="withEffect">
                                  <p:stCondLst>
                                    <p:cond delay="250"/>
                                  </p:stCondLst>
                                  <p:iterate type="lt">
                                    <p:tmPct val="10000"/>
                                  </p:iterate>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5" presetClass="path" presetSubtype="0" accel="50000" decel="50000" fill="hold" grpId="2" nodeType="clickEffect">
                                  <p:stCondLst>
                                    <p:cond delay="0"/>
                                  </p:stCondLst>
                                  <p:iterate type="lt">
                                    <p:tmPct val="0"/>
                                  </p:iterate>
                                  <p:childTnLst>
                                    <p:animMotion origin="layout" path="M 0.29701 -0.00116 L -0.28802 0.00069 " pathEditMode="relative" rAng="0" ptsTypes="AA">
                                      <p:cBhvr>
                                        <p:cTn id="26" dur="2000" fill="hold"/>
                                        <p:tgtEl>
                                          <p:spTgt spid="3"/>
                                        </p:tgtEl>
                                        <p:attrNameLst>
                                          <p:attrName>ppt_x</p:attrName>
                                          <p:attrName>ppt_y</p:attrName>
                                        </p:attrNameLst>
                                      </p:cBhvr>
                                      <p:rCtr x="-29258" y="93"/>
                                    </p:animMotion>
                                  </p:childTnLst>
                                </p:cTn>
                              </p:par>
                              <p:par>
                                <p:cTn id="27" presetID="10" presetClass="entr" presetSubtype="0" fill="hold" grpId="0" nodeType="withEffect">
                                  <p:stCondLst>
                                    <p:cond delay="2000"/>
                                  </p:stCondLst>
                                  <p:iterate type="lt">
                                    <p:tmPct val="10000"/>
                                  </p:iterate>
                                  <p:childTnLst>
                                    <p:set>
                                      <p:cBhvr>
                                        <p:cTn id="28" dur="1" fill="hold">
                                          <p:stCondLst>
                                            <p:cond delay="0"/>
                                          </p:stCondLst>
                                        </p:cTn>
                                        <p:tgtEl>
                                          <p:spTgt spid="6">
                                            <p:txEl>
                                              <p:pRg st="0" end="0"/>
                                            </p:txEl>
                                          </p:spTgt>
                                        </p:tgtEl>
                                        <p:attrNameLst>
                                          <p:attrName>style.visibility</p:attrName>
                                        </p:attrNameLst>
                                      </p:cBhvr>
                                      <p:to>
                                        <p:strVal val="visible"/>
                                      </p:to>
                                    </p:set>
                                    <p:animEffect transition="in" filter="fade">
                                      <p:cBhvr>
                                        <p:cTn id="29" dur="400"/>
                                        <p:tgtEl>
                                          <p:spTgt spid="6">
                                            <p:txEl>
                                              <p:pRg st="0" end="0"/>
                                            </p:txEl>
                                          </p:spTgt>
                                        </p:tgtEl>
                                      </p:cBhvr>
                                    </p:animEffect>
                                  </p:childTnLst>
                                </p:cTn>
                              </p:par>
                              <p:par>
                                <p:cTn id="30" presetID="10" presetClass="entr" presetSubtype="0" fill="hold" grpId="1" nodeType="withEffect">
                                  <p:stCondLst>
                                    <p:cond delay="250"/>
                                  </p:stCondLst>
                                  <p:iterate type="lt">
                                    <p:tmPct val="10000"/>
                                  </p:iterate>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5" presetClass="path" presetSubtype="0" accel="50000" decel="50000" fill="hold" grpId="2" nodeType="clickEffect">
                                  <p:stCondLst>
                                    <p:cond delay="0"/>
                                  </p:stCondLst>
                                  <p:iterate type="lt">
                                    <p:tmPct val="0"/>
                                  </p:iterate>
                                  <p:childTnLst>
                                    <p:animMotion origin="layout" path="M 0.29701 -0.00116 L -0.28802 0.00069 " pathEditMode="relative" rAng="0" ptsTypes="AA">
                                      <p:cBhvr>
                                        <p:cTn id="36" dur="2000" fill="hold"/>
                                        <p:tgtEl>
                                          <p:spTgt spid="6"/>
                                        </p:tgtEl>
                                        <p:attrNameLst>
                                          <p:attrName>ppt_x</p:attrName>
                                          <p:attrName>ppt_y</p:attrName>
                                        </p:attrNameLst>
                                      </p:cBhvr>
                                      <p:rCtr x="-29258"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P spid="3" grpId="2"/>
      <p:bldP spid="5" grpId="0" build="p"/>
      <p:bldP spid="5" grpId="1"/>
      <p:bldP spid="6" grpId="0" build="p"/>
      <p:bldP spid="6" grpId="1"/>
      <p:bldP spid="6" grpId="2"/>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6C2F5-5C9C-8D1E-59F5-CCB60D4304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6C10E0-F028-3756-FD62-45329C5F40F5}"/>
              </a:ext>
            </a:extLst>
          </p:cNvPr>
          <p:cNvSpPr>
            <a:spLocks noGrp="1"/>
          </p:cNvSpPr>
          <p:nvPr>
            <p:ph type="title"/>
          </p:nvPr>
        </p:nvSpPr>
        <p:spPr>
          <a:xfrm>
            <a:off x="6190488" y="731520"/>
            <a:ext cx="4663440" cy="1447800"/>
          </a:xfrm>
        </p:spPr>
        <p:txBody>
          <a:bodyPr anchor="b">
            <a:normAutofit/>
          </a:bodyPr>
          <a:lstStyle/>
          <a:p>
            <a:r>
              <a:rPr lang="en-US" dirty="0" err="1"/>
              <a:t>本資料について</a:t>
            </a:r>
            <a:endParaRPr lang="en-US" dirty="0"/>
          </a:p>
        </p:txBody>
      </p:sp>
      <p:pic>
        <p:nvPicPr>
          <p:cNvPr id="5" name="Content Placeholder 4" descr="business people in office. Five businessman looking at team building, two men and four women. Serbian people at the office">
            <a:extLst>
              <a:ext uri="{FF2B5EF4-FFF2-40B4-BE49-F238E27FC236}">
                <a16:creationId xmlns:a16="http://schemas.microsoft.com/office/drawing/2014/main" id="{94650990-4620-51EE-46B2-6750F5234F3B}"/>
              </a:ext>
            </a:extLst>
          </p:cNvPr>
          <p:cNvPicPr>
            <a:picLocks noGrp="1" noChangeAspect="1"/>
          </p:cNvPicPr>
          <p:nvPr>
            <p:ph type="pic" sz="quarter" idx="18"/>
          </p:nvPr>
        </p:nvPicPr>
        <p:blipFill>
          <a:blip r:embed="rId3"/>
          <a:srcRect l="31759" r="26218" b="1"/>
          <a:stretch>
            <a:fillRect/>
          </a:stretch>
        </p:blipFill>
        <p:spPr>
          <a:xfrm>
            <a:off x="301752" y="301752"/>
            <a:ext cx="4672584" cy="6254496"/>
          </a:xfrm>
          <a:prstGeom prst="rect">
            <a:avLst/>
          </a:prstGeom>
          <a:noFill/>
        </p:spPr>
      </p:pic>
      <p:sp>
        <p:nvSpPr>
          <p:cNvPr id="4" name="Content Placeholder 3">
            <a:extLst>
              <a:ext uri="{FF2B5EF4-FFF2-40B4-BE49-F238E27FC236}">
                <a16:creationId xmlns:a16="http://schemas.microsoft.com/office/drawing/2014/main" id="{D2B8AD0B-374D-1CBC-6BA3-FEC2A37DDCF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95930" y="2373638"/>
            <a:ext cx="4943027" cy="3798562"/>
          </a:xfrm>
        </p:spPr>
        <p:txBody>
          <a:bodyPr>
            <a:normAutofit/>
          </a:bodyPr>
          <a:lstStyle/>
          <a:p>
            <a:pPr marL="0" lvl="1" indent="0">
              <a:buFont typeface="Arial" panose="020B0604020202020204" pitchFamily="34" charset="0"/>
              <a:buNone/>
            </a:pPr>
            <a:r>
              <a:rPr lang="ja-JP" altLang="en-US" sz="2000"/>
              <a:t>・イースト株式会社に著作権が存在します</a:t>
            </a:r>
            <a:r>
              <a:rPr sz="2000" dirty="0"/>
              <a:t>。</a:t>
            </a:r>
            <a:br>
              <a:rPr lang="en-US" sz="2000" dirty="0"/>
            </a:br>
            <a:br>
              <a:rPr lang="en-US" sz="2000" dirty="0"/>
            </a:br>
            <a:r>
              <a:rPr lang="en-US" sz="2000" dirty="0"/>
              <a:t>・</a:t>
            </a:r>
            <a:r>
              <a:rPr lang="en-US" sz="2000" dirty="0" err="1"/>
              <a:t>記載内容は作成日時点のものです</a:t>
            </a:r>
            <a:r>
              <a:rPr lang="en-US" sz="2000" dirty="0"/>
              <a:t>。</a:t>
            </a:r>
            <a:br>
              <a:rPr lang="en-US" sz="2000" dirty="0"/>
            </a:br>
            <a:br>
              <a:rPr lang="en-US" sz="2000" dirty="0"/>
            </a:br>
            <a:r>
              <a:rPr lang="en-US" sz="2000" dirty="0"/>
              <a:t>・記載内容によってうけるあらゆる事象に対してイースト株式会社は一切の責任を負うものではありません。読者の責任のもとご活用いただくことに同意を得たものとします。</a:t>
            </a:r>
            <a:endParaRPr lang="ja-JP" altLang="en-US" sz="2000"/>
          </a:p>
        </p:txBody>
      </p:sp>
      <p:sp>
        <p:nvSpPr>
          <p:cNvPr id="3" name="スライド番号プレースホルダー 2">
            <a:extLst>
              <a:ext uri="{FF2B5EF4-FFF2-40B4-BE49-F238E27FC236}">
                <a16:creationId xmlns:a16="http://schemas.microsoft.com/office/drawing/2014/main" id="{7ABD63EB-2CCA-15A6-C639-6566CEA0A94A}"/>
              </a:ext>
            </a:extLst>
          </p:cNvPr>
          <p:cNvSpPr>
            <a:spLocks noGrp="1"/>
          </p:cNvSpPr>
          <p:nvPr>
            <p:ph type="sldNum" sz="quarter" idx="12"/>
          </p:nvPr>
        </p:nvSpPr>
        <p:spPr>
          <a:xfrm>
            <a:off x="11762793" y="6492875"/>
            <a:ext cx="429207" cy="365125"/>
          </a:xfrm>
        </p:spPr>
        <p:txBody>
          <a:bodyPr/>
          <a:lstStyle/>
          <a:p>
            <a:pPr rtl="0"/>
            <a:fld id="{AEAA3239-9EA4-4A65-A281-97F994456D9F}" type="slidenum">
              <a:rPr lang="en-US" smtClean="0"/>
              <a:t>2</a:t>
            </a:fld>
            <a:endParaRPr lang="en-US" dirty="0"/>
          </a:p>
        </p:txBody>
      </p:sp>
    </p:spTree>
    <p:extLst>
      <p:ext uri="{BB962C8B-B14F-4D97-AF65-F5344CB8AC3E}">
        <p14:creationId xmlns:p14="http://schemas.microsoft.com/office/powerpoint/2010/main" val="13532024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34B38-10D1-8D35-137E-72EDC618EF0C}"/>
              </a:ext>
            </a:extLst>
          </p:cNvPr>
          <p:cNvSpPr>
            <a:spLocks noGrp="1"/>
          </p:cNvSpPr>
          <p:nvPr>
            <p:ph type="ctrTitle"/>
          </p:nvPr>
        </p:nvSpPr>
        <p:spPr>
          <a:xfrm>
            <a:off x="1524000" y="836955"/>
            <a:ext cx="7412735" cy="4649446"/>
          </a:xfrm>
        </p:spPr>
        <p:txBody>
          <a:bodyPr anchor="b">
            <a:normAutofit/>
          </a:bodyPr>
          <a:lstStyle/>
          <a:p>
            <a:r>
              <a:rPr lang="en-US" dirty="0" err="1"/>
              <a:t>イントロダクション</a:t>
            </a:r>
            <a:endParaRPr lang="en-US" dirty="0"/>
          </a:p>
        </p:txBody>
      </p:sp>
      <p:sp>
        <p:nvSpPr>
          <p:cNvPr id="3" name="スライド番号プレースホルダー 2">
            <a:extLst>
              <a:ext uri="{FF2B5EF4-FFF2-40B4-BE49-F238E27FC236}">
                <a16:creationId xmlns:a16="http://schemas.microsoft.com/office/drawing/2014/main" id="{8862E2E2-DD05-662F-6464-8A170B48CCF4}"/>
              </a:ext>
            </a:extLst>
          </p:cNvPr>
          <p:cNvSpPr>
            <a:spLocks noGrp="1"/>
          </p:cNvSpPr>
          <p:nvPr>
            <p:ph type="sldNum" sz="quarter" idx="12"/>
          </p:nvPr>
        </p:nvSpPr>
        <p:spPr/>
        <p:txBody>
          <a:bodyPr/>
          <a:lstStyle/>
          <a:p>
            <a:pPr rtl="0"/>
            <a:fld id="{AEAA3239-9EA4-4A65-A281-97F994456D9F}" type="slidenum">
              <a:rPr lang="en-US" smtClean="0"/>
              <a:pPr rtl="0"/>
              <a:t>3</a:t>
            </a:fld>
            <a:endParaRPr lang="en-US"/>
          </a:p>
        </p:txBody>
      </p:sp>
    </p:spTree>
    <p:extLst>
      <p:ext uri="{BB962C8B-B14F-4D97-AF65-F5344CB8AC3E}">
        <p14:creationId xmlns:p14="http://schemas.microsoft.com/office/powerpoint/2010/main" val="31533199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C362E-D480-1816-6625-837F63FAF148}"/>
              </a:ext>
            </a:extLst>
          </p:cNvPr>
          <p:cNvSpPr>
            <a:spLocks noGrp="1"/>
          </p:cNvSpPr>
          <p:nvPr>
            <p:ph type="title"/>
          </p:nvPr>
        </p:nvSpPr>
        <p:spPr>
          <a:xfrm>
            <a:off x="6190488" y="731520"/>
            <a:ext cx="4663440" cy="1447800"/>
          </a:xfrm>
        </p:spPr>
        <p:txBody>
          <a:bodyPr anchor="b">
            <a:normAutofit/>
          </a:bodyPr>
          <a:lstStyle/>
          <a:p>
            <a:r>
              <a:rPr lang="en-US"/>
              <a:t>セミナー概要と目的</a:t>
            </a:r>
          </a:p>
        </p:txBody>
      </p:sp>
      <p:pic>
        <p:nvPicPr>
          <p:cNvPr id="5" name="Content Placeholder 4" descr="business people in office. Five businessman looking at team building, two men and four women. Serbian people at the office">
            <a:extLst>
              <a:ext uri="{FF2B5EF4-FFF2-40B4-BE49-F238E27FC236}">
                <a16:creationId xmlns:a16="http://schemas.microsoft.com/office/drawing/2014/main" id="{81F0DD80-F865-4A03-A3C1-7ECB54EA69E3}"/>
              </a:ext>
            </a:extLst>
          </p:cNvPr>
          <p:cNvPicPr>
            <a:picLocks noGrp="1" noChangeAspect="1"/>
          </p:cNvPicPr>
          <p:nvPr>
            <p:ph type="pic" sz="quarter" idx="18"/>
          </p:nvPr>
        </p:nvPicPr>
        <p:blipFill>
          <a:blip r:embed="rId3"/>
          <a:srcRect l="31759" r="26218" b="1"/>
          <a:stretch>
            <a:fillRect/>
          </a:stretch>
        </p:blipFill>
        <p:spPr>
          <a:xfrm>
            <a:off x="301752" y="301752"/>
            <a:ext cx="4672584" cy="6254496"/>
          </a:xfrm>
          <a:prstGeom prst="rect">
            <a:avLst/>
          </a:prstGeom>
          <a:noFill/>
        </p:spPr>
      </p:pic>
      <p:sp>
        <p:nvSpPr>
          <p:cNvPr id="4" name="Content Placeholder 3">
            <a:extLst>
              <a:ext uri="{FF2B5EF4-FFF2-40B4-BE49-F238E27FC236}">
                <a16:creationId xmlns:a16="http://schemas.microsoft.com/office/drawing/2014/main" id="{D626D67F-2B4E-CE75-09F0-F8CCB2F2A79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95930" y="2373638"/>
            <a:ext cx="4943027" cy="3798562"/>
          </a:xfrm>
        </p:spPr>
        <p:txBody>
          <a:bodyPr>
            <a:normAutofit/>
          </a:bodyPr>
          <a:lstStyle/>
          <a:p>
            <a:pPr marL="0" indent="0">
              <a:spcBef>
                <a:spcPts val="2500"/>
              </a:spcBef>
              <a:buFont typeface="Arial" panose="020B0604020202020204" pitchFamily="34" charset="0"/>
              <a:buNone/>
            </a:pPr>
            <a:r>
              <a:rPr lang="ja-JP" altLang="en-US" sz="2000" b="1" dirty="0"/>
              <a:t>セミナーの目的</a:t>
            </a:r>
          </a:p>
          <a:p>
            <a:pPr marL="0" lvl="1" indent="0">
              <a:buFont typeface="Arial" panose="020B0604020202020204" pitchFamily="34" charset="0"/>
              <a:buNone/>
            </a:pPr>
            <a:r>
              <a:rPr lang="ja-JP" altLang="en-US" sz="2000"/>
              <a:t>セミナーご聴講の皆様</a:t>
            </a:r>
            <a:r>
              <a:rPr sz="2000" dirty="0" err="1"/>
              <a:t>がMicrosoft</a:t>
            </a:r>
            <a:r>
              <a:rPr sz="2000" dirty="0"/>
              <a:t> </a:t>
            </a:r>
            <a:r>
              <a:rPr sz="2000" dirty="0" err="1"/>
              <a:t>Copilotを安全に効果的に活用する知識を提供します</a:t>
            </a:r>
            <a:r>
              <a:rPr sz="2000" dirty="0"/>
              <a:t>。</a:t>
            </a:r>
            <a:endParaRPr lang="ja-JP" altLang="en-US" sz="2000" dirty="0"/>
          </a:p>
          <a:p>
            <a:pPr marL="0" indent="0">
              <a:spcBef>
                <a:spcPts val="2500"/>
              </a:spcBef>
              <a:buFont typeface="Arial" panose="020B0604020202020204" pitchFamily="34" charset="0"/>
              <a:buNone/>
            </a:pPr>
            <a:r>
              <a:rPr lang="ja-JP" altLang="en-US" sz="2000" b="1" dirty="0"/>
              <a:t>生成</a:t>
            </a:r>
            <a:r>
              <a:rPr lang="en-US" sz="2000" b="1" dirty="0"/>
              <a:t>AI</a:t>
            </a:r>
            <a:r>
              <a:rPr lang="ja-JP" altLang="en-US" sz="2000" b="1" dirty="0"/>
              <a:t>の重要性</a:t>
            </a:r>
          </a:p>
          <a:p>
            <a:pPr marL="0" lvl="1" indent="0">
              <a:buFont typeface="Arial" panose="020B0604020202020204" pitchFamily="34" charset="0"/>
              <a:buNone/>
            </a:pPr>
            <a:r>
              <a:rPr sz="2000" dirty="0" err="1"/>
              <a:t>生成AIは業務効率化やアイデア創出に役立ちますが、誤用は法令違反リスクがあります</a:t>
            </a:r>
            <a:r>
              <a:rPr sz="2000" dirty="0"/>
              <a:t>。</a:t>
            </a:r>
            <a:endParaRPr lang="ja-JP" altLang="en-US" sz="2000" dirty="0"/>
          </a:p>
          <a:p>
            <a:pPr marL="0" indent="0">
              <a:spcBef>
                <a:spcPts val="2500"/>
              </a:spcBef>
              <a:buFont typeface="Arial" panose="020B0604020202020204" pitchFamily="34" charset="0"/>
              <a:buNone/>
            </a:pPr>
            <a:r>
              <a:rPr lang="ja-JP" altLang="en-US" sz="2000" b="1" dirty="0"/>
              <a:t>理解しやすい内容</a:t>
            </a:r>
          </a:p>
          <a:p>
            <a:pPr marL="0" lvl="1" indent="0">
              <a:buFont typeface="Arial" panose="020B0604020202020204" pitchFamily="34" charset="0"/>
              <a:buNone/>
            </a:pPr>
            <a:r>
              <a:rPr lang="ja-JP" altLang="en-US" sz="2000" dirty="0"/>
              <a:t>生成</a:t>
            </a:r>
            <a:r>
              <a:rPr lang="en-US" altLang="ja-JP" sz="2000" dirty="0"/>
              <a:t>AI</a:t>
            </a:r>
            <a:r>
              <a:rPr lang="ja-JP" altLang="en-US" sz="2000" dirty="0"/>
              <a:t>を初めて利用する方</a:t>
            </a:r>
            <a:r>
              <a:rPr sz="2000" dirty="0" err="1"/>
              <a:t>も理解できるよう、視覚的説明と事例を交えて解説します</a:t>
            </a:r>
            <a:r>
              <a:rPr sz="2000" dirty="0"/>
              <a:t>。</a:t>
            </a:r>
            <a:endParaRPr lang="en-US" sz="2000" dirty="0"/>
          </a:p>
        </p:txBody>
      </p:sp>
      <p:sp>
        <p:nvSpPr>
          <p:cNvPr id="3" name="スライド番号プレースホルダー 2">
            <a:extLst>
              <a:ext uri="{FF2B5EF4-FFF2-40B4-BE49-F238E27FC236}">
                <a16:creationId xmlns:a16="http://schemas.microsoft.com/office/drawing/2014/main" id="{48ACA15A-8BE9-1574-6CD6-5ED7F0021836}"/>
              </a:ext>
            </a:extLst>
          </p:cNvPr>
          <p:cNvSpPr>
            <a:spLocks noGrp="1"/>
          </p:cNvSpPr>
          <p:nvPr>
            <p:ph type="sldNum" sz="quarter" idx="12"/>
          </p:nvPr>
        </p:nvSpPr>
        <p:spPr>
          <a:xfrm>
            <a:off x="11762793" y="6492875"/>
            <a:ext cx="429207" cy="365125"/>
          </a:xfrm>
        </p:spPr>
        <p:txBody>
          <a:bodyPr/>
          <a:lstStyle/>
          <a:p>
            <a:pPr rtl="0"/>
            <a:fld id="{AEAA3239-9EA4-4A65-A281-97F994456D9F}" type="slidenum">
              <a:rPr lang="en-US" smtClean="0"/>
              <a:t>4</a:t>
            </a:fld>
            <a:endParaRPr lang="en-US" dirty="0"/>
          </a:p>
        </p:txBody>
      </p:sp>
    </p:spTree>
    <p:extLst>
      <p:ext uri="{BB962C8B-B14F-4D97-AF65-F5344CB8AC3E}">
        <p14:creationId xmlns:p14="http://schemas.microsoft.com/office/powerpoint/2010/main" val="21087158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047A1-CD22-8988-D362-ED7687FE8367}"/>
              </a:ext>
            </a:extLst>
          </p:cNvPr>
          <p:cNvSpPr>
            <a:spLocks noGrp="1"/>
          </p:cNvSpPr>
          <p:nvPr>
            <p:ph type="ctrTitle"/>
          </p:nvPr>
        </p:nvSpPr>
        <p:spPr>
          <a:xfrm>
            <a:off x="1524000" y="836955"/>
            <a:ext cx="7412735" cy="4649446"/>
          </a:xfrm>
        </p:spPr>
        <p:txBody>
          <a:bodyPr anchor="b">
            <a:normAutofit/>
          </a:bodyPr>
          <a:lstStyle/>
          <a:p>
            <a:r>
              <a:rPr lang="en-US" dirty="0" err="1"/>
              <a:t>生成AIとは何か</a:t>
            </a:r>
            <a:endParaRPr lang="en-US" dirty="0"/>
          </a:p>
        </p:txBody>
      </p:sp>
      <p:sp>
        <p:nvSpPr>
          <p:cNvPr id="3" name="スライド番号プレースホルダー 2">
            <a:extLst>
              <a:ext uri="{FF2B5EF4-FFF2-40B4-BE49-F238E27FC236}">
                <a16:creationId xmlns:a16="http://schemas.microsoft.com/office/drawing/2014/main" id="{F528BE31-31CC-2D9F-EEB5-C9B38A333EE2}"/>
              </a:ext>
            </a:extLst>
          </p:cNvPr>
          <p:cNvSpPr>
            <a:spLocks noGrp="1"/>
          </p:cNvSpPr>
          <p:nvPr>
            <p:ph type="sldNum" sz="quarter" idx="12"/>
          </p:nvPr>
        </p:nvSpPr>
        <p:spPr/>
        <p:txBody>
          <a:bodyPr/>
          <a:lstStyle/>
          <a:p>
            <a:pPr rtl="0"/>
            <a:fld id="{AEAA3239-9EA4-4A65-A281-97F994456D9F}" type="slidenum">
              <a:rPr lang="en-US" smtClean="0"/>
              <a:pPr rtl="0"/>
              <a:t>5</a:t>
            </a:fld>
            <a:endParaRPr lang="en-US"/>
          </a:p>
        </p:txBody>
      </p:sp>
    </p:spTree>
    <p:extLst>
      <p:ext uri="{BB962C8B-B14F-4D97-AF65-F5344CB8AC3E}">
        <p14:creationId xmlns:p14="http://schemas.microsoft.com/office/powerpoint/2010/main" val="11826188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9C808-B6D1-8313-743F-3C1BFAA46487}"/>
              </a:ext>
            </a:extLst>
          </p:cNvPr>
          <p:cNvSpPr>
            <a:spLocks noGrp="1"/>
          </p:cNvSpPr>
          <p:nvPr>
            <p:ph type="title"/>
          </p:nvPr>
        </p:nvSpPr>
        <p:spPr>
          <a:xfrm>
            <a:off x="6190488" y="731520"/>
            <a:ext cx="5111496" cy="1447800"/>
          </a:xfrm>
        </p:spPr>
        <p:txBody>
          <a:bodyPr anchor="b">
            <a:normAutofit/>
          </a:bodyPr>
          <a:lstStyle/>
          <a:p>
            <a:r>
              <a:rPr lang="en-US" dirty="0" err="1"/>
              <a:t>生成AIの定義と特徴</a:t>
            </a:r>
            <a:endParaRPr lang="en-US" dirty="0"/>
          </a:p>
        </p:txBody>
      </p:sp>
      <p:pic>
        <p:nvPicPr>
          <p:cNvPr id="5" name="Content Placeholder 4" descr="close up Artificial Intelligence technology brain for backgrounds">
            <a:extLst>
              <a:ext uri="{FF2B5EF4-FFF2-40B4-BE49-F238E27FC236}">
                <a16:creationId xmlns:a16="http://schemas.microsoft.com/office/drawing/2014/main" id="{41A26FDE-D1CE-4973-8804-EAA208F30BB2}"/>
              </a:ext>
            </a:extLst>
          </p:cNvPr>
          <p:cNvPicPr>
            <a:picLocks noGrp="1" noChangeAspect="1"/>
          </p:cNvPicPr>
          <p:nvPr>
            <p:ph type="pic" sz="quarter" idx="18"/>
          </p:nvPr>
        </p:nvPicPr>
        <p:blipFill>
          <a:blip r:embed="rId3"/>
          <a:srcRect l="50133"/>
          <a:stretch>
            <a:fillRect/>
          </a:stretch>
        </p:blipFill>
        <p:spPr>
          <a:xfrm>
            <a:off x="301752" y="301752"/>
            <a:ext cx="4672584" cy="6254496"/>
          </a:xfrm>
          <a:prstGeom prst="rect">
            <a:avLst/>
          </a:prstGeom>
          <a:noFill/>
        </p:spPr>
      </p:pic>
      <p:sp>
        <p:nvSpPr>
          <p:cNvPr id="4" name="Content Placeholder 3">
            <a:extLst>
              <a:ext uri="{FF2B5EF4-FFF2-40B4-BE49-F238E27FC236}">
                <a16:creationId xmlns:a16="http://schemas.microsoft.com/office/drawing/2014/main" id="{83DA64CE-5758-7494-770C-AC18B862558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95931" y="2373638"/>
            <a:ext cx="4460528" cy="3798562"/>
          </a:xfrm>
        </p:spPr>
        <p:txBody>
          <a:bodyPr>
            <a:normAutofit/>
          </a:bodyPr>
          <a:lstStyle/>
          <a:p>
            <a:pPr marL="0" indent="0">
              <a:spcBef>
                <a:spcPts val="2500"/>
              </a:spcBef>
              <a:buFont typeface="Arial" panose="020B0604020202020204" pitchFamily="34" charset="0"/>
              <a:buNone/>
            </a:pPr>
            <a:r>
              <a:rPr lang="ja-JP" altLang="en-US" sz="2000" b="1"/>
              <a:t>生成</a:t>
            </a:r>
            <a:r>
              <a:rPr lang="en-US" sz="2000" b="1"/>
              <a:t>AI</a:t>
            </a:r>
            <a:r>
              <a:rPr lang="ja-JP" altLang="en-US" sz="2000" b="1"/>
              <a:t>の概要</a:t>
            </a:r>
          </a:p>
          <a:p>
            <a:pPr marL="0" lvl="1" indent="0">
              <a:buFont typeface="Arial" panose="020B0604020202020204" pitchFamily="34" charset="0"/>
              <a:buNone/>
            </a:pPr>
            <a:r>
              <a:rPr sz="2000"/>
              <a:t>生成AIは指示に基づき文章や画像、要約を自動生成する技術です。</a:t>
            </a:r>
            <a:endParaRPr lang="en-US" sz="2000"/>
          </a:p>
          <a:p>
            <a:pPr marL="0" indent="0">
              <a:spcBef>
                <a:spcPts val="2500"/>
              </a:spcBef>
              <a:buFont typeface="Arial" panose="020B0604020202020204" pitchFamily="34" charset="0"/>
              <a:buNone/>
            </a:pPr>
            <a:r>
              <a:rPr lang="en-US" sz="2000" b="1"/>
              <a:t>Microsoft Copilot</a:t>
            </a:r>
            <a:r>
              <a:rPr lang="ja-JP" altLang="en-US" sz="2000" b="1"/>
              <a:t>の役割</a:t>
            </a:r>
          </a:p>
          <a:p>
            <a:pPr marL="0" lvl="1" indent="0">
              <a:buFont typeface="Arial" panose="020B0604020202020204" pitchFamily="34" charset="0"/>
              <a:buNone/>
            </a:pPr>
            <a:r>
              <a:rPr sz="2000"/>
              <a:t>Copilotは業務文書作成やデータ分析を補助し、生産性向上を支援します。</a:t>
            </a:r>
            <a:endParaRPr lang="ja-JP" altLang="en-US" sz="2000"/>
          </a:p>
          <a:p>
            <a:pPr marL="0" indent="0">
              <a:spcBef>
                <a:spcPts val="2500"/>
              </a:spcBef>
              <a:buFont typeface="Arial" panose="020B0604020202020204" pitchFamily="34" charset="0"/>
              <a:buNone/>
            </a:pPr>
            <a:r>
              <a:rPr lang="ja-JP" altLang="en-US" sz="2000" b="1"/>
              <a:t>補助的な役割</a:t>
            </a:r>
          </a:p>
          <a:p>
            <a:pPr marL="0" lvl="1" indent="0">
              <a:buFont typeface="Arial" panose="020B0604020202020204" pitchFamily="34" charset="0"/>
              <a:buNone/>
            </a:pPr>
            <a:r>
              <a:rPr sz="2000"/>
              <a:t>生成AIは仕事を完全に置き換えず、時間のかかる作業を短縮します。</a:t>
            </a:r>
            <a:endParaRPr lang="en-US" sz="2000"/>
          </a:p>
        </p:txBody>
      </p:sp>
      <p:sp>
        <p:nvSpPr>
          <p:cNvPr id="3" name="スライド番号プレースホルダー 2">
            <a:extLst>
              <a:ext uri="{FF2B5EF4-FFF2-40B4-BE49-F238E27FC236}">
                <a16:creationId xmlns:a16="http://schemas.microsoft.com/office/drawing/2014/main" id="{66C56E6B-DE82-924B-E65B-5709D7F85EB8}"/>
              </a:ext>
            </a:extLst>
          </p:cNvPr>
          <p:cNvSpPr>
            <a:spLocks noGrp="1"/>
          </p:cNvSpPr>
          <p:nvPr>
            <p:ph type="sldNum" sz="quarter" idx="12"/>
          </p:nvPr>
        </p:nvSpPr>
        <p:spPr>
          <a:xfrm>
            <a:off x="11611635" y="6492875"/>
            <a:ext cx="557225" cy="365125"/>
          </a:xfrm>
        </p:spPr>
        <p:txBody>
          <a:bodyPr/>
          <a:lstStyle/>
          <a:p>
            <a:pPr algn="r" rtl="0"/>
            <a:fld id="{AEAA3239-9EA4-4A65-A281-97F994456D9F}" type="slidenum">
              <a:rPr lang="en-US" smtClean="0"/>
              <a:pPr algn="r" rtl="0"/>
              <a:t>6</a:t>
            </a:fld>
            <a:endParaRPr lang="en-US"/>
          </a:p>
        </p:txBody>
      </p:sp>
    </p:spTree>
    <p:extLst>
      <p:ext uri="{BB962C8B-B14F-4D97-AF65-F5344CB8AC3E}">
        <p14:creationId xmlns:p14="http://schemas.microsoft.com/office/powerpoint/2010/main" val="39128918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93261-5082-4361-295A-ABF3A96D14C6}"/>
              </a:ext>
            </a:extLst>
          </p:cNvPr>
          <p:cNvSpPr>
            <a:spLocks noGrp="1"/>
          </p:cNvSpPr>
          <p:nvPr>
            <p:ph type="ctrTitle"/>
          </p:nvPr>
        </p:nvSpPr>
        <p:spPr>
          <a:xfrm>
            <a:off x="1524000" y="836955"/>
            <a:ext cx="10046207" cy="4649446"/>
          </a:xfrm>
        </p:spPr>
        <p:txBody>
          <a:bodyPr anchor="b">
            <a:normAutofit/>
          </a:bodyPr>
          <a:lstStyle/>
          <a:p>
            <a:r>
              <a:rPr lang="en-US" dirty="0" err="1"/>
              <a:t>なぜ今、生成AIなのか</a:t>
            </a:r>
            <a:endParaRPr lang="en-US" dirty="0"/>
          </a:p>
        </p:txBody>
      </p:sp>
      <p:sp>
        <p:nvSpPr>
          <p:cNvPr id="3" name="スライド番号プレースホルダー 2">
            <a:extLst>
              <a:ext uri="{FF2B5EF4-FFF2-40B4-BE49-F238E27FC236}">
                <a16:creationId xmlns:a16="http://schemas.microsoft.com/office/drawing/2014/main" id="{5C583279-44E4-8165-D495-4E438CD7A0DE}"/>
              </a:ext>
            </a:extLst>
          </p:cNvPr>
          <p:cNvSpPr>
            <a:spLocks noGrp="1"/>
          </p:cNvSpPr>
          <p:nvPr>
            <p:ph type="sldNum" sz="quarter" idx="12"/>
          </p:nvPr>
        </p:nvSpPr>
        <p:spPr/>
        <p:txBody>
          <a:bodyPr/>
          <a:lstStyle/>
          <a:p>
            <a:pPr rtl="0"/>
            <a:fld id="{AEAA3239-9EA4-4A65-A281-97F994456D9F}" type="slidenum">
              <a:rPr lang="en-US" smtClean="0"/>
              <a:pPr rtl="0"/>
              <a:t>7</a:t>
            </a:fld>
            <a:endParaRPr lang="en-US"/>
          </a:p>
        </p:txBody>
      </p:sp>
    </p:spTree>
    <p:extLst>
      <p:ext uri="{BB962C8B-B14F-4D97-AF65-F5344CB8AC3E}">
        <p14:creationId xmlns:p14="http://schemas.microsoft.com/office/powerpoint/2010/main" val="40245382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2A37D-85A6-A1E1-5D4D-1B943FC72C64}"/>
              </a:ext>
            </a:extLst>
          </p:cNvPr>
          <p:cNvSpPr>
            <a:spLocks noGrp="1"/>
          </p:cNvSpPr>
          <p:nvPr>
            <p:ph type="title"/>
          </p:nvPr>
        </p:nvSpPr>
        <p:spPr>
          <a:xfrm>
            <a:off x="6190488" y="731520"/>
            <a:ext cx="4663440" cy="1447800"/>
          </a:xfrm>
        </p:spPr>
        <p:txBody>
          <a:bodyPr anchor="b">
            <a:normAutofit/>
          </a:bodyPr>
          <a:lstStyle/>
          <a:p>
            <a:r>
              <a:rPr lang="en-US"/>
              <a:t>導入の背景とメリット</a:t>
            </a:r>
          </a:p>
        </p:txBody>
      </p:sp>
      <p:pic>
        <p:nvPicPr>
          <p:cNvPr id="5" name="Content Placeholder 4" descr="Shot of computer programmers looking through data in the office">
            <a:extLst>
              <a:ext uri="{FF2B5EF4-FFF2-40B4-BE49-F238E27FC236}">
                <a16:creationId xmlns:a16="http://schemas.microsoft.com/office/drawing/2014/main" id="{21944F36-4D91-4413-8335-949DE3323CC5}"/>
              </a:ext>
            </a:extLst>
          </p:cNvPr>
          <p:cNvPicPr>
            <a:picLocks noGrp="1" noChangeAspect="1"/>
          </p:cNvPicPr>
          <p:nvPr>
            <p:ph type="pic" sz="quarter" idx="18"/>
          </p:nvPr>
        </p:nvPicPr>
        <p:blipFill>
          <a:blip r:embed="rId3"/>
          <a:srcRect l="26386" r="23746"/>
          <a:stretch>
            <a:fillRect/>
          </a:stretch>
        </p:blipFill>
        <p:spPr>
          <a:xfrm>
            <a:off x="301752" y="301752"/>
            <a:ext cx="4672584" cy="6254496"/>
          </a:xfrm>
          <a:prstGeom prst="rect">
            <a:avLst/>
          </a:prstGeom>
          <a:noFill/>
        </p:spPr>
      </p:pic>
      <p:sp>
        <p:nvSpPr>
          <p:cNvPr id="4" name="Content Placeholder 3">
            <a:extLst>
              <a:ext uri="{FF2B5EF4-FFF2-40B4-BE49-F238E27FC236}">
                <a16:creationId xmlns:a16="http://schemas.microsoft.com/office/drawing/2014/main" id="{FC246F08-CCB1-C44E-2AB6-ABFD8EBA713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95929" y="2373638"/>
            <a:ext cx="5445737" cy="3798562"/>
          </a:xfrm>
        </p:spPr>
        <p:txBody>
          <a:bodyPr>
            <a:noAutofit/>
          </a:bodyPr>
          <a:lstStyle/>
          <a:p>
            <a:pPr marL="0" indent="0">
              <a:spcBef>
                <a:spcPts val="2500"/>
              </a:spcBef>
              <a:buFont typeface="Arial" panose="020B0604020202020204" pitchFamily="34" charset="0"/>
              <a:buNone/>
            </a:pPr>
            <a:r>
              <a:rPr lang="ja-JP" altLang="en-US" sz="2000" b="1" dirty="0"/>
              <a:t>業務効率化の向上</a:t>
            </a:r>
          </a:p>
          <a:p>
            <a:pPr marL="0" lvl="1" indent="0">
              <a:buFont typeface="Arial" panose="020B0604020202020204" pitchFamily="34" charset="0"/>
              <a:buNone/>
            </a:pPr>
            <a:r>
              <a:rPr sz="2000" dirty="0" err="1"/>
              <a:t>生成AIは</a:t>
            </a:r>
            <a:r>
              <a:rPr lang="ja-JP" altLang="en-US" sz="2000"/>
              <a:t>、一般的に</a:t>
            </a:r>
            <a:r>
              <a:rPr sz="2000" dirty="0" err="1"/>
              <a:t>会議議事録作成時間を短縮し、大幅な効率化を実現します</a:t>
            </a:r>
            <a:r>
              <a:rPr sz="2000" dirty="0"/>
              <a:t>。</a:t>
            </a:r>
            <a:endParaRPr lang="ja-JP" altLang="en-US" sz="2000" dirty="0"/>
          </a:p>
          <a:p>
            <a:pPr marL="0" indent="0">
              <a:spcBef>
                <a:spcPts val="2500"/>
              </a:spcBef>
              <a:buFont typeface="Arial" panose="020B0604020202020204" pitchFamily="34" charset="0"/>
              <a:buNone/>
            </a:pPr>
            <a:r>
              <a:rPr lang="ja-JP" altLang="en-US" sz="2000" b="1" dirty="0"/>
              <a:t>提案書作成の迅速化</a:t>
            </a:r>
          </a:p>
          <a:p>
            <a:pPr marL="0" lvl="1" indent="0">
              <a:buFont typeface="Arial" panose="020B0604020202020204" pitchFamily="34" charset="0"/>
              <a:buNone/>
            </a:pPr>
            <a:r>
              <a:rPr sz="2000" dirty="0" err="1"/>
              <a:t>AIを使うことで提案書や企画書のたたき台を素早く作成でき、アイデア検討の時間を短縮します</a:t>
            </a:r>
            <a:r>
              <a:rPr sz="2000" dirty="0"/>
              <a:t>。</a:t>
            </a:r>
            <a:endParaRPr lang="ja-JP" altLang="en-US" sz="2000" dirty="0"/>
          </a:p>
          <a:p>
            <a:pPr marL="0" indent="0">
              <a:spcBef>
                <a:spcPts val="2500"/>
              </a:spcBef>
              <a:buFont typeface="Arial" panose="020B0604020202020204" pitchFamily="34" charset="0"/>
              <a:buNone/>
            </a:pPr>
            <a:r>
              <a:rPr lang="ja-JP" altLang="en-US" sz="2000" b="1" dirty="0"/>
              <a:t>幅広い業務での活用</a:t>
            </a:r>
          </a:p>
          <a:p>
            <a:pPr marL="0" lvl="1" indent="0">
              <a:buFont typeface="Arial" panose="020B0604020202020204" pitchFamily="34" charset="0"/>
              <a:buNone/>
            </a:pPr>
            <a:r>
              <a:rPr sz="2000" dirty="0" err="1"/>
              <a:t>データ分析補助やFAQ作成など、多様な業務領域でAI活用が可能で競争力を強化します</a:t>
            </a:r>
            <a:r>
              <a:rPr sz="2000" dirty="0"/>
              <a:t>。</a:t>
            </a:r>
            <a:endParaRPr lang="en-US" sz="2000" dirty="0"/>
          </a:p>
        </p:txBody>
      </p:sp>
      <p:sp>
        <p:nvSpPr>
          <p:cNvPr id="6" name="スライド番号プレースホルダー 2">
            <a:extLst>
              <a:ext uri="{FF2B5EF4-FFF2-40B4-BE49-F238E27FC236}">
                <a16:creationId xmlns:a16="http://schemas.microsoft.com/office/drawing/2014/main" id="{FB0F404D-9E81-6775-FF71-ED3CF4BE68D8}"/>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8</a:t>
            </a:fld>
            <a:endParaRPr lang="en-US"/>
          </a:p>
        </p:txBody>
      </p:sp>
    </p:spTree>
    <p:extLst>
      <p:ext uri="{BB962C8B-B14F-4D97-AF65-F5344CB8AC3E}">
        <p14:creationId xmlns:p14="http://schemas.microsoft.com/office/powerpoint/2010/main" val="34432393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ADD3A28E-7D37-A062-A80D-8C3C53A03D5A}"/>
              </a:ext>
            </a:extLst>
          </p:cNvPr>
          <p:cNvSpPr>
            <a:spLocks noGrp="1"/>
          </p:cNvSpPr>
          <p:nvPr>
            <p:ph type="sldNum" sz="quarter" idx="12"/>
          </p:nvPr>
        </p:nvSpPr>
        <p:spPr/>
        <p:txBody>
          <a:bodyPr/>
          <a:lstStyle/>
          <a:p>
            <a:pPr rtl="0"/>
            <a:fld id="{AEAA3239-9EA4-4A65-A281-97F994456D9F}" type="slidenum">
              <a:rPr lang="en-US" smtClean="0"/>
              <a:t>9</a:t>
            </a:fld>
            <a:endParaRPr lang="en-US"/>
          </a:p>
        </p:txBody>
      </p:sp>
      <p:pic>
        <p:nvPicPr>
          <p:cNvPr id="6" name="図 5">
            <a:extLst>
              <a:ext uri="{FF2B5EF4-FFF2-40B4-BE49-F238E27FC236}">
                <a16:creationId xmlns:a16="http://schemas.microsoft.com/office/drawing/2014/main" id="{D2F76405-B25E-3E4A-B9FE-CEB21FF2F6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232" y="0"/>
            <a:ext cx="11072443" cy="6858000"/>
          </a:xfrm>
          <a:prstGeom prst="rect">
            <a:avLst/>
          </a:prstGeom>
        </p:spPr>
      </p:pic>
    </p:spTree>
    <p:extLst>
      <p:ext uri="{BB962C8B-B14F-4D97-AF65-F5344CB8AC3E}">
        <p14:creationId xmlns:p14="http://schemas.microsoft.com/office/powerpoint/2010/main" val="4156305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8DBCF-DFC6-5ABE-EA7E-1C4E3FF5A6F9}"/>
              </a:ext>
            </a:extLst>
          </p:cNvPr>
          <p:cNvSpPr>
            <a:spLocks noGrp="1"/>
          </p:cNvSpPr>
          <p:nvPr>
            <p:ph type="ctrTitle"/>
          </p:nvPr>
        </p:nvSpPr>
        <p:spPr>
          <a:xfrm>
            <a:off x="1524000" y="836955"/>
            <a:ext cx="9585959" cy="4649446"/>
          </a:xfrm>
        </p:spPr>
        <p:txBody>
          <a:bodyPr anchor="b">
            <a:normAutofit/>
          </a:bodyPr>
          <a:lstStyle/>
          <a:p>
            <a:r>
              <a:rPr lang="ja-JP" altLang="en-US" dirty="0"/>
              <a:t>推奨される</a:t>
            </a:r>
            <a:br>
              <a:rPr lang="en-US" altLang="ja-JP" dirty="0"/>
            </a:br>
            <a:r>
              <a:rPr lang="ja-JP" altLang="en-US" dirty="0"/>
              <a:t>生成</a:t>
            </a:r>
            <a:r>
              <a:rPr lang="en-US" altLang="ja-JP" dirty="0"/>
              <a:t>AI</a:t>
            </a:r>
            <a:r>
              <a:rPr lang="ja-JP" altLang="en-US" dirty="0"/>
              <a:t>利活用方法</a:t>
            </a:r>
            <a:endParaRPr lang="en-US" dirty="0"/>
          </a:p>
        </p:txBody>
      </p:sp>
      <p:sp>
        <p:nvSpPr>
          <p:cNvPr id="3" name="スライド番号プレースホルダー 2">
            <a:extLst>
              <a:ext uri="{FF2B5EF4-FFF2-40B4-BE49-F238E27FC236}">
                <a16:creationId xmlns:a16="http://schemas.microsoft.com/office/drawing/2014/main" id="{7D735C67-46EF-ED7B-4E8D-BFD43071FAB4}"/>
              </a:ext>
            </a:extLst>
          </p:cNvPr>
          <p:cNvSpPr>
            <a:spLocks noGrp="1"/>
          </p:cNvSpPr>
          <p:nvPr>
            <p:ph type="sldNum" sz="quarter" idx="12"/>
          </p:nvPr>
        </p:nvSpPr>
        <p:spPr/>
        <p:txBody>
          <a:bodyPr/>
          <a:lstStyle/>
          <a:p>
            <a:pPr rtl="0"/>
            <a:fld id="{AEAA3239-9EA4-4A65-A281-97F994456D9F}" type="slidenum">
              <a:rPr lang="en-US" smtClean="0"/>
              <a:pPr rtl="0"/>
              <a:t>10</a:t>
            </a:fld>
            <a:endParaRPr lang="en-US"/>
          </a:p>
        </p:txBody>
      </p:sp>
    </p:spTree>
    <p:extLst>
      <p:ext uri="{BB962C8B-B14F-4D97-AF65-F5344CB8AC3E}">
        <p14:creationId xmlns:p14="http://schemas.microsoft.com/office/powerpoint/2010/main" val="1192764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F60B8-5A5C-B232-9381-426B63097517}"/>
              </a:ext>
            </a:extLst>
          </p:cNvPr>
          <p:cNvSpPr>
            <a:spLocks noGrp="1"/>
          </p:cNvSpPr>
          <p:nvPr>
            <p:ph type="title"/>
          </p:nvPr>
        </p:nvSpPr>
        <p:spPr>
          <a:xfrm>
            <a:off x="6442605" y="0"/>
            <a:ext cx="3566160" cy="1463040"/>
          </a:xfrm>
        </p:spPr>
        <p:txBody>
          <a:bodyPr anchor="b">
            <a:normAutofit/>
          </a:bodyPr>
          <a:lstStyle/>
          <a:p>
            <a:r>
              <a:rPr lang="ja-JP" altLang="ja-JP" dirty="0"/>
              <a:t>生成AI利用</a:t>
            </a:r>
            <a:r>
              <a:rPr lang="ja-JP" altLang="en-US" dirty="0"/>
              <a:t>の</a:t>
            </a:r>
            <a:br>
              <a:rPr lang="en-US" altLang="ja-JP" dirty="0"/>
            </a:br>
            <a:r>
              <a:rPr lang="ja-JP" altLang="en-US" dirty="0"/>
              <a:t>前提条件</a:t>
            </a:r>
            <a:endParaRPr lang="en-US" dirty="0"/>
          </a:p>
        </p:txBody>
      </p:sp>
      <p:pic>
        <p:nvPicPr>
          <p:cNvPr id="5" name="Content Placeholder 4" descr="Shot of a creative workstation with no people">
            <a:extLst>
              <a:ext uri="{FF2B5EF4-FFF2-40B4-BE49-F238E27FC236}">
                <a16:creationId xmlns:a16="http://schemas.microsoft.com/office/drawing/2014/main" id="{FB33AF6C-D75A-44F5-B943-CA26DE3017A5}"/>
              </a:ext>
            </a:extLst>
          </p:cNvPr>
          <p:cNvPicPr>
            <a:picLocks noGrp="1" noChangeAspect="1"/>
          </p:cNvPicPr>
          <p:nvPr>
            <p:ph type="pic" sz="quarter" idx="18"/>
          </p:nvPr>
        </p:nvPicPr>
        <p:blipFill>
          <a:blip r:embed="rId3"/>
          <a:srcRect l="9631" r="29745" b="1"/>
          <a:stretch>
            <a:fillRect/>
          </a:stretch>
        </p:blipFill>
        <p:spPr>
          <a:xfrm>
            <a:off x="288485" y="303276"/>
            <a:ext cx="5677791" cy="6251447"/>
          </a:xfrm>
          <a:prstGeom prst="rect">
            <a:avLst/>
          </a:prstGeom>
          <a:noFill/>
        </p:spPr>
      </p:pic>
      <p:sp>
        <p:nvSpPr>
          <p:cNvPr id="4" name="Content Placeholder 3">
            <a:extLst>
              <a:ext uri="{FF2B5EF4-FFF2-40B4-BE49-F238E27FC236}">
                <a16:creationId xmlns:a16="http://schemas.microsoft.com/office/drawing/2014/main" id="{17947439-44A8-5B56-68C2-084838376A5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42604" y="1831241"/>
            <a:ext cx="5370167" cy="4723481"/>
          </a:xfrm>
        </p:spPr>
        <p:txBody>
          <a:bodyPr>
            <a:noAutofit/>
          </a:bodyPr>
          <a:lstStyle/>
          <a:p>
            <a:pPr marL="342900" indent="-342900">
              <a:spcBef>
                <a:spcPts val="2500"/>
              </a:spcBef>
              <a:buFont typeface="Wingdings" panose="05000000000000000000" pitchFamily="2" charset="2"/>
              <a:buChar char="l"/>
            </a:pPr>
            <a:r>
              <a:rPr lang="ja-JP" altLang="ja-JP" sz="2400" b="1" dirty="0"/>
              <a:t>生成AIは</a:t>
            </a:r>
            <a:r>
              <a:rPr lang="ja-JP" altLang="en-US" sz="2400" b="1" dirty="0"/>
              <a:t>所定のルール</a:t>
            </a:r>
            <a:r>
              <a:rPr lang="ja-JP" altLang="ja-JP" sz="2400" b="1" dirty="0"/>
              <a:t>を</a:t>
            </a:r>
            <a:r>
              <a:rPr lang="ja-JP" altLang="en-US" sz="2400" b="1" dirty="0"/>
              <a:t>守ることで</a:t>
            </a:r>
            <a:r>
              <a:rPr lang="ja-JP" altLang="ja-JP" sz="2400" b="1" dirty="0"/>
              <a:t>業務利用できます</a:t>
            </a:r>
            <a:r>
              <a:rPr lang="ja-JP" altLang="en-US" sz="2400" dirty="0"/>
              <a:t>。</a:t>
            </a:r>
            <a:r>
              <a:rPr lang="ja-JP" altLang="ja-JP" sz="2400" dirty="0"/>
              <a:t>「どのツールを、どの範囲で使うか」を守れば、業務でも活用可能です。</a:t>
            </a:r>
            <a:endParaRPr lang="en-US" altLang="ja-JP" sz="2400" dirty="0"/>
          </a:p>
          <a:p>
            <a:pPr marL="342900" indent="-342900">
              <a:buFont typeface="Arial" panose="020B0604020202020204" pitchFamily="34" charset="0"/>
              <a:buChar char="•"/>
            </a:pPr>
            <a:r>
              <a:rPr lang="ja-JP" altLang="ja-JP" sz="2400" dirty="0"/>
              <a:t>利用OKの前提</a:t>
            </a:r>
            <a:br>
              <a:rPr lang="en-US" altLang="ja-JP" sz="2400" dirty="0"/>
            </a:br>
            <a:r>
              <a:rPr lang="ja-JP" altLang="ja-JP" sz="2400" dirty="0"/>
              <a:t>✅ Microsoft Copilotを利用</a:t>
            </a:r>
            <a:br>
              <a:rPr lang="en-US" altLang="ja-JP" sz="2400" dirty="0"/>
            </a:br>
            <a:r>
              <a:rPr lang="ja-JP" altLang="ja-JP" sz="2400" dirty="0"/>
              <a:t>✅ 自身がアクセス権を持つ情報の範囲で利用</a:t>
            </a:r>
            <a:br>
              <a:rPr lang="en-US" altLang="ja-JP" sz="2400" dirty="0"/>
            </a:br>
            <a:r>
              <a:rPr lang="ja-JP" altLang="ja-JP" sz="2400" dirty="0"/>
              <a:t>✅ 生成結果は必ず人が確認・修正</a:t>
            </a:r>
          </a:p>
          <a:p>
            <a:pPr marL="342900" indent="-342900">
              <a:buFont typeface="Arial" panose="020B0604020202020204" pitchFamily="34" charset="0"/>
              <a:buChar char="•"/>
            </a:pPr>
            <a:r>
              <a:rPr lang="ja-JP" altLang="ja-JP" sz="2400" dirty="0"/>
              <a:t>利用NGの前提（※詳細は後述）</a:t>
            </a:r>
            <a:br>
              <a:rPr lang="en-US" altLang="ja-JP" sz="2400" dirty="0"/>
            </a:br>
            <a:r>
              <a:rPr lang="ja-JP" altLang="ja-JP" sz="2400" dirty="0"/>
              <a:t>❌ 個人用AIへの業務データ入力</a:t>
            </a:r>
            <a:br>
              <a:rPr lang="en-US" altLang="ja-JP" sz="2400" dirty="0"/>
            </a:br>
            <a:r>
              <a:rPr lang="ja-JP" altLang="ja-JP" sz="2400" dirty="0"/>
              <a:t>❌ 機密情報・個人情報の無断入力</a:t>
            </a:r>
          </a:p>
          <a:p>
            <a:pPr marL="342900" indent="-342900">
              <a:spcBef>
                <a:spcPts val="2500"/>
              </a:spcBef>
              <a:buFont typeface="Arial" panose="020B0604020202020204" pitchFamily="34" charset="0"/>
              <a:buChar char="•"/>
            </a:pPr>
            <a:endParaRPr lang="en-US" altLang="ja-JP" sz="2000" b="1" dirty="0"/>
          </a:p>
        </p:txBody>
      </p:sp>
      <p:sp>
        <p:nvSpPr>
          <p:cNvPr id="6" name="スライド番号プレースホルダー 2">
            <a:extLst>
              <a:ext uri="{FF2B5EF4-FFF2-40B4-BE49-F238E27FC236}">
                <a16:creationId xmlns:a16="http://schemas.microsoft.com/office/drawing/2014/main" id="{E5B37ABE-14B2-4B1E-B8FF-CE06478C0CDE}"/>
              </a:ext>
            </a:extLst>
          </p:cNvPr>
          <p:cNvSpPr txBox="1">
            <a:spLocks/>
          </p:cNvSpPr>
          <p:nvPr/>
        </p:nvSpPr>
        <p:spPr>
          <a:xfrm>
            <a:off x="11611635" y="6492875"/>
            <a:ext cx="557225" cy="365125"/>
          </a:xfrm>
          <a:prstGeom prst="rect">
            <a:avLst/>
          </a:prstGeom>
        </p:spPr>
        <p:txBody>
          <a:bodyPr/>
          <a:ls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11</a:t>
            </a:fld>
            <a:endParaRPr lang="en-US"/>
          </a:p>
        </p:txBody>
      </p:sp>
    </p:spTree>
    <p:extLst>
      <p:ext uri="{BB962C8B-B14F-4D97-AF65-F5344CB8AC3E}">
        <p14:creationId xmlns:p14="http://schemas.microsoft.com/office/powerpoint/2010/main" val="5172651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5A24-EB32-554D-F41D-B4B8EC228D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E564F1-4658-A9E1-CD50-BADDBF8738CC}"/>
              </a:ext>
            </a:extLst>
          </p:cNvPr>
          <p:cNvSpPr>
            <a:spLocks noGrp="1"/>
          </p:cNvSpPr>
          <p:nvPr>
            <p:ph type="title"/>
          </p:nvPr>
        </p:nvSpPr>
        <p:spPr>
          <a:xfrm>
            <a:off x="6442605" y="0"/>
            <a:ext cx="3566160" cy="1463040"/>
          </a:xfrm>
        </p:spPr>
        <p:txBody>
          <a:bodyPr anchor="b">
            <a:normAutofit/>
          </a:bodyPr>
          <a:lstStyle/>
          <a:p>
            <a:r>
              <a:rPr lang="ja-JP" altLang="en-US" dirty="0"/>
              <a:t>生成</a:t>
            </a:r>
            <a:r>
              <a:rPr lang="en-US" altLang="ja-JP" dirty="0"/>
              <a:t>AI</a:t>
            </a:r>
            <a:r>
              <a:rPr lang="ja-JP" altLang="en-US" dirty="0"/>
              <a:t>の</a:t>
            </a:r>
            <a:br>
              <a:rPr lang="en-US" altLang="ja-JP" dirty="0"/>
            </a:br>
            <a:r>
              <a:rPr lang="ja-JP" altLang="en-US" dirty="0"/>
              <a:t>ユースケース例</a:t>
            </a:r>
            <a:endParaRPr lang="en-US" dirty="0"/>
          </a:p>
        </p:txBody>
      </p:sp>
      <p:pic>
        <p:nvPicPr>
          <p:cNvPr id="5" name="Content Placeholder 4" descr="Shot of a creative workstation with no people">
            <a:extLst>
              <a:ext uri="{FF2B5EF4-FFF2-40B4-BE49-F238E27FC236}">
                <a16:creationId xmlns:a16="http://schemas.microsoft.com/office/drawing/2014/main" id="{D5FA8973-38FE-6545-D173-42740D2369A1}"/>
              </a:ext>
            </a:extLst>
          </p:cNvPr>
          <p:cNvPicPr>
            <a:picLocks noGrp="1" noChangeAspect="1"/>
          </p:cNvPicPr>
          <p:nvPr>
            <p:ph type="pic" sz="quarter" idx="18"/>
          </p:nvPr>
        </p:nvPicPr>
        <p:blipFill>
          <a:blip r:embed="rId3"/>
          <a:srcRect l="9631" r="29745" b="1"/>
          <a:stretch>
            <a:fillRect/>
          </a:stretch>
        </p:blipFill>
        <p:spPr>
          <a:xfrm>
            <a:off x="288485" y="303276"/>
            <a:ext cx="5677791" cy="6251447"/>
          </a:xfrm>
          <a:prstGeom prst="rect">
            <a:avLst/>
          </a:prstGeom>
          <a:noFill/>
        </p:spPr>
      </p:pic>
      <p:sp>
        <p:nvSpPr>
          <p:cNvPr id="4" name="Content Placeholder 3">
            <a:extLst>
              <a:ext uri="{FF2B5EF4-FFF2-40B4-BE49-F238E27FC236}">
                <a16:creationId xmlns:a16="http://schemas.microsoft.com/office/drawing/2014/main" id="{7FD3B8F3-A053-D44D-95A3-3270052648A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42605" y="1831241"/>
            <a:ext cx="5106458" cy="4723481"/>
          </a:xfrm>
        </p:spPr>
        <p:txBody>
          <a:bodyPr>
            <a:noAutofit/>
          </a:bodyPr>
          <a:lstStyle/>
          <a:p>
            <a:pPr marL="342900" indent="-342900">
              <a:spcBef>
                <a:spcPts val="2500"/>
              </a:spcBef>
              <a:buFont typeface="Wingdings" panose="05000000000000000000" pitchFamily="2" charset="2"/>
              <a:buChar char="l"/>
            </a:pPr>
            <a:r>
              <a:rPr lang="ja-JP" altLang="en-US" sz="2400" b="1" dirty="0"/>
              <a:t>過去案件・関連情報の検索や整理</a:t>
            </a:r>
          </a:p>
          <a:p>
            <a:pPr marL="0" lvl="1"/>
            <a:r>
              <a:rPr lang="en-US" altLang="ja-JP" sz="2000" dirty="0"/>
              <a:t>AI</a:t>
            </a:r>
            <a:r>
              <a:rPr lang="ja-JP" altLang="en-US" sz="2000" dirty="0"/>
              <a:t>がアクセス権のある社内メモや</a:t>
            </a:r>
            <a:r>
              <a:rPr lang="ja-JP" altLang="en-US" sz="2000"/>
              <a:t>議事録、案件資料、顧客資料、その他社内外資料などを</a:t>
            </a:r>
            <a:r>
              <a:rPr lang="ja-JP" altLang="en-US" sz="2000" dirty="0"/>
              <a:t>もとに、関連情報を探す・整理する補助に使えます。</a:t>
            </a:r>
          </a:p>
          <a:p>
            <a:pPr marL="342900" indent="-342900">
              <a:spcBef>
                <a:spcPts val="2500"/>
              </a:spcBef>
              <a:buFont typeface="Wingdings" panose="05000000000000000000" pitchFamily="2" charset="2"/>
              <a:buChar char="l"/>
            </a:pPr>
            <a:r>
              <a:rPr lang="ja-JP" altLang="en-US" sz="2400" b="1" dirty="0"/>
              <a:t>属人化解消・スキル向上</a:t>
            </a:r>
          </a:p>
          <a:p>
            <a:pPr marL="0" lvl="1"/>
            <a:r>
              <a:rPr lang="ja-JP" altLang="en-US" sz="2000" dirty="0"/>
              <a:t>類似する過去の案件を</a:t>
            </a:r>
            <a:r>
              <a:rPr lang="en-US" altLang="ja-JP" sz="2000" dirty="0"/>
              <a:t>AI</a:t>
            </a:r>
            <a:r>
              <a:rPr lang="ja-JP" altLang="en-US" sz="2000" dirty="0"/>
              <a:t>を用いて検索すること</a:t>
            </a:r>
            <a:r>
              <a:rPr lang="ja-JP" altLang="en-US" sz="2000"/>
              <a:t>により、ベテランの経験</a:t>
            </a:r>
            <a:r>
              <a:rPr lang="ja-JP" altLang="en-US" sz="2000" dirty="0"/>
              <a:t>を共有できるようになり、属人化</a:t>
            </a:r>
            <a:r>
              <a:rPr lang="ja-JP" altLang="en-US" sz="2000"/>
              <a:t>解消やスキル</a:t>
            </a:r>
            <a:r>
              <a:rPr lang="ja-JP" altLang="en-US" sz="2000" dirty="0"/>
              <a:t>向上につながります。</a:t>
            </a:r>
          </a:p>
          <a:p>
            <a:pPr marL="342900" indent="-342900">
              <a:spcBef>
                <a:spcPts val="2500"/>
              </a:spcBef>
              <a:buFont typeface="Wingdings" panose="05000000000000000000" pitchFamily="2" charset="2"/>
              <a:buChar char="l"/>
            </a:pPr>
            <a:r>
              <a:rPr lang="ja-JP" altLang="en-US" sz="2400" b="1" dirty="0"/>
              <a:t>専門書等の要約</a:t>
            </a:r>
          </a:p>
          <a:p>
            <a:pPr marL="0" lvl="1"/>
            <a:r>
              <a:rPr lang="ja-JP" altLang="en-US" sz="2000" dirty="0"/>
              <a:t>専門書の要約や、専門的な資料をクライアント向けに噛み砕いた説明を作ることもできます。</a:t>
            </a:r>
          </a:p>
        </p:txBody>
      </p:sp>
      <p:sp>
        <p:nvSpPr>
          <p:cNvPr id="6" name="スライド番号プレースホルダー 2">
            <a:extLst>
              <a:ext uri="{FF2B5EF4-FFF2-40B4-BE49-F238E27FC236}">
                <a16:creationId xmlns:a16="http://schemas.microsoft.com/office/drawing/2014/main" id="{7D128FB3-A549-B2D8-ECEA-ED26C8E88EF3}"/>
              </a:ext>
            </a:extLst>
          </p:cNvPr>
          <p:cNvSpPr txBox="1">
            <a:spLocks/>
          </p:cNvSpPr>
          <p:nvPr/>
        </p:nvSpPr>
        <p:spPr>
          <a:xfrm>
            <a:off x="11611635" y="6492875"/>
            <a:ext cx="557225" cy="365125"/>
          </a:xfrm>
          <a:prstGeom prst="rect">
            <a:avLst/>
          </a:prstGeom>
        </p:spPr>
        <p:txBody>
          <a:bodyPr/>
          <a:ls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12</a:t>
            </a:fld>
            <a:endParaRPr lang="en-US"/>
          </a:p>
        </p:txBody>
      </p:sp>
    </p:spTree>
    <p:extLst>
      <p:ext uri="{BB962C8B-B14F-4D97-AF65-F5344CB8AC3E}">
        <p14:creationId xmlns:p14="http://schemas.microsoft.com/office/powerpoint/2010/main" val="22861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12300-6964-AA57-1337-8A0107EA6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C1B93-34E6-4CBF-0F96-BED689A1E3F2}"/>
              </a:ext>
            </a:extLst>
          </p:cNvPr>
          <p:cNvSpPr>
            <a:spLocks noGrp="1"/>
          </p:cNvSpPr>
          <p:nvPr>
            <p:ph type="title"/>
          </p:nvPr>
        </p:nvSpPr>
        <p:spPr>
          <a:xfrm>
            <a:off x="6442605" y="0"/>
            <a:ext cx="3566160" cy="1463040"/>
          </a:xfrm>
        </p:spPr>
        <p:txBody>
          <a:bodyPr anchor="b">
            <a:noAutofit/>
          </a:bodyPr>
          <a:lstStyle/>
          <a:p>
            <a:r>
              <a:rPr lang="ja-JP" altLang="en-US" dirty="0"/>
              <a:t>プロンプトの</a:t>
            </a:r>
            <a:br>
              <a:rPr lang="en-US" altLang="ja-JP" dirty="0"/>
            </a:br>
            <a:r>
              <a:rPr lang="ja-JP" altLang="en-US" dirty="0"/>
              <a:t>考え方</a:t>
            </a:r>
            <a:endParaRPr lang="en-US" dirty="0"/>
          </a:p>
        </p:txBody>
      </p:sp>
      <p:pic>
        <p:nvPicPr>
          <p:cNvPr id="5" name="Content Placeholder 4" descr="Shot of a creative workstation with no people">
            <a:extLst>
              <a:ext uri="{FF2B5EF4-FFF2-40B4-BE49-F238E27FC236}">
                <a16:creationId xmlns:a16="http://schemas.microsoft.com/office/drawing/2014/main" id="{0824267F-0A8C-5AF6-9C86-9DCA123EC1A0}"/>
              </a:ext>
            </a:extLst>
          </p:cNvPr>
          <p:cNvPicPr>
            <a:picLocks noGrp="1" noChangeAspect="1"/>
          </p:cNvPicPr>
          <p:nvPr>
            <p:ph type="pic" sz="quarter" idx="18"/>
          </p:nvPr>
        </p:nvPicPr>
        <p:blipFill>
          <a:blip r:embed="rId3"/>
          <a:srcRect l="9631" r="29745" b="1"/>
          <a:stretch>
            <a:fillRect/>
          </a:stretch>
        </p:blipFill>
        <p:spPr>
          <a:xfrm>
            <a:off x="288485" y="303276"/>
            <a:ext cx="5677791" cy="6251447"/>
          </a:xfrm>
          <a:prstGeom prst="rect">
            <a:avLst/>
          </a:prstGeom>
          <a:noFill/>
        </p:spPr>
      </p:pic>
      <p:sp>
        <p:nvSpPr>
          <p:cNvPr id="4" name="Content Placeholder 3">
            <a:extLst>
              <a:ext uri="{FF2B5EF4-FFF2-40B4-BE49-F238E27FC236}">
                <a16:creationId xmlns:a16="http://schemas.microsoft.com/office/drawing/2014/main" id="{FDEEE2F1-317D-9656-EDEE-61A5A1FCD12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42605" y="1831241"/>
            <a:ext cx="5106458" cy="4723481"/>
          </a:xfrm>
        </p:spPr>
        <p:txBody>
          <a:bodyPr>
            <a:noAutofit/>
          </a:bodyPr>
          <a:lstStyle/>
          <a:p>
            <a:pPr marL="342900" indent="-342900">
              <a:spcBef>
                <a:spcPts val="2500"/>
              </a:spcBef>
              <a:buFont typeface="Wingdings" panose="05000000000000000000" pitchFamily="2" charset="2"/>
              <a:buChar char="l"/>
            </a:pPr>
            <a:r>
              <a:rPr lang="ja-JP" altLang="en-US" sz="2400" b="1" dirty="0"/>
              <a:t>良い指示のポイント</a:t>
            </a:r>
          </a:p>
          <a:p>
            <a:pPr marL="342900" lvl="1" indent="-342900">
              <a:buFont typeface="Arial" panose="020B0604020202020204" pitchFamily="34" charset="0"/>
              <a:buChar char="•"/>
            </a:pPr>
            <a:r>
              <a:rPr lang="ja-JP" altLang="en-US" sz="2400" dirty="0"/>
              <a:t>目的を明確にする</a:t>
            </a:r>
            <a:endParaRPr lang="en-US" altLang="ja-JP" sz="2400" dirty="0"/>
          </a:p>
          <a:p>
            <a:pPr marL="342900" lvl="1" indent="-342900">
              <a:buFont typeface="Arial" panose="020B0604020202020204" pitchFamily="34" charset="0"/>
              <a:buChar char="•"/>
            </a:pPr>
            <a:r>
              <a:rPr lang="ja-JP" altLang="en-US" sz="2400" dirty="0"/>
              <a:t>条件を具体的に指定する</a:t>
            </a:r>
            <a:endParaRPr lang="en-US" altLang="ja-JP" sz="2400" dirty="0"/>
          </a:p>
          <a:p>
            <a:pPr marL="342900" lvl="1" indent="-342900">
              <a:buFont typeface="Arial" panose="020B0604020202020204" pitchFamily="34" charset="0"/>
              <a:buChar char="•"/>
            </a:pPr>
            <a:r>
              <a:rPr lang="ja-JP" altLang="en-US" sz="2400" dirty="0"/>
              <a:t>出力形式を指定する</a:t>
            </a:r>
            <a:br>
              <a:rPr lang="en-US" altLang="ja-JP" sz="2400" dirty="0"/>
            </a:br>
            <a:br>
              <a:rPr lang="en-US" altLang="ja-JP" sz="2400" dirty="0"/>
            </a:br>
            <a:r>
              <a:rPr lang="en-US" altLang="ja-JP" sz="2400" dirty="0"/>
              <a:t>NG</a:t>
            </a:r>
            <a:r>
              <a:rPr lang="ja-JP" altLang="en-US" sz="2400" dirty="0"/>
              <a:t>：「議事録をまとめて」</a:t>
            </a:r>
            <a:br>
              <a:rPr lang="en-US" altLang="ja-JP" sz="2400" dirty="0"/>
            </a:br>
            <a:br>
              <a:rPr lang="en-US" altLang="ja-JP" sz="2400" dirty="0"/>
            </a:br>
            <a:r>
              <a:rPr lang="en-US" altLang="ja-JP" sz="2400" dirty="0"/>
              <a:t>OK</a:t>
            </a:r>
            <a:r>
              <a:rPr lang="ja-JP" altLang="en-US" sz="2400" dirty="0"/>
              <a:t>：「以下のメモから議事録を作成してください。</a:t>
            </a:r>
            <a:br>
              <a:rPr lang="en-US" altLang="ja-JP" sz="2400" dirty="0"/>
            </a:br>
            <a:r>
              <a:rPr lang="en-US" altLang="ja-JP" sz="2400" dirty="0"/>
              <a:t>1. </a:t>
            </a:r>
            <a:r>
              <a:rPr lang="ja-JP" altLang="en-US" sz="2400" dirty="0"/>
              <a:t>出席者 </a:t>
            </a:r>
            <a:r>
              <a:rPr lang="en-US" altLang="ja-JP" sz="2400" dirty="0"/>
              <a:t>2. </a:t>
            </a:r>
            <a:r>
              <a:rPr lang="ja-JP" altLang="en-US" sz="2400" dirty="0"/>
              <a:t>議題</a:t>
            </a:r>
            <a:r>
              <a:rPr lang="en-US" altLang="ja-JP" sz="2400" dirty="0"/>
              <a:t> 3. </a:t>
            </a:r>
            <a:r>
              <a:rPr lang="ja-JP" altLang="en-US" sz="2400" dirty="0"/>
              <a:t>決定事項</a:t>
            </a:r>
            <a:br>
              <a:rPr lang="en-US" altLang="ja-JP" sz="2400" dirty="0"/>
            </a:br>
            <a:r>
              <a:rPr lang="en-US" altLang="ja-JP" sz="2400" dirty="0"/>
              <a:t>4. </a:t>
            </a:r>
            <a:r>
              <a:rPr lang="ja-JP" altLang="en-US" sz="2400" dirty="0"/>
              <a:t>ネクストアクション</a:t>
            </a:r>
            <a:br>
              <a:rPr lang="en-US" altLang="ja-JP" sz="2400" dirty="0"/>
            </a:br>
            <a:r>
              <a:rPr lang="ja-JP" altLang="en-US" sz="2400" dirty="0"/>
              <a:t>を整理し、箇条書きでまとめてください」</a:t>
            </a:r>
            <a:endParaRPr lang="en-US" altLang="ja-JP" sz="2400" b="1" dirty="0"/>
          </a:p>
          <a:p>
            <a:pPr marL="0" lvl="1"/>
            <a:endParaRPr lang="en-US" altLang="ja-JP" sz="2000" b="1" dirty="0"/>
          </a:p>
          <a:p>
            <a:pPr marL="0" lvl="1"/>
            <a:endParaRPr lang="en-US" altLang="ja-JP" sz="2000" dirty="0"/>
          </a:p>
        </p:txBody>
      </p:sp>
      <p:sp>
        <p:nvSpPr>
          <p:cNvPr id="6" name="スライド番号プレースホルダー 2">
            <a:extLst>
              <a:ext uri="{FF2B5EF4-FFF2-40B4-BE49-F238E27FC236}">
                <a16:creationId xmlns:a16="http://schemas.microsoft.com/office/drawing/2014/main" id="{B5D07B4D-567A-94F1-B5D1-70773BECDE45}"/>
              </a:ext>
            </a:extLst>
          </p:cNvPr>
          <p:cNvSpPr txBox="1">
            <a:spLocks/>
          </p:cNvSpPr>
          <p:nvPr/>
        </p:nvSpPr>
        <p:spPr>
          <a:xfrm>
            <a:off x="11611635" y="6492875"/>
            <a:ext cx="557225" cy="365125"/>
          </a:xfrm>
          <a:prstGeom prst="rect">
            <a:avLst/>
          </a:prstGeom>
        </p:spPr>
        <p:txBody>
          <a:bodyPr/>
          <a:ls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13</a:t>
            </a:fld>
            <a:endParaRPr lang="en-US"/>
          </a:p>
        </p:txBody>
      </p:sp>
    </p:spTree>
    <p:extLst>
      <p:ext uri="{BB962C8B-B14F-4D97-AF65-F5344CB8AC3E}">
        <p14:creationId xmlns:p14="http://schemas.microsoft.com/office/powerpoint/2010/main" val="30082739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ECEAA-1EEC-671A-DDF0-5957F7ED5F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CE1F4-DE77-63FA-4886-174B0C340AD8}"/>
              </a:ext>
            </a:extLst>
          </p:cNvPr>
          <p:cNvSpPr>
            <a:spLocks noGrp="1"/>
          </p:cNvSpPr>
          <p:nvPr>
            <p:ph type="title"/>
          </p:nvPr>
        </p:nvSpPr>
        <p:spPr>
          <a:xfrm>
            <a:off x="6442605" y="0"/>
            <a:ext cx="3566160" cy="1463040"/>
          </a:xfrm>
        </p:spPr>
        <p:txBody>
          <a:bodyPr anchor="b">
            <a:normAutofit/>
          </a:bodyPr>
          <a:lstStyle/>
          <a:p>
            <a:r>
              <a:rPr lang="en-US" altLang="ja-JP" dirty="0"/>
              <a:t>AI</a:t>
            </a:r>
            <a:r>
              <a:rPr lang="ja-JP" altLang="en-US" dirty="0"/>
              <a:t>利用時の</a:t>
            </a:r>
            <a:br>
              <a:rPr lang="en-US" altLang="ja-JP" dirty="0"/>
            </a:br>
            <a:r>
              <a:rPr lang="ja-JP" altLang="en-US" dirty="0"/>
              <a:t>注意点</a:t>
            </a:r>
            <a:endParaRPr lang="en-US" dirty="0"/>
          </a:p>
        </p:txBody>
      </p:sp>
      <p:pic>
        <p:nvPicPr>
          <p:cNvPr id="5" name="Content Placeholder 4" descr="Shot of a creative workstation with no people">
            <a:extLst>
              <a:ext uri="{FF2B5EF4-FFF2-40B4-BE49-F238E27FC236}">
                <a16:creationId xmlns:a16="http://schemas.microsoft.com/office/drawing/2014/main" id="{55847C52-AD8B-3A60-5AAA-E1ADD1840843}"/>
              </a:ext>
            </a:extLst>
          </p:cNvPr>
          <p:cNvPicPr>
            <a:picLocks noGrp="1" noChangeAspect="1"/>
          </p:cNvPicPr>
          <p:nvPr>
            <p:ph type="pic" sz="quarter" idx="18"/>
          </p:nvPr>
        </p:nvPicPr>
        <p:blipFill>
          <a:blip r:embed="rId3"/>
          <a:srcRect l="9631" r="29745" b="1"/>
          <a:stretch>
            <a:fillRect/>
          </a:stretch>
        </p:blipFill>
        <p:spPr>
          <a:xfrm>
            <a:off x="288485" y="303276"/>
            <a:ext cx="5677791" cy="6251447"/>
          </a:xfrm>
          <a:prstGeom prst="rect">
            <a:avLst/>
          </a:prstGeom>
          <a:noFill/>
        </p:spPr>
      </p:pic>
      <p:sp>
        <p:nvSpPr>
          <p:cNvPr id="4" name="Content Placeholder 3">
            <a:extLst>
              <a:ext uri="{FF2B5EF4-FFF2-40B4-BE49-F238E27FC236}">
                <a16:creationId xmlns:a16="http://schemas.microsoft.com/office/drawing/2014/main" id="{E3A934A3-73AB-8AFB-9F09-F482FE4B302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42605" y="1831241"/>
            <a:ext cx="5106458" cy="4723481"/>
          </a:xfrm>
        </p:spPr>
        <p:txBody>
          <a:bodyPr>
            <a:noAutofit/>
          </a:bodyPr>
          <a:lstStyle/>
          <a:p>
            <a:pPr>
              <a:spcBef>
                <a:spcPts val="2500"/>
              </a:spcBef>
            </a:pPr>
            <a:r>
              <a:rPr lang="en-US" altLang="ja-JP" sz="2400" b="1" dirty="0"/>
              <a:t>【</a:t>
            </a:r>
            <a:r>
              <a:rPr lang="ja-JP" altLang="en-US" sz="2400" b="1" dirty="0"/>
              <a:t>基本ルール</a:t>
            </a:r>
            <a:r>
              <a:rPr lang="en-US" altLang="ja-JP" sz="2400" b="1" dirty="0"/>
              <a:t>】</a:t>
            </a:r>
          </a:p>
          <a:p>
            <a:pPr marL="342900" indent="-342900">
              <a:spcBef>
                <a:spcPts val="2500"/>
              </a:spcBef>
              <a:buFont typeface="Wingdings" panose="05000000000000000000" pitchFamily="2" charset="2"/>
              <a:buChar char="l"/>
            </a:pPr>
            <a:r>
              <a:rPr lang="en-US" altLang="ja-JP" sz="2400" b="1" dirty="0"/>
              <a:t>AI</a:t>
            </a:r>
            <a:r>
              <a:rPr lang="ja-JP" altLang="en-US" sz="2400" b="1" dirty="0"/>
              <a:t>の出力はそのまま使用しない</a:t>
            </a:r>
            <a:endParaRPr lang="en-US" altLang="ja-JP" sz="2400" b="1" dirty="0"/>
          </a:p>
          <a:p>
            <a:pPr marL="342900" indent="-342900">
              <a:spcBef>
                <a:spcPts val="2500"/>
              </a:spcBef>
              <a:buFont typeface="Wingdings" panose="05000000000000000000" pitchFamily="2" charset="2"/>
              <a:buChar char="l"/>
            </a:pPr>
            <a:r>
              <a:rPr lang="ja-JP" altLang="en-US" sz="2400" b="1" dirty="0"/>
              <a:t>専門的判断は必ず人が行う</a:t>
            </a:r>
            <a:endParaRPr lang="en-US" altLang="ja-JP" sz="2400" b="1" dirty="0"/>
          </a:p>
          <a:p>
            <a:pPr marL="342900" indent="-342900">
              <a:spcBef>
                <a:spcPts val="2500"/>
              </a:spcBef>
              <a:buFont typeface="Wingdings" panose="05000000000000000000" pitchFamily="2" charset="2"/>
              <a:buChar char="l"/>
            </a:pPr>
            <a:r>
              <a:rPr lang="ja-JP" altLang="en-US" sz="2400" b="1" dirty="0"/>
              <a:t>外部提出前には必ず確認する</a:t>
            </a:r>
            <a:endParaRPr lang="en-US" altLang="ja-JP" sz="2400" b="1" dirty="0"/>
          </a:p>
          <a:p>
            <a:pPr>
              <a:spcBef>
                <a:spcPts val="2500"/>
              </a:spcBef>
            </a:pPr>
            <a:r>
              <a:rPr lang="ja-JP" altLang="en-US" sz="2400" dirty="0"/>
              <a:t>⇒ </a:t>
            </a:r>
            <a:r>
              <a:rPr lang="en-US" altLang="ja-JP" sz="2400" dirty="0"/>
              <a:t>AI</a:t>
            </a:r>
            <a:r>
              <a:rPr lang="ja-JP" altLang="en-US" sz="2400" dirty="0"/>
              <a:t>に判断させるのでは</a:t>
            </a:r>
            <a:r>
              <a:rPr lang="ja-JP" altLang="en-US" sz="2400"/>
              <a:t>なく、整理</a:t>
            </a:r>
            <a:r>
              <a:rPr lang="ja-JP" altLang="en-US" sz="2400" dirty="0"/>
              <a:t>・補助として使うようにしましょう。</a:t>
            </a:r>
            <a:endParaRPr lang="en-US" sz="2400" dirty="0"/>
          </a:p>
        </p:txBody>
      </p:sp>
      <p:sp>
        <p:nvSpPr>
          <p:cNvPr id="6" name="スライド番号プレースホルダー 2">
            <a:extLst>
              <a:ext uri="{FF2B5EF4-FFF2-40B4-BE49-F238E27FC236}">
                <a16:creationId xmlns:a16="http://schemas.microsoft.com/office/drawing/2014/main" id="{FA30B835-0DC8-19CA-835F-128487C33880}"/>
              </a:ext>
            </a:extLst>
          </p:cNvPr>
          <p:cNvSpPr txBox="1">
            <a:spLocks/>
          </p:cNvSpPr>
          <p:nvPr/>
        </p:nvSpPr>
        <p:spPr>
          <a:xfrm>
            <a:off x="11611635" y="6492875"/>
            <a:ext cx="557225" cy="365125"/>
          </a:xfrm>
          <a:prstGeom prst="rect">
            <a:avLst/>
          </a:prstGeom>
        </p:spPr>
        <p:txBody>
          <a:bodyPr/>
          <a:ls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14</a:t>
            </a:fld>
            <a:endParaRPr lang="en-US"/>
          </a:p>
        </p:txBody>
      </p:sp>
    </p:spTree>
    <p:extLst>
      <p:ext uri="{BB962C8B-B14F-4D97-AF65-F5344CB8AC3E}">
        <p14:creationId xmlns:p14="http://schemas.microsoft.com/office/powerpoint/2010/main" val="35484351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01B75-B0CA-F57D-2319-132F37519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B76AF-77AF-0F6C-65AB-F23FA9BD0083}"/>
              </a:ext>
            </a:extLst>
          </p:cNvPr>
          <p:cNvSpPr>
            <a:spLocks noGrp="1"/>
          </p:cNvSpPr>
          <p:nvPr>
            <p:ph type="ctrTitle"/>
          </p:nvPr>
        </p:nvSpPr>
        <p:spPr>
          <a:xfrm>
            <a:off x="1524000" y="836955"/>
            <a:ext cx="9899903" cy="4649446"/>
          </a:xfrm>
        </p:spPr>
        <p:txBody>
          <a:bodyPr anchor="b">
            <a:normAutofit/>
          </a:bodyPr>
          <a:lstStyle/>
          <a:p>
            <a:r>
              <a:rPr lang="ja-JP" altLang="en-US" dirty="0"/>
              <a:t>ハンズオン</a:t>
            </a:r>
            <a:endParaRPr lang="en-US" dirty="0"/>
          </a:p>
        </p:txBody>
      </p:sp>
      <p:sp>
        <p:nvSpPr>
          <p:cNvPr id="3" name="スライド番号プレースホルダー 2">
            <a:extLst>
              <a:ext uri="{FF2B5EF4-FFF2-40B4-BE49-F238E27FC236}">
                <a16:creationId xmlns:a16="http://schemas.microsoft.com/office/drawing/2014/main" id="{4CCE45CC-1E6D-AAF6-763B-BEC18BE91ABB}"/>
              </a:ext>
            </a:extLst>
          </p:cNvPr>
          <p:cNvSpPr>
            <a:spLocks noGrp="1"/>
          </p:cNvSpPr>
          <p:nvPr>
            <p:ph type="sldNum" sz="quarter" idx="12"/>
          </p:nvPr>
        </p:nvSpPr>
        <p:spPr/>
        <p:txBody>
          <a:bodyPr/>
          <a:lstStyle/>
          <a:p>
            <a:pPr rtl="0"/>
            <a:fld id="{AEAA3239-9EA4-4A65-A281-97F994456D9F}" type="slidenum">
              <a:rPr lang="en-US" smtClean="0"/>
              <a:pPr rtl="0"/>
              <a:t>15</a:t>
            </a:fld>
            <a:endParaRPr lang="en-US"/>
          </a:p>
        </p:txBody>
      </p:sp>
    </p:spTree>
    <p:extLst>
      <p:ext uri="{BB962C8B-B14F-4D97-AF65-F5344CB8AC3E}">
        <p14:creationId xmlns:p14="http://schemas.microsoft.com/office/powerpoint/2010/main" val="37908648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45157-CD0E-1388-D72B-5E818DFE8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0AC25-4DA1-86CF-193D-5CF3AF703154}"/>
              </a:ext>
            </a:extLst>
          </p:cNvPr>
          <p:cNvSpPr>
            <a:spLocks noGrp="1"/>
          </p:cNvSpPr>
          <p:nvPr>
            <p:ph type="ctrTitle"/>
          </p:nvPr>
        </p:nvSpPr>
        <p:spPr>
          <a:xfrm>
            <a:off x="1523997" y="1589044"/>
            <a:ext cx="9143978" cy="2075688"/>
          </a:xfrm>
        </p:spPr>
        <p:txBody>
          <a:bodyPr anchor="t">
            <a:normAutofit/>
          </a:bodyPr>
          <a:lstStyle/>
          <a:p>
            <a:r>
              <a:rPr lang="ja-JP" altLang="en-US" dirty="0"/>
              <a:t>プロンプトを</a:t>
            </a:r>
            <a:br>
              <a:rPr lang="en-US" altLang="ja-JP" dirty="0"/>
            </a:br>
            <a:r>
              <a:rPr lang="ja-JP" altLang="en-US" dirty="0"/>
              <a:t>比較してみる</a:t>
            </a:r>
            <a:endParaRPr lang="en-US" dirty="0"/>
          </a:p>
        </p:txBody>
      </p:sp>
      <p:sp>
        <p:nvSpPr>
          <p:cNvPr id="4" name="スライド番号プレースホルダー 2">
            <a:extLst>
              <a:ext uri="{FF2B5EF4-FFF2-40B4-BE49-F238E27FC236}">
                <a16:creationId xmlns:a16="http://schemas.microsoft.com/office/drawing/2014/main" id="{91A0F89B-7054-FA1E-1DFF-E1D79515AFE2}"/>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16</a:t>
            </a:fld>
            <a:endParaRPr lang="en-US"/>
          </a:p>
        </p:txBody>
      </p:sp>
      <p:sp>
        <p:nvSpPr>
          <p:cNvPr id="3" name="テキスト ボックス 2">
            <a:extLst>
              <a:ext uri="{FF2B5EF4-FFF2-40B4-BE49-F238E27FC236}">
                <a16:creationId xmlns:a16="http://schemas.microsoft.com/office/drawing/2014/main" id="{C19C7190-6F3C-14D2-D77A-35B395362AC8}"/>
              </a:ext>
            </a:extLst>
          </p:cNvPr>
          <p:cNvSpPr txBox="1"/>
          <p:nvPr/>
        </p:nvSpPr>
        <p:spPr>
          <a:xfrm>
            <a:off x="1523997" y="3870251"/>
            <a:ext cx="9143978" cy="523220"/>
          </a:xfrm>
          <a:prstGeom prst="rect">
            <a:avLst/>
          </a:prstGeom>
          <a:noFill/>
        </p:spPr>
        <p:txBody>
          <a:bodyPr wrap="square" rtlCol="0">
            <a:spAutoFit/>
          </a:bodyPr>
          <a:lstStyle/>
          <a:p>
            <a:r>
              <a:rPr lang="ja-JP" altLang="en-US" sz="2800" dirty="0">
                <a:latin typeface="Meiryo" panose="020B0604030504040204" pitchFamily="34" charset="-128"/>
                <a:ea typeface="Meiryo" panose="020B0604030504040204" pitchFamily="34" charset="-128"/>
              </a:rPr>
              <a:t>～</a:t>
            </a:r>
            <a:r>
              <a:rPr lang="ja-JP" altLang="ja-JP" sz="2800" dirty="0">
                <a:latin typeface="Meiryo" panose="020B0604030504040204" pitchFamily="34" charset="-128"/>
                <a:ea typeface="Meiryo" panose="020B0604030504040204" pitchFamily="34" charset="-128"/>
              </a:rPr>
              <a:t>同じ素材でも、指示の出し方で結果は変わる</a:t>
            </a:r>
            <a:r>
              <a:rPr lang="ja-JP" altLang="en-US" sz="2800" dirty="0">
                <a:latin typeface="Meiryo" panose="020B0604030504040204" pitchFamily="34" charset="-128"/>
                <a:ea typeface="Meiryo" panose="020B0604030504040204" pitchFamily="34" charset="-128"/>
              </a:rPr>
              <a:t>～</a:t>
            </a:r>
            <a:endParaRPr kumimoji="1" lang="ja-JP" altLang="en-US" sz="28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74418118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A5B01-BFC6-564D-8C59-317EBC0B4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B9CEE-995D-BD63-2357-53EFBF8E9FAA}"/>
              </a:ext>
            </a:extLst>
          </p:cNvPr>
          <p:cNvSpPr>
            <a:spLocks noGrp="1"/>
          </p:cNvSpPr>
          <p:nvPr>
            <p:ph type="title"/>
          </p:nvPr>
        </p:nvSpPr>
        <p:spPr>
          <a:xfrm>
            <a:off x="6190488" y="731520"/>
            <a:ext cx="5245608" cy="1447800"/>
          </a:xfrm>
        </p:spPr>
        <p:txBody>
          <a:bodyPr anchor="b">
            <a:normAutofit/>
          </a:bodyPr>
          <a:lstStyle/>
          <a:p>
            <a:r>
              <a:rPr lang="ja-JP" altLang="en-US" dirty="0"/>
              <a:t>プロンプト比較</a:t>
            </a:r>
            <a:endParaRPr lang="en-US" dirty="0"/>
          </a:p>
        </p:txBody>
      </p:sp>
      <p:pic>
        <p:nvPicPr>
          <p:cNvPr id="5" name="Content Placeholder 4" descr="Download or upload files concept">
            <a:extLst>
              <a:ext uri="{FF2B5EF4-FFF2-40B4-BE49-F238E27FC236}">
                <a16:creationId xmlns:a16="http://schemas.microsoft.com/office/drawing/2014/main" id="{6FE4E37A-D396-A4A0-5A1F-9616F7397EC7}"/>
              </a:ext>
            </a:extLst>
          </p:cNvPr>
          <p:cNvPicPr>
            <a:picLocks noGrp="1" noChangeAspect="1"/>
          </p:cNvPicPr>
          <p:nvPr>
            <p:ph type="pic" sz="quarter" idx="18"/>
          </p:nvPr>
        </p:nvPicPr>
        <p:blipFill>
          <a:blip r:embed="rId3"/>
          <a:srcRect l="19613" r="24355" b="-2"/>
          <a:stretch>
            <a:fillRect/>
          </a:stretch>
        </p:blipFill>
        <p:spPr>
          <a:xfrm>
            <a:off x="301752" y="301752"/>
            <a:ext cx="4672584" cy="6254496"/>
          </a:xfrm>
          <a:prstGeom prst="rect">
            <a:avLst/>
          </a:prstGeom>
          <a:noFill/>
        </p:spPr>
      </p:pic>
      <p:sp>
        <p:nvSpPr>
          <p:cNvPr id="4" name="Content Placeholder 3">
            <a:extLst>
              <a:ext uri="{FF2B5EF4-FFF2-40B4-BE49-F238E27FC236}">
                <a16:creationId xmlns:a16="http://schemas.microsoft.com/office/drawing/2014/main" id="{68551F63-721C-128C-5BC6-EF48BF640B0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95931" y="2373638"/>
            <a:ext cx="4460528" cy="3798562"/>
          </a:xfrm>
        </p:spPr>
        <p:txBody>
          <a:bodyPr>
            <a:normAutofit/>
          </a:bodyPr>
          <a:lstStyle/>
          <a:p>
            <a:pPr>
              <a:spcBef>
                <a:spcPts val="2500"/>
              </a:spcBef>
            </a:pPr>
            <a:r>
              <a:rPr lang="en-US" altLang="ja-JP" sz="2400" b="1" dirty="0"/>
              <a:t>【</a:t>
            </a:r>
            <a:r>
              <a:rPr lang="ja-JP" altLang="en-US" sz="2400" b="1" dirty="0"/>
              <a:t>課題１</a:t>
            </a:r>
            <a:r>
              <a:rPr lang="en-US" altLang="ja-JP" sz="2400" b="1" dirty="0"/>
              <a:t>】</a:t>
            </a:r>
          </a:p>
          <a:p>
            <a:pPr>
              <a:spcBef>
                <a:spcPts val="2500"/>
              </a:spcBef>
            </a:pPr>
            <a:r>
              <a:rPr lang="en-US" altLang="ja-JP" sz="2400" dirty="0"/>
              <a:t>Copilot</a:t>
            </a:r>
            <a:r>
              <a:rPr lang="ja-JP" altLang="en-US" sz="2400" dirty="0"/>
              <a:t>に</a:t>
            </a:r>
            <a:r>
              <a:rPr lang="ja-JP" altLang="en-US" sz="2400" b="1" dirty="0"/>
              <a:t>「海外旅行のおすすめのコース案を作って」</a:t>
            </a:r>
            <a:r>
              <a:rPr lang="ja-JP" altLang="en-US" sz="2400" dirty="0"/>
              <a:t>と入力</a:t>
            </a:r>
            <a:endParaRPr lang="en-US" sz="2400" dirty="0"/>
          </a:p>
        </p:txBody>
      </p:sp>
      <p:sp>
        <p:nvSpPr>
          <p:cNvPr id="6" name="スライド番号プレースホルダー 2">
            <a:extLst>
              <a:ext uri="{FF2B5EF4-FFF2-40B4-BE49-F238E27FC236}">
                <a16:creationId xmlns:a16="http://schemas.microsoft.com/office/drawing/2014/main" id="{5662FA9D-CDDC-3A0D-9922-DD42CB063C61}"/>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17</a:t>
            </a:fld>
            <a:endParaRPr lang="en-US"/>
          </a:p>
        </p:txBody>
      </p:sp>
    </p:spTree>
    <p:extLst>
      <p:ext uri="{BB962C8B-B14F-4D97-AF65-F5344CB8AC3E}">
        <p14:creationId xmlns:p14="http://schemas.microsoft.com/office/powerpoint/2010/main" val="40771016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44A53-38BA-1C5D-1D18-33A07D70A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DC833F-88E9-B4CA-FDA0-40F70AC2FF7A}"/>
              </a:ext>
            </a:extLst>
          </p:cNvPr>
          <p:cNvSpPr>
            <a:spLocks noGrp="1"/>
          </p:cNvSpPr>
          <p:nvPr>
            <p:ph type="title"/>
          </p:nvPr>
        </p:nvSpPr>
        <p:spPr>
          <a:xfrm>
            <a:off x="6190488" y="731520"/>
            <a:ext cx="5245608" cy="1447800"/>
          </a:xfrm>
        </p:spPr>
        <p:txBody>
          <a:bodyPr anchor="b">
            <a:normAutofit/>
          </a:bodyPr>
          <a:lstStyle/>
          <a:p>
            <a:r>
              <a:rPr lang="ja-JP" altLang="en-US" dirty="0"/>
              <a:t>プロンプト比較</a:t>
            </a:r>
            <a:br>
              <a:rPr lang="en-US" altLang="ja-JP" dirty="0"/>
            </a:br>
            <a:r>
              <a:rPr lang="ja-JP" altLang="en-US" dirty="0"/>
              <a:t>～条件を追加してみる</a:t>
            </a:r>
            <a:endParaRPr lang="en-US" dirty="0"/>
          </a:p>
        </p:txBody>
      </p:sp>
      <p:pic>
        <p:nvPicPr>
          <p:cNvPr id="5" name="Content Placeholder 4" descr="Download or upload files concept">
            <a:extLst>
              <a:ext uri="{FF2B5EF4-FFF2-40B4-BE49-F238E27FC236}">
                <a16:creationId xmlns:a16="http://schemas.microsoft.com/office/drawing/2014/main" id="{D99AAED3-6B41-023B-3C26-651262B37EA7}"/>
              </a:ext>
            </a:extLst>
          </p:cNvPr>
          <p:cNvPicPr>
            <a:picLocks noGrp="1" noChangeAspect="1"/>
          </p:cNvPicPr>
          <p:nvPr>
            <p:ph type="pic" sz="quarter" idx="18"/>
          </p:nvPr>
        </p:nvPicPr>
        <p:blipFill>
          <a:blip r:embed="rId3"/>
          <a:srcRect l="19613" r="24355" b="-2"/>
          <a:stretch>
            <a:fillRect/>
          </a:stretch>
        </p:blipFill>
        <p:spPr>
          <a:xfrm>
            <a:off x="301752" y="301752"/>
            <a:ext cx="4672584" cy="6254496"/>
          </a:xfrm>
          <a:prstGeom prst="rect">
            <a:avLst/>
          </a:prstGeom>
          <a:noFill/>
        </p:spPr>
      </p:pic>
      <p:sp>
        <p:nvSpPr>
          <p:cNvPr id="4" name="Content Placeholder 3">
            <a:extLst>
              <a:ext uri="{FF2B5EF4-FFF2-40B4-BE49-F238E27FC236}">
                <a16:creationId xmlns:a16="http://schemas.microsoft.com/office/drawing/2014/main" id="{73D162F3-9735-0FC4-0986-5CA4C54E11B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95931" y="2373638"/>
            <a:ext cx="4460528" cy="3798562"/>
          </a:xfrm>
        </p:spPr>
        <p:txBody>
          <a:bodyPr>
            <a:noAutofit/>
          </a:bodyPr>
          <a:lstStyle/>
          <a:p>
            <a:pPr>
              <a:spcBef>
                <a:spcPts val="2500"/>
              </a:spcBef>
            </a:pPr>
            <a:r>
              <a:rPr lang="en-US" altLang="ja-JP" sz="2400" b="1" dirty="0"/>
              <a:t>【</a:t>
            </a:r>
            <a:r>
              <a:rPr lang="ja-JP" altLang="en-US" sz="2400" b="1" dirty="0"/>
              <a:t>課題</a:t>
            </a:r>
            <a:r>
              <a:rPr lang="en-US" altLang="ja-JP" sz="2400" b="1" dirty="0"/>
              <a:t>2】</a:t>
            </a:r>
          </a:p>
          <a:p>
            <a:pPr>
              <a:spcBef>
                <a:spcPts val="2500"/>
              </a:spcBef>
            </a:pPr>
            <a:r>
              <a:rPr lang="en-US" altLang="ja-JP" sz="2400" dirty="0"/>
              <a:t>Copilot</a:t>
            </a:r>
            <a:r>
              <a:rPr lang="ja-JP" altLang="en-US" sz="2400" dirty="0"/>
              <a:t>に以下のプロンプトを入力</a:t>
            </a:r>
            <a:br>
              <a:rPr lang="en-US" altLang="ja-JP" sz="2400" b="1" dirty="0"/>
            </a:br>
            <a:br>
              <a:rPr lang="en-US" altLang="ja-JP" sz="2400" b="1" dirty="0"/>
            </a:br>
            <a:r>
              <a:rPr lang="ja-JP" altLang="en-US" sz="2400" dirty="0"/>
              <a:t>・海外旅行のコース案を作って</a:t>
            </a:r>
            <a:br>
              <a:rPr lang="en-US" altLang="ja-JP" sz="2400" dirty="0"/>
            </a:br>
            <a:r>
              <a:rPr lang="ja-JP" altLang="en-US" sz="2400" dirty="0"/>
              <a:t>・夏休みに</a:t>
            </a:r>
            <a:r>
              <a:rPr lang="en-US" altLang="ja-JP" sz="2400" dirty="0"/>
              <a:t>6</a:t>
            </a:r>
            <a:r>
              <a:rPr lang="ja-JP" altLang="en-US" sz="2400" dirty="0"/>
              <a:t>泊</a:t>
            </a:r>
            <a:r>
              <a:rPr lang="en-US" altLang="ja-JP" sz="2400" dirty="0"/>
              <a:t>7</a:t>
            </a:r>
            <a:r>
              <a:rPr lang="ja-JP" altLang="en-US" sz="2400" dirty="0"/>
              <a:t>日で行く予定</a:t>
            </a:r>
            <a:br>
              <a:rPr lang="en-US" altLang="ja-JP" sz="2400" dirty="0"/>
            </a:br>
            <a:r>
              <a:rPr lang="ja-JP" altLang="en-US" sz="2400" dirty="0"/>
              <a:t>・予算は</a:t>
            </a:r>
            <a:r>
              <a:rPr lang="en-US" altLang="ja-JP" sz="2400" dirty="0"/>
              <a:t>100</a:t>
            </a:r>
            <a:r>
              <a:rPr lang="ja-JP" altLang="en-US" sz="2400" dirty="0"/>
              <a:t>万円</a:t>
            </a:r>
            <a:br>
              <a:rPr lang="en-US" altLang="ja-JP" sz="2400" dirty="0"/>
            </a:br>
            <a:r>
              <a:rPr lang="ja-JP" altLang="en-US" sz="2400" dirty="0"/>
              <a:t>・名古屋発、</a:t>
            </a:r>
            <a:r>
              <a:rPr lang="en-US" altLang="ja-JP" sz="2400" dirty="0"/>
              <a:t>2</a:t>
            </a:r>
            <a:r>
              <a:rPr lang="ja-JP" altLang="en-US" sz="2400" dirty="0"/>
              <a:t>名</a:t>
            </a:r>
            <a:br>
              <a:rPr lang="en-US" altLang="ja-JP" sz="2400" dirty="0"/>
            </a:br>
            <a:r>
              <a:rPr lang="ja-JP" altLang="en-US" sz="2400" dirty="0"/>
              <a:t>・歴史的建造物や綺麗な街並みを見たい</a:t>
            </a:r>
            <a:endParaRPr lang="en-US" altLang="ja-JP" sz="2400" dirty="0"/>
          </a:p>
        </p:txBody>
      </p:sp>
      <p:sp>
        <p:nvSpPr>
          <p:cNvPr id="6" name="スライド番号プレースホルダー 2">
            <a:extLst>
              <a:ext uri="{FF2B5EF4-FFF2-40B4-BE49-F238E27FC236}">
                <a16:creationId xmlns:a16="http://schemas.microsoft.com/office/drawing/2014/main" id="{0D3D6E64-F7FF-88AD-240A-E25F583780B9}"/>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18</a:t>
            </a:fld>
            <a:endParaRPr lang="en-US"/>
          </a:p>
        </p:txBody>
      </p:sp>
    </p:spTree>
    <p:extLst>
      <p:ext uri="{BB962C8B-B14F-4D97-AF65-F5344CB8AC3E}">
        <p14:creationId xmlns:p14="http://schemas.microsoft.com/office/powerpoint/2010/main" val="22270121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B4837-2154-DF0E-43B8-B74949D9F2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0A0E9-97F8-841D-8180-D9CFCC935666}"/>
              </a:ext>
            </a:extLst>
          </p:cNvPr>
          <p:cNvSpPr>
            <a:spLocks noGrp="1"/>
          </p:cNvSpPr>
          <p:nvPr>
            <p:ph type="title"/>
          </p:nvPr>
        </p:nvSpPr>
        <p:spPr>
          <a:xfrm>
            <a:off x="6190488" y="731520"/>
            <a:ext cx="5245608" cy="1447800"/>
          </a:xfrm>
        </p:spPr>
        <p:txBody>
          <a:bodyPr anchor="b">
            <a:normAutofit/>
          </a:bodyPr>
          <a:lstStyle/>
          <a:p>
            <a:r>
              <a:rPr lang="ja-JP" altLang="en-US" dirty="0"/>
              <a:t>発表・共有</a:t>
            </a:r>
            <a:endParaRPr lang="en-US" dirty="0"/>
          </a:p>
        </p:txBody>
      </p:sp>
      <p:pic>
        <p:nvPicPr>
          <p:cNvPr id="5" name="Content Placeholder 4" descr="Download or upload files concept">
            <a:extLst>
              <a:ext uri="{FF2B5EF4-FFF2-40B4-BE49-F238E27FC236}">
                <a16:creationId xmlns:a16="http://schemas.microsoft.com/office/drawing/2014/main" id="{65EE60D4-3A6A-5CDF-AC0D-6144B06BA142}"/>
              </a:ext>
            </a:extLst>
          </p:cNvPr>
          <p:cNvPicPr>
            <a:picLocks noGrp="1" noChangeAspect="1"/>
          </p:cNvPicPr>
          <p:nvPr>
            <p:ph type="pic" sz="quarter" idx="18"/>
          </p:nvPr>
        </p:nvPicPr>
        <p:blipFill>
          <a:blip r:embed="rId3"/>
          <a:srcRect l="19613" r="24355" b="-2"/>
          <a:stretch>
            <a:fillRect/>
          </a:stretch>
        </p:blipFill>
        <p:spPr>
          <a:xfrm>
            <a:off x="301752" y="301752"/>
            <a:ext cx="4672584" cy="6254496"/>
          </a:xfrm>
          <a:prstGeom prst="rect">
            <a:avLst/>
          </a:prstGeom>
          <a:noFill/>
        </p:spPr>
      </p:pic>
      <p:sp>
        <p:nvSpPr>
          <p:cNvPr id="6" name="スライド番号プレースホルダー 2">
            <a:extLst>
              <a:ext uri="{FF2B5EF4-FFF2-40B4-BE49-F238E27FC236}">
                <a16:creationId xmlns:a16="http://schemas.microsoft.com/office/drawing/2014/main" id="{73FD0E04-EFCB-1B39-E144-07C3B7DB7BBF}"/>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19</a:t>
            </a:fld>
            <a:endParaRPr lang="en-US"/>
          </a:p>
        </p:txBody>
      </p:sp>
      <p:sp>
        <p:nvSpPr>
          <p:cNvPr id="8" name="Rectangle 3">
            <a:extLst>
              <a:ext uri="{FF2B5EF4-FFF2-40B4-BE49-F238E27FC236}">
                <a16:creationId xmlns:a16="http://schemas.microsoft.com/office/drawing/2014/main" id="{F0DD2AF1-EC81-BA61-6EB1-5B5A39254CCA}"/>
              </a:ext>
            </a:extLst>
          </p:cNvPr>
          <p:cNvSpPr>
            <a:spLocks noGrp="1" noChangeArrowheads="1"/>
          </p:cNvSpPr>
          <p:nvPr>
            <p:ph sz="quarter" idx="14"/>
          </p:nvPr>
        </p:nvSpPr>
        <p:spPr bwMode="auto">
          <a:xfrm>
            <a:off x="6196013" y="2933927"/>
            <a:ext cx="524008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Arial" panose="020B0604020202020204" pitchFamily="34" charset="0"/>
              </a:rPr>
              <a:t>以下の観点で結果を共有してください。</a:t>
            </a:r>
            <a:br>
              <a:rPr kumimoji="0" lang="ja-JP" altLang="ja-JP" sz="2400" b="0" i="0" u="none" strike="noStrike" cap="none" normalizeH="0" baseline="0" dirty="0">
                <a:ln>
                  <a:noFill/>
                </a:ln>
                <a:solidFill>
                  <a:schemeClr val="tx1"/>
                </a:solidFill>
                <a:effectLst/>
                <a:latin typeface="Arial" panose="020B0604020202020204" pitchFamily="34" charset="0"/>
              </a:rPr>
            </a:br>
            <a:endParaRPr kumimoji="0" lang="ja-JP" altLang="ja-JP"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Arial" panose="020B0604020202020204" pitchFamily="34" charset="0"/>
              </a:rPr>
              <a:t>1. 課題1と課題2で、出力結果はどう変わ</a:t>
            </a:r>
            <a:r>
              <a:rPr kumimoji="0" lang="ja-JP" altLang="en-US" sz="2400" b="0" i="0" u="none" strike="noStrike" cap="none" normalizeH="0" baseline="0" dirty="0">
                <a:ln>
                  <a:noFill/>
                </a:ln>
                <a:solidFill>
                  <a:schemeClr val="tx1"/>
                </a:solidFill>
                <a:effectLst/>
                <a:latin typeface="Arial" panose="020B0604020202020204" pitchFamily="34" charset="0"/>
              </a:rPr>
              <a:t>った</a:t>
            </a:r>
            <a:r>
              <a:rPr kumimoji="0" lang="ja-JP" altLang="ja-JP" sz="2400" b="0" i="0" u="none" strike="noStrike" cap="none" normalizeH="0" baseline="0" dirty="0">
                <a:ln>
                  <a:noFill/>
                </a:ln>
                <a:solidFill>
                  <a:schemeClr val="tx1"/>
                </a:solidFill>
                <a:effectLst/>
                <a:latin typeface="Arial" panose="020B0604020202020204" pitchFamily="34" charset="0"/>
              </a:rPr>
              <a:t>か</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Arial" panose="020B0604020202020204" pitchFamily="34" charset="0"/>
              </a:rPr>
              <a:t>2. 条件を追加したことで、使いやすくなった点は何か</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Arial" panose="020B0604020202020204" pitchFamily="34" charset="0"/>
              </a:rPr>
              <a:t>3. それでも人が確認すべき点はどこか</a:t>
            </a:r>
          </a:p>
        </p:txBody>
      </p:sp>
    </p:spTree>
    <p:extLst>
      <p:ext uri="{BB962C8B-B14F-4D97-AF65-F5344CB8AC3E}">
        <p14:creationId xmlns:p14="http://schemas.microsoft.com/office/powerpoint/2010/main" val="90039141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68BDD-F344-29CC-A062-B9A4539389C8}"/>
              </a:ext>
            </a:extLst>
          </p:cNvPr>
          <p:cNvSpPr>
            <a:spLocks noGrp="1"/>
          </p:cNvSpPr>
          <p:nvPr>
            <p:ph type="ctrTitle"/>
          </p:nvPr>
        </p:nvSpPr>
        <p:spPr>
          <a:xfrm>
            <a:off x="1524000" y="836955"/>
            <a:ext cx="7848599" cy="4649446"/>
          </a:xfrm>
        </p:spPr>
        <p:txBody>
          <a:bodyPr anchor="b">
            <a:normAutofit/>
          </a:bodyPr>
          <a:lstStyle/>
          <a:p>
            <a:r>
              <a:rPr lang="ja-JP" altLang="en-US" dirty="0"/>
              <a:t>推奨されない用途</a:t>
            </a:r>
            <a:endParaRPr lang="en-US" dirty="0"/>
          </a:p>
        </p:txBody>
      </p:sp>
      <p:sp>
        <p:nvSpPr>
          <p:cNvPr id="3" name="スライド番号プレースホルダー 2">
            <a:extLst>
              <a:ext uri="{FF2B5EF4-FFF2-40B4-BE49-F238E27FC236}">
                <a16:creationId xmlns:a16="http://schemas.microsoft.com/office/drawing/2014/main" id="{5591745E-9D69-4CDD-FBBA-F413F91C7C64}"/>
              </a:ext>
            </a:extLst>
          </p:cNvPr>
          <p:cNvSpPr>
            <a:spLocks noGrp="1"/>
          </p:cNvSpPr>
          <p:nvPr>
            <p:ph type="sldNum" sz="quarter" idx="12"/>
          </p:nvPr>
        </p:nvSpPr>
        <p:spPr/>
        <p:txBody>
          <a:bodyPr/>
          <a:lstStyle/>
          <a:p>
            <a:pPr rtl="0"/>
            <a:fld id="{AEAA3239-9EA4-4A65-A281-97F994456D9F}" type="slidenum">
              <a:rPr lang="en-US" smtClean="0"/>
              <a:pPr rtl="0"/>
              <a:t>20</a:t>
            </a:fld>
            <a:endParaRPr lang="en-US"/>
          </a:p>
        </p:txBody>
      </p:sp>
    </p:spTree>
    <p:extLst>
      <p:ext uri="{BB962C8B-B14F-4D97-AF65-F5344CB8AC3E}">
        <p14:creationId xmlns:p14="http://schemas.microsoft.com/office/powerpoint/2010/main" val="13278255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58635-E94B-30CA-7098-B2CBFD97E46C}"/>
              </a:ext>
            </a:extLst>
          </p:cNvPr>
          <p:cNvSpPr>
            <a:spLocks noGrp="1"/>
          </p:cNvSpPr>
          <p:nvPr>
            <p:ph type="title"/>
          </p:nvPr>
        </p:nvSpPr>
        <p:spPr>
          <a:xfrm>
            <a:off x="5331355" y="0"/>
            <a:ext cx="4672583" cy="1447800"/>
          </a:xfrm>
        </p:spPr>
        <p:txBody>
          <a:bodyPr anchor="b">
            <a:normAutofit/>
          </a:bodyPr>
          <a:lstStyle/>
          <a:p>
            <a:r>
              <a:rPr lang="ja-JP" altLang="en-US" dirty="0"/>
              <a:t>生成</a:t>
            </a:r>
            <a:r>
              <a:rPr lang="en-US" altLang="ja-JP" dirty="0"/>
              <a:t>AI</a:t>
            </a:r>
            <a:r>
              <a:rPr lang="ja-JP" altLang="en-US" dirty="0"/>
              <a:t>の</a:t>
            </a:r>
            <a:r>
              <a:rPr lang="en-US" altLang="ja-JP" dirty="0"/>
              <a:t>NG</a:t>
            </a:r>
            <a:r>
              <a:rPr lang="ja-JP" altLang="en-US" dirty="0"/>
              <a:t>利用</a:t>
            </a:r>
            <a:endParaRPr lang="en-US" dirty="0"/>
          </a:p>
        </p:txBody>
      </p:sp>
      <p:pic>
        <p:nvPicPr>
          <p:cNvPr id="5" name="Content Placeholder 4" descr="3D illustration.">
            <a:extLst>
              <a:ext uri="{FF2B5EF4-FFF2-40B4-BE49-F238E27FC236}">
                <a16:creationId xmlns:a16="http://schemas.microsoft.com/office/drawing/2014/main" id="{A169C6C3-B6EE-4F0B-B634-6CEC516E1D8B}"/>
              </a:ext>
            </a:extLst>
          </p:cNvPr>
          <p:cNvPicPr>
            <a:picLocks noGrp="1" noChangeAspect="1"/>
          </p:cNvPicPr>
          <p:nvPr>
            <p:ph type="pic" sz="quarter" idx="18"/>
          </p:nvPr>
        </p:nvPicPr>
        <p:blipFill>
          <a:blip r:embed="rId3"/>
          <a:srcRect l="6133" r="37835" b="-2"/>
          <a:stretch>
            <a:fillRect/>
          </a:stretch>
        </p:blipFill>
        <p:spPr>
          <a:xfrm>
            <a:off x="301752" y="301752"/>
            <a:ext cx="4672584" cy="6254496"/>
          </a:xfrm>
          <a:prstGeom prst="rect">
            <a:avLst/>
          </a:prstGeom>
          <a:noFill/>
        </p:spPr>
      </p:pic>
      <p:sp>
        <p:nvSpPr>
          <p:cNvPr id="4" name="Content Placeholder 3">
            <a:extLst>
              <a:ext uri="{FF2B5EF4-FFF2-40B4-BE49-F238E27FC236}">
                <a16:creationId xmlns:a16="http://schemas.microsoft.com/office/drawing/2014/main" id="{977A8EB3-065C-C708-109E-51BB351F9A8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31355" y="1839432"/>
            <a:ext cx="6058957" cy="4801609"/>
          </a:xfrm>
        </p:spPr>
        <p:txBody>
          <a:bodyPr>
            <a:noAutofit/>
          </a:bodyPr>
          <a:lstStyle/>
          <a:p>
            <a:pPr>
              <a:spcBef>
                <a:spcPts val="2500"/>
              </a:spcBef>
            </a:pPr>
            <a:r>
              <a:rPr lang="ja-JP" altLang="en-US" sz="3200" b="1" dirty="0"/>
              <a:t>① </a:t>
            </a:r>
            <a:r>
              <a:rPr lang="ja-JP" altLang="en-US" sz="3200" b="1" dirty="0">
                <a:solidFill>
                  <a:srgbClr val="FF0000"/>
                </a:solidFill>
              </a:rPr>
              <a:t>個人用</a:t>
            </a:r>
            <a:r>
              <a:rPr lang="en-US" altLang="ja-JP" sz="3200" b="1" dirty="0">
                <a:solidFill>
                  <a:srgbClr val="FF0000"/>
                </a:solidFill>
              </a:rPr>
              <a:t>AI</a:t>
            </a:r>
            <a:r>
              <a:rPr lang="ja-JP" altLang="en-US" sz="3200" b="1" dirty="0">
                <a:solidFill>
                  <a:srgbClr val="FF0000"/>
                </a:solidFill>
              </a:rPr>
              <a:t>への業務データ入力</a:t>
            </a:r>
            <a:endParaRPr lang="en-US" altLang="ja-JP" sz="3200" b="1" dirty="0">
              <a:solidFill>
                <a:srgbClr val="FF0000"/>
              </a:solidFill>
            </a:endParaRPr>
          </a:p>
          <a:p>
            <a:pPr>
              <a:spcBef>
                <a:spcPts val="2500"/>
              </a:spcBef>
            </a:pPr>
            <a:r>
              <a:rPr lang="ja-JP" altLang="en-US" sz="3200" b="1" dirty="0"/>
              <a:t>② </a:t>
            </a:r>
            <a:r>
              <a:rPr lang="en-US" altLang="ja-JP" sz="3200" b="1" dirty="0"/>
              <a:t>AI</a:t>
            </a:r>
            <a:r>
              <a:rPr lang="ja-JP" altLang="en-US" sz="3200" b="1" dirty="0"/>
              <a:t>の出力をそのまま外部利用</a:t>
            </a:r>
            <a:endParaRPr lang="en-US" altLang="ja-JP" sz="3200" b="1" dirty="0"/>
          </a:p>
          <a:p>
            <a:pPr>
              <a:spcBef>
                <a:spcPts val="2500"/>
              </a:spcBef>
            </a:pPr>
            <a:r>
              <a:rPr lang="ja-JP" altLang="en-US" sz="3200" b="1" dirty="0"/>
              <a:t>③ 機密・個人情報の無制限入力</a:t>
            </a:r>
            <a:endParaRPr lang="en-US" sz="3200" dirty="0"/>
          </a:p>
        </p:txBody>
      </p:sp>
      <p:sp>
        <p:nvSpPr>
          <p:cNvPr id="6" name="スライド番号プレースホルダー 2">
            <a:extLst>
              <a:ext uri="{FF2B5EF4-FFF2-40B4-BE49-F238E27FC236}">
                <a16:creationId xmlns:a16="http://schemas.microsoft.com/office/drawing/2014/main" id="{B4E4E5DC-A283-8F75-25A2-2696660A6D4D}"/>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21</a:t>
            </a:fld>
            <a:endParaRPr lang="en-US"/>
          </a:p>
        </p:txBody>
      </p:sp>
    </p:spTree>
    <p:extLst>
      <p:ext uri="{BB962C8B-B14F-4D97-AF65-F5344CB8AC3E}">
        <p14:creationId xmlns:p14="http://schemas.microsoft.com/office/powerpoint/2010/main" val="17903499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DD4EA-D0BF-6E49-8157-3E163B43B5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ECAF33-FEEB-A9C5-23DA-C328531E818F}"/>
              </a:ext>
            </a:extLst>
          </p:cNvPr>
          <p:cNvSpPr>
            <a:spLocks noGrp="1"/>
          </p:cNvSpPr>
          <p:nvPr>
            <p:ph type="title"/>
          </p:nvPr>
        </p:nvSpPr>
        <p:spPr>
          <a:xfrm>
            <a:off x="5331355" y="0"/>
            <a:ext cx="4672583" cy="1447800"/>
          </a:xfrm>
        </p:spPr>
        <p:txBody>
          <a:bodyPr anchor="b">
            <a:normAutofit/>
          </a:bodyPr>
          <a:lstStyle/>
          <a:p>
            <a:pPr>
              <a:spcBef>
                <a:spcPts val="2500"/>
              </a:spcBef>
            </a:pPr>
            <a:r>
              <a:rPr lang="ja-JP" altLang="en-US" dirty="0"/>
              <a:t>個人用</a:t>
            </a:r>
            <a:r>
              <a:rPr lang="en-US" altLang="ja-JP" dirty="0"/>
              <a:t>AI</a:t>
            </a:r>
            <a:r>
              <a:rPr lang="ja-JP" altLang="en-US" dirty="0"/>
              <a:t>への</a:t>
            </a:r>
            <a:br>
              <a:rPr lang="en-US" altLang="ja-JP" dirty="0"/>
            </a:br>
            <a:r>
              <a:rPr lang="ja-JP" altLang="en-US" dirty="0"/>
              <a:t>業務データ入力</a:t>
            </a:r>
            <a:endParaRPr lang="en-US" altLang="ja-JP" dirty="0"/>
          </a:p>
        </p:txBody>
      </p:sp>
      <p:pic>
        <p:nvPicPr>
          <p:cNvPr id="5" name="Content Placeholder 4" descr="3D illustration.">
            <a:extLst>
              <a:ext uri="{FF2B5EF4-FFF2-40B4-BE49-F238E27FC236}">
                <a16:creationId xmlns:a16="http://schemas.microsoft.com/office/drawing/2014/main" id="{E1DFD0C6-610B-584D-A805-DE5A82EF7788}"/>
              </a:ext>
            </a:extLst>
          </p:cNvPr>
          <p:cNvPicPr>
            <a:picLocks noGrp="1" noChangeAspect="1"/>
          </p:cNvPicPr>
          <p:nvPr>
            <p:ph type="pic" sz="quarter" idx="18"/>
          </p:nvPr>
        </p:nvPicPr>
        <p:blipFill>
          <a:blip r:embed="rId3"/>
          <a:srcRect l="6133" r="37835" b="-2"/>
          <a:stretch>
            <a:fillRect/>
          </a:stretch>
        </p:blipFill>
        <p:spPr>
          <a:xfrm>
            <a:off x="301752" y="301752"/>
            <a:ext cx="4672584" cy="6254496"/>
          </a:xfrm>
          <a:prstGeom prst="rect">
            <a:avLst/>
          </a:prstGeom>
          <a:noFill/>
        </p:spPr>
      </p:pic>
      <p:sp>
        <p:nvSpPr>
          <p:cNvPr id="4" name="Content Placeholder 3">
            <a:extLst>
              <a:ext uri="{FF2B5EF4-FFF2-40B4-BE49-F238E27FC236}">
                <a16:creationId xmlns:a16="http://schemas.microsoft.com/office/drawing/2014/main" id="{9A4308EA-D7F1-3B42-52E0-AC34D6763C4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31355" y="1903228"/>
            <a:ext cx="6058957" cy="4737814"/>
          </a:xfrm>
        </p:spPr>
        <p:txBody>
          <a:bodyPr>
            <a:noAutofit/>
          </a:bodyPr>
          <a:lstStyle/>
          <a:p>
            <a:pPr marL="0" indent="0">
              <a:spcBef>
                <a:spcPts val="2500"/>
              </a:spcBef>
              <a:buFont typeface="Arial" panose="020B0604020202020204" pitchFamily="34" charset="0"/>
              <a:buNone/>
            </a:pPr>
            <a:r>
              <a:rPr lang="ja-JP" altLang="en-US" sz="2400" b="1" dirty="0"/>
              <a:t>禁止される行為の例</a:t>
            </a:r>
          </a:p>
          <a:p>
            <a:pPr marL="0" lvl="1"/>
            <a:r>
              <a:rPr lang="ja-JP" altLang="en-US" sz="2400" dirty="0"/>
              <a:t>個人で契約している</a:t>
            </a:r>
            <a:r>
              <a:rPr lang="en-US" altLang="ja-JP" sz="2400" dirty="0"/>
              <a:t>ChatGPT</a:t>
            </a:r>
            <a:r>
              <a:rPr lang="ja-JP" altLang="en-US" sz="2400" dirty="0"/>
              <a:t>のアカウント</a:t>
            </a:r>
            <a:r>
              <a:rPr lang="ja-JP" altLang="en-US" sz="2400"/>
              <a:t>に、</a:t>
            </a:r>
            <a:br>
              <a:rPr lang="en-US" altLang="ja-JP" sz="2400" dirty="0"/>
            </a:br>
            <a:r>
              <a:rPr lang="ja-JP" altLang="en-US" sz="2400"/>
              <a:t>業務</a:t>
            </a:r>
            <a:r>
              <a:rPr lang="ja-JP" altLang="en-US" sz="2400" dirty="0"/>
              <a:t>で知り得た情報を入力した</a:t>
            </a:r>
            <a:endParaRPr lang="en-US" altLang="ja-JP" sz="2400" dirty="0"/>
          </a:p>
          <a:p>
            <a:pPr marL="0" lvl="1"/>
            <a:endParaRPr lang="en-US" altLang="ja-JP" sz="2400" b="1" dirty="0"/>
          </a:p>
          <a:p>
            <a:pPr marL="0" lvl="1"/>
            <a:r>
              <a:rPr lang="ja-JP" altLang="en-US" sz="2400" b="1" dirty="0"/>
              <a:t>禁止理由</a:t>
            </a:r>
          </a:p>
          <a:p>
            <a:pPr marL="0" lvl="1" indent="0">
              <a:buFont typeface="Arial" panose="020B0604020202020204" pitchFamily="34" charset="0"/>
              <a:buNone/>
            </a:pPr>
            <a:r>
              <a:rPr lang="ja-JP" altLang="en-US" sz="2400" dirty="0"/>
              <a:t>① 個人で契約している生成</a:t>
            </a:r>
            <a:r>
              <a:rPr lang="en-US" altLang="ja-JP" sz="2400" dirty="0"/>
              <a:t>AI</a:t>
            </a:r>
            <a:r>
              <a:rPr lang="ja-JP" altLang="en-US" sz="2400" dirty="0"/>
              <a:t>のアカウントに業務情報を入力することは、それ自体が外部への情報持ち出しに該当</a:t>
            </a:r>
            <a:endParaRPr lang="en-US" altLang="ja-JP" sz="2400" dirty="0"/>
          </a:p>
          <a:p>
            <a:pPr marL="0" lvl="1" indent="0">
              <a:buFont typeface="Arial" panose="020B0604020202020204" pitchFamily="34" charset="0"/>
              <a:buNone/>
            </a:pPr>
            <a:r>
              <a:rPr lang="ja-JP" altLang="en-US" sz="2400" dirty="0"/>
              <a:t>② また、個人で契約している生成</a:t>
            </a:r>
            <a:r>
              <a:rPr lang="en-US" altLang="ja-JP" sz="2400" dirty="0"/>
              <a:t>AI</a:t>
            </a:r>
            <a:r>
              <a:rPr lang="ja-JP" altLang="en-US" sz="2400" dirty="0"/>
              <a:t>のアカウントから情報が漏えいしてしまった</a:t>
            </a:r>
            <a:r>
              <a:rPr lang="ja-JP" altLang="en-US" sz="2400"/>
              <a:t>場合、会社と</a:t>
            </a:r>
            <a:r>
              <a:rPr lang="ja-JP" altLang="en-US" sz="2400" dirty="0"/>
              <a:t>して情報漏えいを検知・制御することは事実上不可能</a:t>
            </a:r>
          </a:p>
        </p:txBody>
      </p:sp>
      <p:sp>
        <p:nvSpPr>
          <p:cNvPr id="6" name="スライド番号プレースホルダー 2">
            <a:extLst>
              <a:ext uri="{FF2B5EF4-FFF2-40B4-BE49-F238E27FC236}">
                <a16:creationId xmlns:a16="http://schemas.microsoft.com/office/drawing/2014/main" id="{49444EFD-4577-2DE7-DC1F-9EDDDCA210D0}"/>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22</a:t>
            </a:fld>
            <a:endParaRPr lang="en-US"/>
          </a:p>
        </p:txBody>
      </p:sp>
    </p:spTree>
    <p:extLst>
      <p:ext uri="{BB962C8B-B14F-4D97-AF65-F5344CB8AC3E}">
        <p14:creationId xmlns:p14="http://schemas.microsoft.com/office/powerpoint/2010/main" val="19880646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9004-9203-9B80-B004-0BE0543600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6DAA7-6FC6-EE9B-F82F-C15C1A1BE9C3}"/>
              </a:ext>
            </a:extLst>
          </p:cNvPr>
          <p:cNvSpPr>
            <a:spLocks noGrp="1"/>
          </p:cNvSpPr>
          <p:nvPr>
            <p:ph type="title"/>
          </p:nvPr>
        </p:nvSpPr>
        <p:spPr>
          <a:xfrm>
            <a:off x="5331355" y="0"/>
            <a:ext cx="4672583" cy="1447800"/>
          </a:xfrm>
        </p:spPr>
        <p:txBody>
          <a:bodyPr anchor="b">
            <a:normAutofit/>
          </a:bodyPr>
          <a:lstStyle/>
          <a:p>
            <a:r>
              <a:rPr lang="en-US" altLang="ja-JP" dirty="0"/>
              <a:t>AI</a:t>
            </a:r>
            <a:r>
              <a:rPr lang="ja-JP" altLang="en-US" dirty="0"/>
              <a:t>の出力を</a:t>
            </a:r>
            <a:br>
              <a:rPr lang="en-US" altLang="ja-JP" dirty="0"/>
            </a:br>
            <a:r>
              <a:rPr lang="ja-JP" altLang="en-US" dirty="0"/>
              <a:t>そのまま外部利用</a:t>
            </a:r>
            <a:endParaRPr lang="en-US" dirty="0"/>
          </a:p>
        </p:txBody>
      </p:sp>
      <p:pic>
        <p:nvPicPr>
          <p:cNvPr id="5" name="Content Placeholder 4" descr="3D illustration.">
            <a:extLst>
              <a:ext uri="{FF2B5EF4-FFF2-40B4-BE49-F238E27FC236}">
                <a16:creationId xmlns:a16="http://schemas.microsoft.com/office/drawing/2014/main" id="{B8C89603-BC58-DDF7-C8D8-3C87399EFA80}"/>
              </a:ext>
            </a:extLst>
          </p:cNvPr>
          <p:cNvPicPr>
            <a:picLocks noGrp="1" noChangeAspect="1"/>
          </p:cNvPicPr>
          <p:nvPr>
            <p:ph type="pic" sz="quarter" idx="18"/>
          </p:nvPr>
        </p:nvPicPr>
        <p:blipFill>
          <a:blip r:embed="rId3"/>
          <a:srcRect l="6133" r="37835" b="-2"/>
          <a:stretch>
            <a:fillRect/>
          </a:stretch>
        </p:blipFill>
        <p:spPr>
          <a:xfrm>
            <a:off x="301752" y="301752"/>
            <a:ext cx="4672584" cy="6254496"/>
          </a:xfrm>
          <a:prstGeom prst="rect">
            <a:avLst/>
          </a:prstGeom>
          <a:noFill/>
        </p:spPr>
      </p:pic>
      <p:sp>
        <p:nvSpPr>
          <p:cNvPr id="4" name="Content Placeholder 3">
            <a:extLst>
              <a:ext uri="{FF2B5EF4-FFF2-40B4-BE49-F238E27FC236}">
                <a16:creationId xmlns:a16="http://schemas.microsoft.com/office/drawing/2014/main" id="{99A6B27F-DDA8-5E64-4F65-50660E54F9C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31355" y="1786270"/>
            <a:ext cx="6058957" cy="4854772"/>
          </a:xfrm>
        </p:spPr>
        <p:txBody>
          <a:bodyPr>
            <a:noAutofit/>
          </a:bodyPr>
          <a:lstStyle/>
          <a:p>
            <a:pPr marL="0" indent="0">
              <a:spcBef>
                <a:spcPts val="2500"/>
              </a:spcBef>
              <a:buFont typeface="Arial" panose="020B0604020202020204" pitchFamily="34" charset="0"/>
              <a:buNone/>
            </a:pPr>
            <a:r>
              <a:rPr lang="ja-JP" altLang="en-US" sz="2400" b="1" dirty="0"/>
              <a:t>禁止される利用例</a:t>
            </a:r>
          </a:p>
          <a:p>
            <a:pPr marL="0" lvl="1" indent="0">
              <a:buFont typeface="Arial" panose="020B0604020202020204" pitchFamily="34" charset="0"/>
              <a:buNone/>
            </a:pPr>
            <a:r>
              <a:rPr sz="2400" dirty="0" err="1"/>
              <a:t>生成AI</a:t>
            </a:r>
            <a:r>
              <a:rPr lang="ja-JP" altLang="en-US" sz="2400" dirty="0"/>
              <a:t>が</a:t>
            </a:r>
            <a:r>
              <a:rPr lang="ja-JP" altLang="en-US" sz="2400"/>
              <a:t>出力した提案を</a:t>
            </a:r>
            <a:r>
              <a:rPr lang="ja-JP" altLang="en-US" sz="2400" dirty="0"/>
              <a:t>、生成</a:t>
            </a:r>
            <a:r>
              <a:rPr lang="en-US" altLang="ja-JP" sz="2400" dirty="0"/>
              <a:t>AI</a:t>
            </a:r>
            <a:r>
              <a:rPr lang="ja-JP" altLang="en-US" sz="2400" dirty="0"/>
              <a:t>に「本当</a:t>
            </a:r>
            <a:r>
              <a:rPr lang="ja-JP" altLang="en-US" sz="2400"/>
              <a:t>にその事例ある</a:t>
            </a:r>
            <a:r>
              <a:rPr lang="ja-JP" altLang="en-US" sz="2400" dirty="0"/>
              <a:t>？」と聞いたところ、生成</a:t>
            </a:r>
            <a:r>
              <a:rPr lang="en-US" altLang="ja-JP" sz="2400" dirty="0"/>
              <a:t>AI</a:t>
            </a:r>
            <a:r>
              <a:rPr lang="ja-JP" altLang="en-US" sz="2400" dirty="0"/>
              <a:t>が本当</a:t>
            </a:r>
            <a:r>
              <a:rPr lang="ja-JP" altLang="en-US" sz="2400"/>
              <a:t>にある事例だ</a:t>
            </a:r>
            <a:r>
              <a:rPr lang="ja-JP" altLang="en-US" sz="2400" dirty="0"/>
              <a:t>と返答したので、それをそのまま根拠</a:t>
            </a:r>
            <a:r>
              <a:rPr lang="ja-JP" altLang="en-US" sz="2400"/>
              <a:t>としてお客様に</a:t>
            </a:r>
            <a:r>
              <a:rPr lang="ja-JP" altLang="en-US" sz="2400" dirty="0"/>
              <a:t>提出した。</a:t>
            </a:r>
          </a:p>
          <a:p>
            <a:pPr marL="0" indent="0">
              <a:spcBef>
                <a:spcPts val="2500"/>
              </a:spcBef>
              <a:buFont typeface="Arial" panose="020B0604020202020204" pitchFamily="34" charset="0"/>
              <a:buNone/>
            </a:pPr>
            <a:r>
              <a:rPr lang="ja-JP" altLang="en-US" sz="2400" b="1" dirty="0"/>
              <a:t>禁止理由</a:t>
            </a:r>
          </a:p>
          <a:p>
            <a:pPr marL="0" lvl="1"/>
            <a:r>
              <a:rPr lang="ja-JP" altLang="en-US" sz="2400" dirty="0"/>
              <a:t>生成</a:t>
            </a:r>
            <a:r>
              <a:rPr lang="en-US" altLang="ja-JP" sz="2400" dirty="0"/>
              <a:t>AI</a:t>
            </a:r>
            <a:r>
              <a:rPr lang="ja-JP" altLang="en-US" sz="2400" dirty="0"/>
              <a:t>が出力する情報は必ずしも正しいとは限らない（</a:t>
            </a:r>
            <a:r>
              <a:rPr lang="en-US" altLang="ja-JP" sz="2400" dirty="0"/>
              <a:t>cf.</a:t>
            </a:r>
            <a:r>
              <a:rPr lang="ja-JP" altLang="en-US" sz="2400" dirty="0"/>
              <a:t>ハルシネーション）。誤情報のリスクがあるため、人の確認が必須。</a:t>
            </a:r>
          </a:p>
        </p:txBody>
      </p:sp>
      <p:sp>
        <p:nvSpPr>
          <p:cNvPr id="6" name="スライド番号プレースホルダー 2">
            <a:extLst>
              <a:ext uri="{FF2B5EF4-FFF2-40B4-BE49-F238E27FC236}">
                <a16:creationId xmlns:a16="http://schemas.microsoft.com/office/drawing/2014/main" id="{78FDAA95-FAAE-26FB-9007-54ECA2EDE8D7}"/>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23</a:t>
            </a:fld>
            <a:endParaRPr lang="en-US"/>
          </a:p>
        </p:txBody>
      </p:sp>
    </p:spTree>
    <p:extLst>
      <p:ext uri="{BB962C8B-B14F-4D97-AF65-F5344CB8AC3E}">
        <p14:creationId xmlns:p14="http://schemas.microsoft.com/office/powerpoint/2010/main" val="29057121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34E8A-82F1-D217-DD78-BA20064A31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AA3C0-061B-09E1-67D9-AD8AE122C51B}"/>
              </a:ext>
            </a:extLst>
          </p:cNvPr>
          <p:cNvSpPr>
            <a:spLocks noGrp="1"/>
          </p:cNvSpPr>
          <p:nvPr>
            <p:ph type="title"/>
          </p:nvPr>
        </p:nvSpPr>
        <p:spPr>
          <a:xfrm>
            <a:off x="5331355" y="0"/>
            <a:ext cx="4672583" cy="1447800"/>
          </a:xfrm>
        </p:spPr>
        <p:txBody>
          <a:bodyPr anchor="b">
            <a:normAutofit/>
          </a:bodyPr>
          <a:lstStyle/>
          <a:p>
            <a:r>
              <a:rPr lang="ja-JP" altLang="en-US" dirty="0"/>
              <a:t>機密・個人情報の</a:t>
            </a:r>
            <a:br>
              <a:rPr lang="en-US" altLang="ja-JP" dirty="0"/>
            </a:br>
            <a:r>
              <a:rPr lang="ja-JP" altLang="en-US" dirty="0"/>
              <a:t>無制限入力</a:t>
            </a:r>
            <a:endParaRPr lang="en-US" dirty="0"/>
          </a:p>
        </p:txBody>
      </p:sp>
      <p:pic>
        <p:nvPicPr>
          <p:cNvPr id="5" name="Content Placeholder 4" descr="3D illustration.">
            <a:extLst>
              <a:ext uri="{FF2B5EF4-FFF2-40B4-BE49-F238E27FC236}">
                <a16:creationId xmlns:a16="http://schemas.microsoft.com/office/drawing/2014/main" id="{4760E609-1289-629C-B0C1-684553ED4738}"/>
              </a:ext>
            </a:extLst>
          </p:cNvPr>
          <p:cNvPicPr>
            <a:picLocks noGrp="1" noChangeAspect="1"/>
          </p:cNvPicPr>
          <p:nvPr>
            <p:ph type="pic" sz="quarter" idx="18"/>
          </p:nvPr>
        </p:nvPicPr>
        <p:blipFill>
          <a:blip r:embed="rId3"/>
          <a:srcRect l="6133" r="37835" b="-2"/>
          <a:stretch>
            <a:fillRect/>
          </a:stretch>
        </p:blipFill>
        <p:spPr>
          <a:xfrm>
            <a:off x="301752" y="301752"/>
            <a:ext cx="4672584" cy="6254496"/>
          </a:xfrm>
          <a:prstGeom prst="rect">
            <a:avLst/>
          </a:prstGeom>
          <a:noFill/>
        </p:spPr>
      </p:pic>
      <p:sp>
        <p:nvSpPr>
          <p:cNvPr id="6" name="スライド番号プレースホルダー 2">
            <a:extLst>
              <a:ext uri="{FF2B5EF4-FFF2-40B4-BE49-F238E27FC236}">
                <a16:creationId xmlns:a16="http://schemas.microsoft.com/office/drawing/2014/main" id="{DC7DD274-544E-E75A-929F-25E6230EB721}"/>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24</a:t>
            </a:fld>
            <a:endParaRPr lang="en-US"/>
          </a:p>
        </p:txBody>
      </p:sp>
      <p:sp>
        <p:nvSpPr>
          <p:cNvPr id="3" name="Rectangle 1">
            <a:extLst>
              <a:ext uri="{FF2B5EF4-FFF2-40B4-BE49-F238E27FC236}">
                <a16:creationId xmlns:a16="http://schemas.microsoft.com/office/drawing/2014/main" id="{8435C41E-BCB3-025D-D377-1C5F12AA95F1}"/>
              </a:ext>
            </a:extLst>
          </p:cNvPr>
          <p:cNvSpPr>
            <a:spLocks noGrp="1" noChangeArrowheads="1"/>
          </p:cNvSpPr>
          <p:nvPr>
            <p:ph sz="quarter" idx="14"/>
          </p:nvPr>
        </p:nvSpPr>
        <p:spPr bwMode="auto">
          <a:xfrm>
            <a:off x="5330826" y="1781999"/>
            <a:ext cx="628081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1" i="0" u="none" strike="noStrike" cap="none" normalizeH="0" baseline="0" dirty="0">
                <a:ln>
                  <a:noFill/>
                </a:ln>
                <a:solidFill>
                  <a:schemeClr val="tx1"/>
                </a:solidFill>
                <a:effectLst/>
                <a:latin typeface="Arial" panose="020B0604020202020204" pitchFamily="34" charset="0"/>
              </a:rPr>
              <a:t>禁止される行為の例</a:t>
            </a:r>
            <a:endParaRPr kumimoji="0" lang="ja-JP" altLang="ja-JP"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Arial" panose="020B0604020202020204" pitchFamily="34" charset="0"/>
              </a:rPr>
              <a:t>・</a:t>
            </a:r>
            <a:r>
              <a:rPr kumimoji="0" lang="ja-JP" altLang="ja-JP" sz="2400" b="0" i="0" u="none" strike="noStrike" cap="none" normalizeH="0" baseline="0">
                <a:ln>
                  <a:noFill/>
                </a:ln>
                <a:solidFill>
                  <a:schemeClr val="tx1"/>
                </a:solidFill>
                <a:effectLst/>
                <a:latin typeface="Arial" panose="020B0604020202020204" pitchFamily="34" charset="0"/>
              </a:rPr>
              <a:t>顧客名、</a:t>
            </a:r>
            <a:r>
              <a:rPr kumimoji="0" lang="ja-JP" altLang="en-US" sz="2400" b="0" i="0" u="none" strike="noStrike" cap="none" normalizeH="0" baseline="0">
                <a:ln>
                  <a:noFill/>
                </a:ln>
                <a:solidFill>
                  <a:schemeClr val="tx1"/>
                </a:solidFill>
                <a:effectLst/>
                <a:latin typeface="Arial" panose="020B0604020202020204" pitchFamily="34" charset="0"/>
              </a:rPr>
              <a:t>連絡先</a:t>
            </a:r>
            <a:r>
              <a:rPr kumimoji="0" lang="ja-JP" altLang="ja-JP" sz="2400" b="0" i="0" u="none" strike="noStrike" cap="none" normalizeH="0" baseline="0">
                <a:ln>
                  <a:noFill/>
                </a:ln>
                <a:solidFill>
                  <a:schemeClr val="tx1"/>
                </a:solidFill>
                <a:effectLst/>
                <a:latin typeface="Arial" panose="020B0604020202020204" pitchFamily="34" charset="0"/>
              </a:rPr>
              <a:t>など</a:t>
            </a:r>
            <a:r>
              <a:rPr kumimoji="0" lang="ja-JP" altLang="en-US" sz="2400" b="0" i="0" u="none" strike="noStrike" cap="none" normalizeH="0" baseline="0" dirty="0">
                <a:ln>
                  <a:noFill/>
                </a:ln>
                <a:solidFill>
                  <a:schemeClr val="tx1"/>
                </a:solidFill>
                <a:effectLst/>
                <a:latin typeface="Arial" panose="020B0604020202020204" pitchFamily="34" charset="0"/>
              </a:rPr>
              <a:t>の</a:t>
            </a:r>
            <a:r>
              <a:rPr kumimoji="0" lang="ja-JP" altLang="ja-JP" sz="2400" b="0" i="0" u="none" strike="noStrike" cap="none" normalizeH="0" baseline="0" dirty="0">
                <a:ln>
                  <a:noFill/>
                </a:ln>
                <a:solidFill>
                  <a:schemeClr val="tx1"/>
                </a:solidFill>
                <a:effectLst/>
                <a:latin typeface="Arial" panose="020B0604020202020204" pitchFamily="34" charset="0"/>
              </a:rPr>
              <a:t>個人</a:t>
            </a:r>
            <a:r>
              <a:rPr kumimoji="0" lang="ja-JP" altLang="ja-JP" sz="2400" b="0" i="0" u="none" strike="noStrike" cap="none" normalizeH="0" baseline="0">
                <a:ln>
                  <a:noFill/>
                </a:ln>
                <a:solidFill>
                  <a:schemeClr val="tx1"/>
                </a:solidFill>
                <a:effectLst/>
                <a:latin typeface="Arial" panose="020B0604020202020204" pitchFamily="34" charset="0"/>
              </a:rPr>
              <a:t>情報や</a:t>
            </a:r>
            <a:r>
              <a:rPr kumimoji="0" lang="ja-JP" altLang="en-US" sz="2400" b="0" i="0" u="none" strike="noStrike" cap="none" normalizeH="0" baseline="0">
                <a:ln>
                  <a:noFill/>
                </a:ln>
                <a:solidFill>
                  <a:schemeClr val="tx1"/>
                </a:solidFill>
                <a:effectLst/>
                <a:latin typeface="Arial" panose="020B0604020202020204" pitchFamily="34" charset="0"/>
              </a:rPr>
              <a:t>、自社・お客様の</a:t>
            </a:r>
            <a:r>
              <a:rPr kumimoji="0" lang="ja-JP" altLang="ja-JP" sz="2400" b="0" i="0" u="none" strike="noStrike" cap="none" normalizeH="0" baseline="0">
                <a:ln>
                  <a:noFill/>
                </a:ln>
                <a:solidFill>
                  <a:schemeClr val="tx1"/>
                </a:solidFill>
                <a:effectLst/>
                <a:latin typeface="Arial" panose="020B0604020202020204" pitchFamily="34" charset="0"/>
              </a:rPr>
              <a:t>機密</a:t>
            </a:r>
            <a:r>
              <a:rPr kumimoji="0" lang="ja-JP" altLang="ja-JP" sz="2400" b="0" i="0" u="none" strike="noStrike" cap="none" normalizeH="0" baseline="0" dirty="0">
                <a:ln>
                  <a:noFill/>
                </a:ln>
                <a:solidFill>
                  <a:schemeClr val="tx1"/>
                </a:solidFill>
                <a:effectLst/>
                <a:latin typeface="Arial" panose="020B0604020202020204" pitchFamily="34" charset="0"/>
              </a:rPr>
              <a:t>情報を、ルール確認なしに入力する</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Arial" panose="020B0604020202020204" pitchFamily="34" charset="0"/>
              </a:rPr>
              <a:t>・</a:t>
            </a:r>
            <a:r>
              <a:rPr lang="ja-JP" altLang="en-US" sz="2400" dirty="0">
                <a:solidFill>
                  <a:schemeClr val="tx1"/>
                </a:solidFill>
                <a:latin typeface="Arial" panose="020B0604020202020204" pitchFamily="34" charset="0"/>
              </a:rPr>
              <a:t>生成</a:t>
            </a:r>
            <a:r>
              <a:rPr lang="en-US" altLang="ja-JP" sz="2400" dirty="0">
                <a:solidFill>
                  <a:schemeClr val="tx1"/>
                </a:solidFill>
                <a:latin typeface="Arial" panose="020B0604020202020204" pitchFamily="34" charset="0"/>
              </a:rPr>
              <a:t>AI</a:t>
            </a:r>
            <a:r>
              <a:rPr lang="ja-JP" altLang="en-US" sz="2400" dirty="0">
                <a:solidFill>
                  <a:schemeClr val="tx1"/>
                </a:solidFill>
                <a:latin typeface="Arial" panose="020B0604020202020204" pitchFamily="34" charset="0"/>
              </a:rPr>
              <a:t>の利用についてクライアントへの説明・許諾なく利用する</a:t>
            </a:r>
            <a:endParaRPr kumimoji="0" lang="en-US" altLang="ja-JP"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ja-JP" altLang="en-US" sz="2400" dirty="0">
                <a:solidFill>
                  <a:schemeClr val="tx1"/>
                </a:solidFill>
                <a:latin typeface="Arial" panose="020B0604020202020204" pitchFamily="34" charset="0"/>
              </a:rPr>
              <a:t>・</a:t>
            </a:r>
            <a:r>
              <a:rPr kumimoji="0" lang="ja-JP" altLang="ja-JP" sz="2400" b="0" i="0" u="none" strike="noStrike" cap="none" normalizeH="0" baseline="0" dirty="0">
                <a:ln>
                  <a:noFill/>
                </a:ln>
                <a:solidFill>
                  <a:schemeClr val="tx1"/>
                </a:solidFill>
                <a:effectLst/>
                <a:latin typeface="Arial" panose="020B0604020202020204" pitchFamily="34" charset="0"/>
              </a:rPr>
              <a:t>アクセス権や共有範囲を確認せず、資料をAIに読み込ませる</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1" i="0" u="none" strike="noStrike" cap="none" normalizeH="0" baseline="0" dirty="0">
                <a:ln>
                  <a:noFill/>
                </a:ln>
                <a:solidFill>
                  <a:schemeClr val="tx1"/>
                </a:solidFill>
                <a:effectLst/>
                <a:latin typeface="Arial" panose="020B0604020202020204" pitchFamily="34" charset="0"/>
              </a:rPr>
              <a:t>禁止理由</a:t>
            </a:r>
            <a:endParaRPr kumimoji="0" lang="ja-JP" altLang="ja-JP"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Arial" panose="020B0604020202020204" pitchFamily="34" charset="0"/>
              </a:rPr>
              <a:t>・情報漏えい、守秘義務違反につながる可能性が</a:t>
            </a:r>
            <a:r>
              <a:rPr kumimoji="0" lang="ja-JP" altLang="en-US" sz="2400" b="0" i="0" u="none" strike="noStrike" cap="none" normalizeH="0" baseline="0" dirty="0">
                <a:ln>
                  <a:noFill/>
                </a:ln>
                <a:solidFill>
                  <a:schemeClr val="tx1"/>
                </a:solidFill>
                <a:effectLst/>
                <a:latin typeface="Arial" panose="020B0604020202020204" pitchFamily="34" charset="0"/>
              </a:rPr>
              <a:t>ある</a:t>
            </a:r>
            <a:endParaRPr kumimoji="0" lang="ja-JP" altLang="ja-JP"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Arial" panose="020B0604020202020204" pitchFamily="34" charset="0"/>
              </a:rPr>
              <a:t>・入力内容の管理・追跡が困難になる場合があ</a:t>
            </a:r>
            <a:r>
              <a:rPr kumimoji="0" lang="ja-JP" altLang="en-US" sz="2400" b="0" i="0" u="none" strike="noStrike" cap="none" normalizeH="0" baseline="0" dirty="0">
                <a:ln>
                  <a:noFill/>
                </a:ln>
                <a:solidFill>
                  <a:schemeClr val="tx1"/>
                </a:solidFill>
                <a:effectLst/>
                <a:latin typeface="Arial" panose="020B0604020202020204" pitchFamily="34" charset="0"/>
              </a:rPr>
              <a:t>る</a:t>
            </a:r>
            <a:endParaRPr kumimoji="0" lang="ja-JP" altLang="ja-JP"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4011931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B3F0A-3CAD-BF2E-9497-2E43D057AD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F9CEBE-373E-60FD-3BB1-A73CAD6C7987}"/>
              </a:ext>
            </a:extLst>
          </p:cNvPr>
          <p:cNvSpPr>
            <a:spLocks noGrp="1"/>
          </p:cNvSpPr>
          <p:nvPr>
            <p:ph type="title"/>
          </p:nvPr>
        </p:nvSpPr>
        <p:spPr>
          <a:xfrm>
            <a:off x="5331355" y="0"/>
            <a:ext cx="4672583" cy="1447800"/>
          </a:xfrm>
        </p:spPr>
        <p:txBody>
          <a:bodyPr anchor="b">
            <a:normAutofit/>
          </a:bodyPr>
          <a:lstStyle/>
          <a:p>
            <a:r>
              <a:rPr lang="ja-JP" altLang="en-US" dirty="0"/>
              <a:t>判断に迷ったときの</a:t>
            </a:r>
            <a:br>
              <a:rPr lang="en-US" altLang="ja-JP" dirty="0"/>
            </a:br>
            <a:r>
              <a:rPr lang="ja-JP" altLang="en-US" dirty="0"/>
              <a:t>チェックポイント</a:t>
            </a:r>
            <a:endParaRPr lang="en-US" dirty="0"/>
          </a:p>
        </p:txBody>
      </p:sp>
      <p:pic>
        <p:nvPicPr>
          <p:cNvPr id="5" name="Content Placeholder 4" descr="3D illustration.">
            <a:extLst>
              <a:ext uri="{FF2B5EF4-FFF2-40B4-BE49-F238E27FC236}">
                <a16:creationId xmlns:a16="http://schemas.microsoft.com/office/drawing/2014/main" id="{047B6A5E-F55D-EDE5-4AD3-1ACECBCFF26D}"/>
              </a:ext>
            </a:extLst>
          </p:cNvPr>
          <p:cNvPicPr>
            <a:picLocks noGrp="1" noChangeAspect="1"/>
          </p:cNvPicPr>
          <p:nvPr>
            <p:ph type="pic" sz="quarter" idx="18"/>
          </p:nvPr>
        </p:nvPicPr>
        <p:blipFill>
          <a:blip r:embed="rId3"/>
          <a:srcRect l="6133" r="37835" b="-2"/>
          <a:stretch>
            <a:fillRect/>
          </a:stretch>
        </p:blipFill>
        <p:spPr>
          <a:xfrm>
            <a:off x="301752" y="301752"/>
            <a:ext cx="4672584" cy="6254496"/>
          </a:xfrm>
          <a:prstGeom prst="rect">
            <a:avLst/>
          </a:prstGeom>
          <a:noFill/>
        </p:spPr>
      </p:pic>
      <p:sp>
        <p:nvSpPr>
          <p:cNvPr id="6" name="スライド番号プレースホルダー 2">
            <a:extLst>
              <a:ext uri="{FF2B5EF4-FFF2-40B4-BE49-F238E27FC236}">
                <a16:creationId xmlns:a16="http://schemas.microsoft.com/office/drawing/2014/main" id="{804A1458-1F1D-4466-CC53-DE1FB026621B}"/>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25</a:t>
            </a:fld>
            <a:endParaRPr lang="en-US"/>
          </a:p>
        </p:txBody>
      </p:sp>
      <p:sp>
        <p:nvSpPr>
          <p:cNvPr id="11" name="Rectangle 4">
            <a:extLst>
              <a:ext uri="{FF2B5EF4-FFF2-40B4-BE49-F238E27FC236}">
                <a16:creationId xmlns:a16="http://schemas.microsoft.com/office/drawing/2014/main" id="{33638942-711F-7741-F97A-894FCB327A85}"/>
              </a:ext>
            </a:extLst>
          </p:cNvPr>
          <p:cNvSpPr>
            <a:spLocks noGrp="1" noChangeArrowheads="1"/>
          </p:cNvSpPr>
          <p:nvPr>
            <p:ph sz="quarter" idx="14"/>
          </p:nvPr>
        </p:nvSpPr>
        <p:spPr bwMode="auto">
          <a:xfrm>
            <a:off x="5330825" y="2520662"/>
            <a:ext cx="628081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Arial" panose="020B0604020202020204" pitchFamily="34" charset="0"/>
              </a:rPr>
              <a:t>次のいずれかに当てはまる場合は、AI利用前に確認してください。</a:t>
            </a:r>
            <a:br>
              <a:rPr kumimoji="0" lang="ja-JP" altLang="ja-JP" sz="2400" b="0" i="0" u="none" strike="noStrike" cap="none" normalizeH="0" baseline="0" dirty="0">
                <a:ln>
                  <a:noFill/>
                </a:ln>
                <a:solidFill>
                  <a:schemeClr val="tx1"/>
                </a:solidFill>
                <a:effectLst/>
                <a:latin typeface="Arial" panose="020B0604020202020204" pitchFamily="34" charset="0"/>
              </a:rPr>
            </a:br>
            <a:endParaRPr kumimoji="0" lang="ja-JP" altLang="ja-JP"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Arial" panose="020B0604020202020204" pitchFamily="34" charset="0"/>
              </a:rPr>
              <a:t>・</a:t>
            </a:r>
            <a:r>
              <a:rPr kumimoji="0" lang="ja-JP" altLang="ja-JP" sz="2400" b="1" i="0" u="none" strike="noStrike" cap="none" normalizeH="0" baseline="0" dirty="0">
                <a:ln>
                  <a:noFill/>
                </a:ln>
                <a:solidFill>
                  <a:schemeClr val="tx1"/>
                </a:solidFill>
                <a:effectLst/>
                <a:latin typeface="Arial" panose="020B0604020202020204" pitchFamily="34" charset="0"/>
              </a:rPr>
              <a:t>外部に出せない情報</a:t>
            </a:r>
            <a:r>
              <a:rPr kumimoji="0" lang="ja-JP" altLang="ja-JP" sz="2400" b="0" i="0" u="none" strike="noStrike" cap="none" normalizeH="0" baseline="0" dirty="0">
                <a:ln>
                  <a:noFill/>
                </a:ln>
                <a:solidFill>
                  <a:schemeClr val="tx1"/>
                </a:solidFill>
                <a:effectLst/>
                <a:latin typeface="Arial" panose="020B0604020202020204" pitchFamily="34" charset="0"/>
              </a:rPr>
              <a:t>が含まれていないか</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Arial" panose="020B0604020202020204" pitchFamily="34" charset="0"/>
              </a:rPr>
              <a:t>・</a:t>
            </a:r>
            <a:r>
              <a:rPr kumimoji="0" lang="ja-JP" altLang="ja-JP" sz="2400" b="1" i="0" u="none" strike="noStrike" cap="none" normalizeH="0" baseline="0" dirty="0">
                <a:ln>
                  <a:noFill/>
                </a:ln>
                <a:solidFill>
                  <a:schemeClr val="tx1"/>
                </a:solidFill>
                <a:effectLst/>
                <a:latin typeface="Arial" panose="020B0604020202020204" pitchFamily="34" charset="0"/>
              </a:rPr>
              <a:t>個人</a:t>
            </a:r>
            <a:r>
              <a:rPr kumimoji="0" lang="ja-JP" altLang="ja-JP" sz="2400" b="1" i="0" u="none" strike="noStrike" cap="none" normalizeH="0" baseline="0">
                <a:ln>
                  <a:noFill/>
                </a:ln>
                <a:solidFill>
                  <a:schemeClr val="tx1"/>
                </a:solidFill>
                <a:effectLst/>
                <a:latin typeface="Arial" panose="020B0604020202020204" pitchFamily="34" charset="0"/>
              </a:rPr>
              <a:t>情報</a:t>
            </a:r>
            <a:r>
              <a:rPr kumimoji="0" lang="ja-JP" altLang="ja-JP" sz="2400" b="0" i="0" u="none" strike="noStrike" cap="none" normalizeH="0" baseline="0">
                <a:ln>
                  <a:noFill/>
                </a:ln>
                <a:solidFill>
                  <a:schemeClr val="tx1"/>
                </a:solidFill>
                <a:effectLst/>
                <a:latin typeface="Arial" panose="020B0604020202020204" pitchFamily="34" charset="0"/>
              </a:rPr>
              <a:t>、</a:t>
            </a:r>
            <a:r>
              <a:rPr kumimoji="0" lang="ja-JP" altLang="ja-JP" sz="2400" b="1" i="0" u="none" strike="noStrike" cap="none" normalizeH="0" baseline="0">
                <a:ln>
                  <a:noFill/>
                </a:ln>
                <a:solidFill>
                  <a:schemeClr val="tx1"/>
                </a:solidFill>
                <a:effectLst/>
                <a:latin typeface="Arial" panose="020B0604020202020204" pitchFamily="34" charset="0"/>
              </a:rPr>
              <a:t>機密</a:t>
            </a:r>
            <a:r>
              <a:rPr kumimoji="0" lang="ja-JP" altLang="ja-JP" sz="2400" b="1" i="0" u="none" strike="noStrike" cap="none" normalizeH="0" baseline="0" dirty="0">
                <a:ln>
                  <a:noFill/>
                </a:ln>
                <a:solidFill>
                  <a:schemeClr val="tx1"/>
                </a:solidFill>
                <a:effectLst/>
                <a:latin typeface="Arial" panose="020B0604020202020204" pitchFamily="34" charset="0"/>
              </a:rPr>
              <a:t>情報</a:t>
            </a:r>
            <a:r>
              <a:rPr kumimoji="0" lang="ja-JP" altLang="ja-JP" sz="2400" b="0" i="0" u="none" strike="noStrike" cap="none" normalizeH="0" baseline="0" dirty="0">
                <a:ln>
                  <a:noFill/>
                </a:ln>
                <a:solidFill>
                  <a:schemeClr val="tx1"/>
                </a:solidFill>
                <a:effectLst/>
                <a:latin typeface="Arial" panose="020B0604020202020204" pitchFamily="34" charset="0"/>
              </a:rPr>
              <a:t>が含まれていないか</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Arial" panose="020B0604020202020204" pitchFamily="34" charset="0"/>
              </a:rPr>
              <a:t>・AIの回答だけを根拠に判断しようとしていないか</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Arial" panose="020B0604020202020204" pitchFamily="34" charset="0"/>
              </a:rPr>
              <a:t>・外部提出前の確認・承認が済んでいるか</a:t>
            </a:r>
          </a:p>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2400" b="0" i="0" u="none" strike="noStrike" cap="none" normalizeH="0" baseline="0" dirty="0">
                <a:ln>
                  <a:noFill/>
                </a:ln>
                <a:solidFill>
                  <a:schemeClr val="tx1"/>
                </a:solidFill>
                <a:effectLst/>
                <a:latin typeface="Arial" panose="020B0604020202020204" pitchFamily="34" charset="0"/>
              </a:rPr>
              <a:t>・誰が最終確認したかを記録できるか</a:t>
            </a:r>
          </a:p>
        </p:txBody>
      </p:sp>
    </p:spTree>
    <p:extLst>
      <p:ext uri="{BB962C8B-B14F-4D97-AF65-F5344CB8AC3E}">
        <p14:creationId xmlns:p14="http://schemas.microsoft.com/office/powerpoint/2010/main" val="328519019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4F8D3-A3CE-E4C9-094B-C08C22F96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134BA-FFFB-12C1-180C-3866903B2D7C}"/>
              </a:ext>
            </a:extLst>
          </p:cNvPr>
          <p:cNvSpPr>
            <a:spLocks noGrp="1"/>
          </p:cNvSpPr>
          <p:nvPr>
            <p:ph type="ctrTitle"/>
          </p:nvPr>
        </p:nvSpPr>
        <p:spPr>
          <a:xfrm>
            <a:off x="1524000" y="836955"/>
            <a:ext cx="10046207" cy="4649446"/>
          </a:xfrm>
        </p:spPr>
        <p:txBody>
          <a:bodyPr anchor="b">
            <a:normAutofit/>
          </a:bodyPr>
          <a:lstStyle/>
          <a:p>
            <a:r>
              <a:rPr lang="en-US" dirty="0" err="1"/>
              <a:t>生成Ai</a:t>
            </a:r>
            <a:r>
              <a:rPr lang="ja-JP" altLang="en-US" dirty="0"/>
              <a:t>って大丈夫？</a:t>
            </a:r>
            <a:endParaRPr lang="en-US" dirty="0"/>
          </a:p>
        </p:txBody>
      </p:sp>
      <p:sp>
        <p:nvSpPr>
          <p:cNvPr id="3" name="スライド番号プレースホルダー 2">
            <a:extLst>
              <a:ext uri="{FF2B5EF4-FFF2-40B4-BE49-F238E27FC236}">
                <a16:creationId xmlns:a16="http://schemas.microsoft.com/office/drawing/2014/main" id="{E20471D4-F124-90F0-6635-CDDCF125C577}"/>
              </a:ext>
            </a:extLst>
          </p:cNvPr>
          <p:cNvSpPr>
            <a:spLocks noGrp="1"/>
          </p:cNvSpPr>
          <p:nvPr>
            <p:ph type="sldNum" sz="quarter" idx="12"/>
          </p:nvPr>
        </p:nvSpPr>
        <p:spPr/>
        <p:txBody>
          <a:bodyPr/>
          <a:lstStyle/>
          <a:p>
            <a:pPr rtl="0"/>
            <a:fld id="{AEAA3239-9EA4-4A65-A281-97F994456D9F}" type="slidenum">
              <a:rPr lang="en-US" smtClean="0"/>
              <a:pPr rtl="0"/>
              <a:t>26</a:t>
            </a:fld>
            <a:endParaRPr lang="en-US"/>
          </a:p>
        </p:txBody>
      </p:sp>
    </p:spTree>
    <p:extLst>
      <p:ext uri="{BB962C8B-B14F-4D97-AF65-F5344CB8AC3E}">
        <p14:creationId xmlns:p14="http://schemas.microsoft.com/office/powerpoint/2010/main" val="10842681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81053-F135-0A0D-6546-C25C36BCF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2BF47-060C-66A1-A437-97CB065842A3}"/>
              </a:ext>
            </a:extLst>
          </p:cNvPr>
          <p:cNvSpPr>
            <a:spLocks noGrp="1"/>
          </p:cNvSpPr>
          <p:nvPr>
            <p:ph type="title"/>
          </p:nvPr>
        </p:nvSpPr>
        <p:spPr>
          <a:xfrm>
            <a:off x="731519" y="0"/>
            <a:ext cx="4760540" cy="1463040"/>
          </a:xfrm>
        </p:spPr>
        <p:txBody>
          <a:bodyPr anchor="b">
            <a:normAutofit fontScale="90000"/>
          </a:bodyPr>
          <a:lstStyle/>
          <a:p>
            <a:pPr>
              <a:spcBef>
                <a:spcPts val="1000"/>
              </a:spcBef>
            </a:pPr>
            <a:r>
              <a:rPr lang="ja-JP" altLang="en-US" dirty="0">
                <a:latin typeface="メイリオ" panose="020B0604030504040204" pitchFamily="50" charset="-128"/>
                <a:ea typeface="メイリオ" panose="020B0604030504040204" pitchFamily="50" charset="-128"/>
              </a:rPr>
              <a:t>生成</a:t>
            </a:r>
            <a:r>
              <a:rPr lang="en-US" altLang="ja-JP" dirty="0">
                <a:latin typeface="メイリオ" panose="020B0604030504040204" pitchFamily="50" charset="-128"/>
                <a:ea typeface="メイリオ" panose="020B0604030504040204" pitchFamily="50" charset="-128"/>
              </a:rPr>
              <a:t>AI</a:t>
            </a:r>
            <a:r>
              <a:rPr lang="ja-JP" altLang="en-US" dirty="0">
                <a:latin typeface="メイリオ" panose="020B0604030504040204" pitchFamily="50" charset="-128"/>
                <a:ea typeface="メイリオ" panose="020B0604030504040204" pitchFamily="50" charset="-128"/>
              </a:rPr>
              <a:t>活用時の漏洩懸念（よく聞くもの）</a:t>
            </a:r>
            <a:endParaRPr lang="en-US" altLang="zh-TW" dirty="0">
              <a:latin typeface="メイリオ" panose="020B0604030504040204" pitchFamily="50" charset="-128"/>
              <a:ea typeface="メイリオ" panose="020B0604030504040204" pitchFamily="50" charset="-128"/>
            </a:endParaRPr>
          </a:p>
        </p:txBody>
      </p:sp>
      <p:sp>
        <p:nvSpPr>
          <p:cNvPr id="4" name="Content Placeholder 3">
            <a:extLst>
              <a:ext uri="{FF2B5EF4-FFF2-40B4-BE49-F238E27FC236}">
                <a16:creationId xmlns:a16="http://schemas.microsoft.com/office/drawing/2014/main" id="{6C9C9994-1E21-34EA-6B05-5993DD70505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19" y="1934817"/>
            <a:ext cx="5748793" cy="4237383"/>
          </a:xfrm>
        </p:spPr>
        <p:txBody>
          <a:bodyPr>
            <a:noAutofit/>
          </a:bodyPr>
          <a:lstStyle/>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入力情報が外部に送信され、学習に使われるのではないか？</a:t>
            </a:r>
          </a:p>
          <a:p>
            <a:pPr marL="342900" indent="-342900">
              <a:buFont typeface="Wingdings" panose="05000000000000000000" pitchFamily="2" charset="2"/>
              <a:buChar char="ü"/>
            </a:pPr>
            <a:endParaRPr lang="ja-JP" altLang="en-US"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権限外のデータが参照されるのではないか？</a:t>
            </a:r>
          </a:p>
          <a:p>
            <a:pPr marL="342900" indent="-342900">
              <a:buFont typeface="Wingdings" panose="05000000000000000000" pitchFamily="2" charset="2"/>
              <a:buChar char="ü"/>
            </a:pPr>
            <a:endParaRPr lang="ja-JP" altLang="en-US"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個人情報保護法や守秘義務違反にならないか？</a:t>
            </a:r>
          </a:p>
        </p:txBody>
      </p:sp>
      <p:pic>
        <p:nvPicPr>
          <p:cNvPr id="7" name="図プレースホルダー 6">
            <a:extLst>
              <a:ext uri="{FF2B5EF4-FFF2-40B4-BE49-F238E27FC236}">
                <a16:creationId xmlns:a16="http://schemas.microsoft.com/office/drawing/2014/main" id="{C75EC91E-5BCD-74A1-5257-F21693075B5A}"/>
              </a:ext>
            </a:extLst>
          </p:cNvPr>
          <p:cNvPicPr>
            <a:picLocks noGrp="1" noChangeAspect="1"/>
          </p:cNvPicPr>
          <p:nvPr>
            <p:ph type="pic" sz="quarter" idx="18"/>
          </p:nvPr>
        </p:nvPicPr>
        <p:blipFill>
          <a:blip r:embed="rId3"/>
          <a:srcRect l="20869" r="20869"/>
          <a:stretch/>
        </p:blipFill>
        <p:spPr>
          <a:xfrm>
            <a:off x="7218062" y="301752"/>
            <a:ext cx="4671788" cy="6254496"/>
          </a:xfrm>
          <a:prstGeom prst="rect">
            <a:avLst/>
          </a:prstGeom>
          <a:noFill/>
        </p:spPr>
      </p:pic>
      <p:sp>
        <p:nvSpPr>
          <p:cNvPr id="5" name="スライド番号プレースホルダー 2">
            <a:extLst>
              <a:ext uri="{FF2B5EF4-FFF2-40B4-BE49-F238E27FC236}">
                <a16:creationId xmlns:a16="http://schemas.microsoft.com/office/drawing/2014/main" id="{3A739569-B371-0BEB-8726-97384036B4AE}"/>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27</a:t>
            </a:fld>
            <a:endParaRPr lang="en-US"/>
          </a:p>
        </p:txBody>
      </p:sp>
    </p:spTree>
    <p:extLst>
      <p:ext uri="{BB962C8B-B14F-4D97-AF65-F5344CB8AC3E}">
        <p14:creationId xmlns:p14="http://schemas.microsoft.com/office/powerpoint/2010/main" val="5230163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8840A-3988-33F4-B7BE-CC5C03046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358705-9BB2-9692-BE59-2B6A006564FB}"/>
              </a:ext>
            </a:extLst>
          </p:cNvPr>
          <p:cNvSpPr>
            <a:spLocks noGrp="1"/>
          </p:cNvSpPr>
          <p:nvPr>
            <p:ph type="title"/>
          </p:nvPr>
        </p:nvSpPr>
        <p:spPr>
          <a:xfrm>
            <a:off x="731519" y="0"/>
            <a:ext cx="4760540" cy="1463040"/>
          </a:xfrm>
        </p:spPr>
        <p:txBody>
          <a:bodyPr anchor="b">
            <a:normAutofit/>
          </a:bodyPr>
          <a:lstStyle/>
          <a:p>
            <a:pPr>
              <a:spcBef>
                <a:spcPts val="1000"/>
              </a:spcBef>
            </a:pPr>
            <a:r>
              <a:rPr lang="en-US" altLang="ja-JP" dirty="0">
                <a:latin typeface="メイリオ" panose="020B0604030504040204" pitchFamily="50" charset="-128"/>
                <a:ea typeface="メイリオ" panose="020B0604030504040204" pitchFamily="50" charset="-128"/>
              </a:rPr>
              <a:t>IPA10</a:t>
            </a:r>
            <a:r>
              <a:rPr lang="ja-JP" altLang="en-US" dirty="0">
                <a:latin typeface="メイリオ" panose="020B0604030504040204" pitchFamily="50" charset="-128"/>
                <a:ea typeface="メイリオ" panose="020B0604030504040204" pitchFamily="50" charset="-128"/>
              </a:rPr>
              <a:t>大脅威と</a:t>
            </a:r>
            <a:br>
              <a:rPr lang="en-US" altLang="ja-JP" dirty="0">
                <a:latin typeface="メイリオ" panose="020B0604030504040204" pitchFamily="50" charset="-128"/>
                <a:ea typeface="メイリオ" panose="020B0604030504040204" pitchFamily="50" charset="-128"/>
              </a:rPr>
            </a:br>
            <a:r>
              <a:rPr lang="en-US" altLang="ja-JP" dirty="0">
                <a:latin typeface="メイリオ" panose="020B0604030504040204" pitchFamily="50" charset="-128"/>
                <a:ea typeface="メイリオ" panose="020B0604030504040204" pitchFamily="50" charset="-128"/>
              </a:rPr>
              <a:t>AI</a:t>
            </a:r>
            <a:r>
              <a:rPr lang="ja-JP" altLang="en-US" dirty="0">
                <a:latin typeface="メイリオ" panose="020B0604030504040204" pitchFamily="50" charset="-128"/>
                <a:ea typeface="メイリオ" panose="020B0604030504040204" pitchFamily="50" charset="-128"/>
              </a:rPr>
              <a:t>セキュリティ</a:t>
            </a:r>
            <a:endParaRPr lang="en-US" altLang="zh-TW" dirty="0">
              <a:latin typeface="メイリオ" panose="020B0604030504040204" pitchFamily="50" charset="-128"/>
              <a:ea typeface="メイリオ" panose="020B0604030504040204" pitchFamily="50" charset="-128"/>
            </a:endParaRPr>
          </a:p>
        </p:txBody>
      </p:sp>
      <p:sp>
        <p:nvSpPr>
          <p:cNvPr id="4" name="Content Placeholder 3">
            <a:extLst>
              <a:ext uri="{FF2B5EF4-FFF2-40B4-BE49-F238E27FC236}">
                <a16:creationId xmlns:a16="http://schemas.microsoft.com/office/drawing/2014/main" id="{9675EA69-EECF-D75B-97DC-0F82AAF276F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19" y="1934817"/>
            <a:ext cx="5748793" cy="4558058"/>
          </a:xfrm>
        </p:spPr>
        <p:txBody>
          <a:bodyPr>
            <a:noAutofit/>
          </a:bodyPr>
          <a:lstStyle/>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独立行政法人情報処理推進機構（</a:t>
            </a:r>
            <a:r>
              <a:rPr lang="en-US" altLang="ja-JP" sz="2400" dirty="0">
                <a:latin typeface="メイリオ" panose="020B0604030504040204" pitchFamily="50" charset="-128"/>
                <a:ea typeface="メイリオ" panose="020B0604030504040204" pitchFamily="50" charset="-128"/>
              </a:rPr>
              <a:t>IPA</a:t>
            </a:r>
            <a:r>
              <a:rPr lang="ja-JP" altLang="en-US" sz="2400" dirty="0">
                <a:latin typeface="メイリオ" panose="020B0604030504040204" pitchFamily="50" charset="-128"/>
                <a:ea typeface="メイリオ" panose="020B0604030504040204" pitchFamily="50" charset="-128"/>
              </a:rPr>
              <a:t>）「情報セキュリティ</a:t>
            </a:r>
            <a:r>
              <a:rPr lang="en-US" altLang="ja-JP" sz="2400" dirty="0">
                <a:latin typeface="メイリオ" panose="020B0604030504040204" pitchFamily="50" charset="-128"/>
                <a:ea typeface="メイリオ" panose="020B0604030504040204" pitchFamily="50" charset="-128"/>
              </a:rPr>
              <a:t>10</a:t>
            </a:r>
            <a:r>
              <a:rPr lang="ja-JP" altLang="en-US" sz="2400" dirty="0">
                <a:latin typeface="メイリオ" panose="020B0604030504040204" pitchFamily="50" charset="-128"/>
                <a:ea typeface="メイリオ" panose="020B0604030504040204" pitchFamily="50" charset="-128"/>
              </a:rPr>
              <a:t>大脅威」において、</a:t>
            </a:r>
            <a:r>
              <a:rPr lang="en-US" altLang="ja-JP" sz="2400" dirty="0">
                <a:latin typeface="メイリオ" panose="020B0604030504040204" pitchFamily="50" charset="-128"/>
                <a:ea typeface="メイリオ" panose="020B0604030504040204" pitchFamily="50" charset="-128"/>
              </a:rPr>
              <a:t>2026</a:t>
            </a:r>
            <a:r>
              <a:rPr lang="ja-JP" altLang="en-US" sz="2400" dirty="0">
                <a:latin typeface="メイリオ" panose="020B0604030504040204" pitchFamily="50" charset="-128"/>
                <a:ea typeface="メイリオ" panose="020B0604030504040204" pitchFamily="50" charset="-128"/>
              </a:rPr>
              <a:t>年、「</a:t>
            </a: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の利用をめぐるサイバーリスク」が初選出（</a:t>
            </a:r>
            <a:r>
              <a:rPr lang="en-US" altLang="ja-JP" sz="2400" dirty="0">
                <a:latin typeface="メイリオ" panose="020B0604030504040204" pitchFamily="50" charset="-128"/>
                <a:ea typeface="メイリオ" panose="020B0604030504040204" pitchFamily="50" charset="-128"/>
              </a:rPr>
              <a:t>3</a:t>
            </a:r>
            <a:r>
              <a:rPr lang="ja-JP" altLang="en-US" sz="2400" dirty="0">
                <a:latin typeface="メイリオ" panose="020B0604030504040204" pitchFamily="50" charset="-128"/>
                <a:ea typeface="メイリオ" panose="020B0604030504040204" pitchFamily="50" charset="-128"/>
              </a:rPr>
              <a:t>位）</a:t>
            </a:r>
          </a:p>
          <a:p>
            <a:pPr marL="342900" indent="-342900">
              <a:buFont typeface="Wingdings" panose="05000000000000000000" pitchFamily="2" charset="2"/>
              <a:buChar char="ü"/>
            </a:pPr>
            <a:endParaRPr lang="ja-JP" altLang="en-US"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攻撃者が</a:t>
            </a: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を悪用して攻撃効率を高めるほか、</a:t>
            </a: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自体への攻撃や運用上・法的リスクも含まれる</a:t>
            </a:r>
            <a:endParaRPr lang="en-US" altLang="ja-JP" sz="2400" dirty="0">
              <a:latin typeface="メイリオ" panose="020B0604030504040204" pitchFamily="50" charset="-128"/>
              <a:ea typeface="メイリオ" panose="020B0604030504040204" pitchFamily="50" charset="-128"/>
            </a:endParaRPr>
          </a:p>
        </p:txBody>
      </p:sp>
      <p:sp>
        <p:nvSpPr>
          <p:cNvPr id="5" name="スライド番号プレースホルダー 2">
            <a:extLst>
              <a:ext uri="{FF2B5EF4-FFF2-40B4-BE49-F238E27FC236}">
                <a16:creationId xmlns:a16="http://schemas.microsoft.com/office/drawing/2014/main" id="{C3FEE215-6F09-6865-6E18-AF72E909F68D}"/>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28</a:t>
            </a:fld>
            <a:endParaRPr lang="en-US"/>
          </a:p>
        </p:txBody>
      </p:sp>
      <p:pic>
        <p:nvPicPr>
          <p:cNvPr id="6" name="図 5">
            <a:extLst>
              <a:ext uri="{FF2B5EF4-FFF2-40B4-BE49-F238E27FC236}">
                <a16:creationId xmlns:a16="http://schemas.microsoft.com/office/drawing/2014/main" id="{1C75AE19-4119-C436-166B-2C8135A5B1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0485" y="1024553"/>
            <a:ext cx="4958687" cy="4808893"/>
          </a:xfrm>
          <a:prstGeom prst="rect">
            <a:avLst/>
          </a:prstGeom>
        </p:spPr>
      </p:pic>
    </p:spTree>
    <p:extLst>
      <p:ext uri="{BB962C8B-B14F-4D97-AF65-F5344CB8AC3E}">
        <p14:creationId xmlns:p14="http://schemas.microsoft.com/office/powerpoint/2010/main" val="19151073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94BE2-9F37-238D-1A7D-BC4992B9E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FF9FF-003F-07A9-A15A-0235661428E9}"/>
              </a:ext>
            </a:extLst>
          </p:cNvPr>
          <p:cNvSpPr>
            <a:spLocks noGrp="1"/>
          </p:cNvSpPr>
          <p:nvPr>
            <p:ph type="title"/>
          </p:nvPr>
        </p:nvSpPr>
        <p:spPr>
          <a:xfrm>
            <a:off x="731519" y="0"/>
            <a:ext cx="4760540" cy="1463040"/>
          </a:xfrm>
        </p:spPr>
        <p:txBody>
          <a:bodyPr anchor="b">
            <a:normAutofit/>
          </a:bodyPr>
          <a:lstStyle/>
          <a:p>
            <a:pPr>
              <a:spcBef>
                <a:spcPts val="1000"/>
              </a:spcBef>
            </a:pPr>
            <a:r>
              <a:rPr lang="en-US" altLang="ja-JP" dirty="0">
                <a:latin typeface="メイリオ" panose="020B0604030504040204" pitchFamily="50" charset="-128"/>
                <a:ea typeface="メイリオ" panose="020B0604030504040204" pitchFamily="50" charset="-128"/>
              </a:rPr>
              <a:t>AI</a:t>
            </a:r>
            <a:r>
              <a:rPr lang="ja-JP" altLang="en-US" dirty="0">
                <a:latin typeface="メイリオ" panose="020B0604030504040204" pitchFamily="50" charset="-128"/>
                <a:ea typeface="メイリオ" panose="020B0604030504040204" pitchFamily="50" charset="-128"/>
              </a:rPr>
              <a:t>セキュリティの</a:t>
            </a:r>
            <a:br>
              <a:rPr lang="en-US" altLang="ja-JP" dirty="0">
                <a:latin typeface="メイリオ" panose="020B0604030504040204" pitchFamily="50" charset="-128"/>
                <a:ea typeface="メイリオ" panose="020B0604030504040204" pitchFamily="50" charset="-128"/>
              </a:rPr>
            </a:br>
            <a:r>
              <a:rPr lang="ja-JP" altLang="en-US" dirty="0">
                <a:latin typeface="メイリオ" panose="020B0604030504040204" pitchFamily="50" charset="-128"/>
                <a:ea typeface="メイリオ" panose="020B0604030504040204" pitchFamily="50" charset="-128"/>
              </a:rPr>
              <a:t>重要論点</a:t>
            </a:r>
            <a:endParaRPr lang="en-US" altLang="zh-TW" dirty="0">
              <a:latin typeface="メイリオ" panose="020B0604030504040204" pitchFamily="50" charset="-128"/>
              <a:ea typeface="メイリオ" panose="020B0604030504040204" pitchFamily="50" charset="-128"/>
            </a:endParaRPr>
          </a:p>
        </p:txBody>
      </p:sp>
      <p:sp>
        <p:nvSpPr>
          <p:cNvPr id="4" name="Content Placeholder 3">
            <a:extLst>
              <a:ext uri="{FF2B5EF4-FFF2-40B4-BE49-F238E27FC236}">
                <a16:creationId xmlns:a16="http://schemas.microsoft.com/office/drawing/2014/main" id="{DC6C5D38-F693-C093-9912-80F6C060D74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19" y="1934817"/>
            <a:ext cx="5748793" cy="4237383"/>
          </a:xfrm>
        </p:spPr>
        <p:txBody>
          <a:bodyPr>
            <a:noAutofit/>
          </a:bodyPr>
          <a:lstStyle/>
          <a:p>
            <a:pPr marL="342900" indent="-342900">
              <a:buFont typeface="Wingdings" panose="05000000000000000000" pitchFamily="2" charset="2"/>
              <a:buChar char="ü"/>
            </a:pPr>
            <a:r>
              <a:rPr lang="en-US" altLang="ja-JP" sz="2400" dirty="0">
                <a:latin typeface="メイリオ" panose="020B0604030504040204" pitchFamily="50" charset="-128"/>
                <a:ea typeface="メイリオ" panose="020B0604030504040204" pitchFamily="50" charset="-128"/>
              </a:rPr>
              <a:t>IPA</a:t>
            </a: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10</a:t>
            </a:r>
            <a:r>
              <a:rPr lang="ja-JP" altLang="en-US" sz="2400" dirty="0">
                <a:latin typeface="メイリオ" panose="020B0604030504040204" pitchFamily="50" charset="-128"/>
                <a:ea typeface="メイリオ" panose="020B0604030504040204" pitchFamily="50" charset="-128"/>
              </a:rPr>
              <a:t>大脅威」が指摘する</a:t>
            </a: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セキュリティの</a:t>
            </a:r>
            <a:r>
              <a:rPr lang="en-US" altLang="ja-JP" sz="2400" dirty="0">
                <a:latin typeface="メイリオ" panose="020B0604030504040204" pitchFamily="50" charset="-128"/>
                <a:ea typeface="メイリオ" panose="020B0604030504040204" pitchFamily="50" charset="-128"/>
              </a:rPr>
              <a:t>3</a:t>
            </a:r>
            <a:r>
              <a:rPr lang="ja-JP" altLang="en-US" sz="2400" dirty="0">
                <a:latin typeface="メイリオ" panose="020B0604030504040204" pitchFamily="50" charset="-128"/>
                <a:ea typeface="メイリオ" panose="020B0604030504040204" pitchFamily="50" charset="-128"/>
              </a:rPr>
              <a:t>つの重要論点</a:t>
            </a:r>
          </a:p>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攻撃に生成</a:t>
            </a: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が用いられる</a:t>
            </a:r>
            <a:br>
              <a:rPr lang="en-US" altLang="ja-JP" sz="2400" dirty="0">
                <a:latin typeface="メイリオ" panose="020B0604030504040204" pitchFamily="50" charset="-128"/>
                <a:ea typeface="メイリオ" panose="020B0604030504040204" pitchFamily="50" charset="-128"/>
              </a:rPr>
            </a:br>
            <a:r>
              <a:rPr lang="ja-JP" altLang="en-US" sz="2400" dirty="0">
                <a:latin typeface="メイリオ" panose="020B0604030504040204" pitchFamily="50" charset="-128"/>
                <a:ea typeface="メイリオ" panose="020B0604030504040204" pitchFamily="50" charset="-128"/>
              </a:rPr>
              <a:t>例）フィッシングメール作成、マルウェア作成、ディープフェイクを用いた詐欺（＝攻撃の高度化・効率化）</a:t>
            </a:r>
            <a:endParaRPr lang="en-US" altLang="ja-JP"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を狙ったセキュリティ攻撃</a:t>
            </a:r>
            <a:endParaRPr lang="en-US" altLang="ja-JP"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運用上のリスク</a:t>
            </a:r>
            <a:br>
              <a:rPr lang="en-US" altLang="ja-JP" sz="2400" dirty="0">
                <a:latin typeface="メイリオ" panose="020B0604030504040204" pitchFamily="50" charset="-128"/>
                <a:ea typeface="メイリオ" panose="020B0604030504040204" pitchFamily="50" charset="-128"/>
              </a:rPr>
            </a:br>
            <a:r>
              <a:rPr lang="ja-JP" altLang="en-US" sz="2400" dirty="0">
                <a:latin typeface="メイリオ" panose="020B0604030504040204" pitchFamily="50" charset="-128"/>
                <a:ea typeface="メイリオ" panose="020B0604030504040204" pitchFamily="50" charset="-128"/>
              </a:rPr>
              <a:t>・ハルシネーション（後述）</a:t>
            </a:r>
            <a:br>
              <a:rPr lang="en-US" altLang="ja-JP" sz="2400" dirty="0">
                <a:latin typeface="メイリオ" panose="020B0604030504040204" pitchFamily="50" charset="-128"/>
                <a:ea typeface="メイリオ" panose="020B0604030504040204" pitchFamily="50" charset="-128"/>
              </a:rPr>
            </a:br>
            <a:r>
              <a:rPr lang="ja-JP" altLang="en-US" sz="2400" dirty="0">
                <a:latin typeface="メイリオ" panose="020B0604030504040204" pitchFamily="50" charset="-128"/>
                <a:ea typeface="メイリオ" panose="020B0604030504040204" pitchFamily="50" charset="-128"/>
              </a:rPr>
              <a:t>・機密情報の漏えい</a:t>
            </a:r>
          </a:p>
        </p:txBody>
      </p:sp>
      <p:sp>
        <p:nvSpPr>
          <p:cNvPr id="5" name="スライド番号プレースホルダー 2">
            <a:extLst>
              <a:ext uri="{FF2B5EF4-FFF2-40B4-BE49-F238E27FC236}">
                <a16:creationId xmlns:a16="http://schemas.microsoft.com/office/drawing/2014/main" id="{DBC6E454-DBCC-28BD-E25E-A9A4FF4E42C4}"/>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29</a:t>
            </a:fld>
            <a:endParaRPr lang="en-US"/>
          </a:p>
        </p:txBody>
      </p:sp>
      <p:pic>
        <p:nvPicPr>
          <p:cNvPr id="6" name="図 5">
            <a:extLst>
              <a:ext uri="{FF2B5EF4-FFF2-40B4-BE49-F238E27FC236}">
                <a16:creationId xmlns:a16="http://schemas.microsoft.com/office/drawing/2014/main" id="{D591E1C3-FECE-3958-F551-BD96E49554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0485" y="1024553"/>
            <a:ext cx="4958687" cy="4808893"/>
          </a:xfrm>
          <a:prstGeom prst="rect">
            <a:avLst/>
          </a:prstGeom>
        </p:spPr>
      </p:pic>
    </p:spTree>
    <p:extLst>
      <p:ext uri="{BB962C8B-B14F-4D97-AF65-F5344CB8AC3E}">
        <p14:creationId xmlns:p14="http://schemas.microsoft.com/office/powerpoint/2010/main" val="34767451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AA6C6-668F-E330-01A8-6E8EBD9D20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45E235-1773-BC8C-EB8D-CB73F7F598E5}"/>
              </a:ext>
            </a:extLst>
          </p:cNvPr>
          <p:cNvSpPr>
            <a:spLocks noGrp="1"/>
          </p:cNvSpPr>
          <p:nvPr>
            <p:ph type="title"/>
          </p:nvPr>
        </p:nvSpPr>
        <p:spPr>
          <a:xfrm>
            <a:off x="731519" y="0"/>
            <a:ext cx="4760540" cy="1463040"/>
          </a:xfrm>
        </p:spPr>
        <p:txBody>
          <a:bodyPr anchor="b">
            <a:normAutofit/>
          </a:bodyPr>
          <a:lstStyle/>
          <a:p>
            <a:pPr>
              <a:spcBef>
                <a:spcPts val="1000"/>
              </a:spcBef>
            </a:pPr>
            <a:r>
              <a:rPr lang="ja-JP" altLang="en-US" dirty="0">
                <a:latin typeface="メイリオ" panose="020B0604030504040204" pitchFamily="50" charset="-128"/>
                <a:ea typeface="メイリオ" panose="020B0604030504040204" pitchFamily="50" charset="-128"/>
              </a:rPr>
              <a:t>ハルシネーション</a:t>
            </a:r>
            <a:br>
              <a:rPr lang="en-US" altLang="ja-JP" dirty="0">
                <a:latin typeface="メイリオ" panose="020B0604030504040204" pitchFamily="50" charset="-128"/>
                <a:ea typeface="メイリオ" panose="020B0604030504040204" pitchFamily="50" charset="-128"/>
              </a:rPr>
            </a:br>
            <a:r>
              <a:rPr lang="ja-JP" altLang="en-US" dirty="0">
                <a:latin typeface="メイリオ" panose="020B0604030504040204" pitchFamily="50" charset="-128"/>
                <a:ea typeface="メイリオ" panose="020B0604030504040204" pitchFamily="50" charset="-128"/>
              </a:rPr>
              <a:t>とは何か？</a:t>
            </a:r>
            <a:endParaRPr lang="en-US" altLang="zh-TW" dirty="0">
              <a:latin typeface="メイリオ" panose="020B0604030504040204" pitchFamily="50" charset="-128"/>
              <a:ea typeface="メイリオ" panose="020B0604030504040204" pitchFamily="50" charset="-128"/>
            </a:endParaRPr>
          </a:p>
        </p:txBody>
      </p:sp>
      <p:sp>
        <p:nvSpPr>
          <p:cNvPr id="4" name="Content Placeholder 3">
            <a:extLst>
              <a:ext uri="{FF2B5EF4-FFF2-40B4-BE49-F238E27FC236}">
                <a16:creationId xmlns:a16="http://schemas.microsoft.com/office/drawing/2014/main" id="{B1A7C9CC-4A3C-8195-37C4-42E5BB5B2C5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19" y="1934817"/>
            <a:ext cx="5748793" cy="4558058"/>
          </a:xfrm>
        </p:spPr>
        <p:txBody>
          <a:bodyPr>
            <a:noAutofit/>
          </a:bodyPr>
          <a:lstStyle/>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ハルシネーションとは？</a:t>
            </a:r>
            <a:br>
              <a:rPr lang="en-US" altLang="ja-JP" sz="2400" dirty="0">
                <a:latin typeface="メイリオ" panose="020B0604030504040204" pitchFamily="50" charset="-128"/>
                <a:ea typeface="メイリオ" panose="020B0604030504040204" pitchFamily="50" charset="-128"/>
              </a:rPr>
            </a:br>
            <a:r>
              <a:rPr lang="ja-JP" altLang="en-US" sz="2400" dirty="0">
                <a:latin typeface="メイリオ" panose="020B0604030504040204" pitchFamily="50" charset="-128"/>
                <a:ea typeface="メイリオ" panose="020B0604030504040204" pitchFamily="50" charset="-128"/>
              </a:rPr>
              <a:t>　（</a:t>
            </a:r>
            <a:r>
              <a:rPr lang="en-US" altLang="ja-JP" sz="2400" dirty="0">
                <a:latin typeface="メイリオ" panose="020B0604030504040204" pitchFamily="50" charset="-128"/>
                <a:ea typeface="メイリオ" panose="020B0604030504040204" pitchFamily="50" charset="-128"/>
              </a:rPr>
              <a:t>hallucination</a:t>
            </a:r>
            <a:r>
              <a:rPr lang="ja-JP" altLang="en-US" sz="2400" dirty="0">
                <a:latin typeface="メイリオ" panose="020B0604030504040204" pitchFamily="50" charset="-128"/>
                <a:ea typeface="メイリオ" panose="020B0604030504040204" pitchFamily="50" charset="-128"/>
              </a:rPr>
              <a:t>＝「幻覚」）</a:t>
            </a:r>
            <a:br>
              <a:rPr lang="en-US" altLang="ja-JP" sz="2400" dirty="0">
                <a:latin typeface="メイリオ" panose="020B0604030504040204" pitchFamily="50" charset="-128"/>
                <a:ea typeface="メイリオ" panose="020B0604030504040204" pitchFamily="50" charset="-128"/>
              </a:rPr>
            </a:b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が「自信満々に嘘をつく」現象</a:t>
            </a:r>
            <a:endParaRPr lang="en-US" altLang="ja-JP"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生成</a:t>
            </a: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の仕組み：「次に来そうな言葉」を確率的に予測し文章生成</a:t>
            </a:r>
            <a:br>
              <a:rPr lang="en-US" altLang="ja-JP" sz="2400" dirty="0">
                <a:latin typeface="メイリオ" panose="020B0604030504040204" pitchFamily="50" charset="-128"/>
                <a:ea typeface="メイリオ" panose="020B0604030504040204" pitchFamily="50" charset="-128"/>
              </a:rPr>
            </a:br>
            <a:r>
              <a:rPr lang="ja-JP" altLang="en-US" sz="2400" dirty="0">
                <a:latin typeface="メイリオ" panose="020B0604030504040204" pitchFamily="50" charset="-128"/>
                <a:ea typeface="メイリオ" panose="020B0604030504040204" pitchFamily="50" charset="-128"/>
              </a:rPr>
              <a:t>⇒ 「わかりません」と言わずに存在しない情報をもっともらしく出力することがある</a:t>
            </a:r>
            <a:endParaRPr lang="en-US" altLang="ja-JP"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ハルシネーション率を完全にゼロにすることは技術的に不可能</a:t>
            </a:r>
          </a:p>
        </p:txBody>
      </p:sp>
      <p:sp>
        <p:nvSpPr>
          <p:cNvPr id="5" name="スライド番号プレースホルダー 2">
            <a:extLst>
              <a:ext uri="{FF2B5EF4-FFF2-40B4-BE49-F238E27FC236}">
                <a16:creationId xmlns:a16="http://schemas.microsoft.com/office/drawing/2014/main" id="{08487C3F-E332-B3D1-4B30-570B715B43E1}"/>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30</a:t>
            </a:fld>
            <a:endParaRPr lang="en-US"/>
          </a:p>
        </p:txBody>
      </p:sp>
      <p:pic>
        <p:nvPicPr>
          <p:cNvPr id="8" name="図 7">
            <a:extLst>
              <a:ext uri="{FF2B5EF4-FFF2-40B4-BE49-F238E27FC236}">
                <a16:creationId xmlns:a16="http://schemas.microsoft.com/office/drawing/2014/main" id="{7EAD9532-D51A-3F1A-BC70-D7649B9FE162}"/>
              </a:ext>
            </a:extLst>
          </p:cNvPr>
          <p:cNvPicPr>
            <a:picLocks noChangeAspect="1"/>
          </p:cNvPicPr>
          <p:nvPr/>
        </p:nvPicPr>
        <p:blipFill>
          <a:blip r:embed="rId3"/>
          <a:stretch>
            <a:fillRect/>
          </a:stretch>
        </p:blipFill>
        <p:spPr>
          <a:xfrm>
            <a:off x="7163368" y="1024553"/>
            <a:ext cx="4808893" cy="4808893"/>
          </a:xfrm>
          <a:prstGeom prst="rect">
            <a:avLst/>
          </a:prstGeom>
        </p:spPr>
      </p:pic>
    </p:spTree>
    <p:extLst>
      <p:ext uri="{BB962C8B-B14F-4D97-AF65-F5344CB8AC3E}">
        <p14:creationId xmlns:p14="http://schemas.microsoft.com/office/powerpoint/2010/main" val="2003204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B62B8-E9DA-0E13-B648-C0FE612CD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24A2C3-4D1D-82E2-DC82-70B9B5AC6153}"/>
              </a:ext>
            </a:extLst>
          </p:cNvPr>
          <p:cNvSpPr>
            <a:spLocks noGrp="1"/>
          </p:cNvSpPr>
          <p:nvPr>
            <p:ph type="title"/>
          </p:nvPr>
        </p:nvSpPr>
        <p:spPr>
          <a:xfrm>
            <a:off x="731519" y="0"/>
            <a:ext cx="4760540" cy="1463040"/>
          </a:xfrm>
        </p:spPr>
        <p:txBody>
          <a:bodyPr anchor="b">
            <a:normAutofit/>
          </a:bodyPr>
          <a:lstStyle/>
          <a:p>
            <a:pPr>
              <a:spcBef>
                <a:spcPts val="1000"/>
              </a:spcBef>
            </a:pPr>
            <a:r>
              <a:rPr lang="ja-JP" altLang="en-US" dirty="0">
                <a:latin typeface="メイリオ" panose="020B0604030504040204" pitchFamily="50" charset="-128"/>
                <a:ea typeface="メイリオ" panose="020B0604030504040204" pitchFamily="50" charset="-128"/>
              </a:rPr>
              <a:t>法律業務の事故事例</a:t>
            </a:r>
            <a:endParaRPr lang="en-US" altLang="zh-TW" dirty="0">
              <a:latin typeface="メイリオ" panose="020B0604030504040204" pitchFamily="50" charset="-128"/>
              <a:ea typeface="メイリオ" panose="020B0604030504040204" pitchFamily="50" charset="-128"/>
            </a:endParaRPr>
          </a:p>
        </p:txBody>
      </p:sp>
      <p:sp>
        <p:nvSpPr>
          <p:cNvPr id="4" name="Content Placeholder 3">
            <a:extLst>
              <a:ext uri="{FF2B5EF4-FFF2-40B4-BE49-F238E27FC236}">
                <a16:creationId xmlns:a16="http://schemas.microsoft.com/office/drawing/2014/main" id="{69BAF819-A04F-A95F-D0C0-34D4F7461B5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19" y="1934817"/>
            <a:ext cx="5748793" cy="4558058"/>
          </a:xfrm>
        </p:spPr>
        <p:txBody>
          <a:bodyPr>
            <a:noAutofit/>
          </a:bodyPr>
          <a:lstStyle/>
          <a:p>
            <a:pPr marL="342900" indent="-342900">
              <a:buFont typeface="Wingdings" panose="05000000000000000000" pitchFamily="2" charset="2"/>
              <a:buChar char="ü"/>
            </a:pPr>
            <a:r>
              <a:rPr lang="en-US" altLang="ja-JP" sz="2400" b="1" dirty="0">
                <a:latin typeface="メイリオ" panose="020B0604030504040204" pitchFamily="50" charset="-128"/>
                <a:ea typeface="メイリオ" panose="020B0604030504040204" pitchFamily="50" charset="-128"/>
              </a:rPr>
              <a:t>Mata v. Avianca</a:t>
            </a:r>
            <a:r>
              <a:rPr lang="ja-JP" altLang="en-US" sz="2400" b="1" dirty="0">
                <a:latin typeface="メイリオ" panose="020B0604030504040204" pitchFamily="50" charset="-128"/>
                <a:ea typeface="メイリオ" panose="020B0604030504040204" pitchFamily="50" charset="-128"/>
              </a:rPr>
              <a:t>事件</a:t>
            </a: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2023</a:t>
            </a:r>
            <a:r>
              <a:rPr lang="ja-JP" altLang="en-US" sz="2400" dirty="0">
                <a:latin typeface="メイリオ" panose="020B0604030504040204" pitchFamily="50" charset="-128"/>
                <a:ea typeface="メイリオ" panose="020B0604030504040204" pitchFamily="50" charset="-128"/>
              </a:rPr>
              <a:t>）</a:t>
            </a:r>
            <a:br>
              <a:rPr lang="en-US" altLang="ja-JP" sz="2400" dirty="0">
                <a:latin typeface="メイリオ" panose="020B0604030504040204" pitchFamily="50" charset="-128"/>
                <a:ea typeface="メイリオ" panose="020B0604030504040204" pitchFamily="50" charset="-128"/>
              </a:rPr>
            </a:br>
            <a:r>
              <a:rPr lang="ja-JP" altLang="en-US" sz="2400" dirty="0">
                <a:latin typeface="メイリオ" panose="020B0604030504040204" pitchFamily="50" charset="-128"/>
                <a:ea typeface="メイリオ" panose="020B0604030504040204" pitchFamily="50" charset="-128"/>
              </a:rPr>
              <a:t>・弁護士が</a:t>
            </a:r>
            <a:r>
              <a:rPr lang="en-US" altLang="ja-JP" sz="2400" dirty="0">
                <a:latin typeface="メイリオ" panose="020B0604030504040204" pitchFamily="50" charset="-128"/>
                <a:ea typeface="メイリオ" panose="020B0604030504040204" pitchFamily="50" charset="-128"/>
              </a:rPr>
              <a:t>ChatGPT</a:t>
            </a:r>
            <a:r>
              <a:rPr lang="ja-JP" altLang="en-US" sz="2400" dirty="0">
                <a:latin typeface="メイリオ" panose="020B0604030504040204" pitchFamily="50" charset="-128"/>
                <a:ea typeface="メイリオ" panose="020B0604030504040204" pitchFamily="50" charset="-128"/>
              </a:rPr>
              <a:t>で生成した完全に架空の判例</a:t>
            </a:r>
            <a:r>
              <a:rPr lang="en-US" altLang="ja-JP" sz="2400" dirty="0">
                <a:latin typeface="メイリオ" panose="020B0604030504040204" pitchFamily="50" charset="-128"/>
                <a:ea typeface="メイリオ" panose="020B0604030504040204" pitchFamily="50" charset="-128"/>
              </a:rPr>
              <a:t>6</a:t>
            </a:r>
            <a:r>
              <a:rPr lang="ja-JP" altLang="en-US" sz="2400" dirty="0">
                <a:latin typeface="メイリオ" panose="020B0604030504040204" pitchFamily="50" charset="-128"/>
                <a:ea typeface="メイリオ" panose="020B0604030504040204" pitchFamily="50" charset="-128"/>
              </a:rPr>
              <a:t>件を裁判所に提出</a:t>
            </a:r>
            <a:br>
              <a:rPr lang="en-US" altLang="ja-JP" sz="2400" dirty="0">
                <a:latin typeface="メイリオ" panose="020B0604030504040204" pitchFamily="50" charset="-128"/>
                <a:ea typeface="メイリオ" panose="020B0604030504040204" pitchFamily="50" charset="-128"/>
              </a:rPr>
            </a:br>
            <a:r>
              <a:rPr lang="ja-JP" altLang="en-US" sz="2400" dirty="0">
                <a:latin typeface="メイリオ" panose="020B0604030504040204" pitchFamily="50" charset="-128"/>
                <a:ea typeface="メイリオ" panose="020B0604030504040204" pitchFamily="50" charset="-128"/>
              </a:rPr>
              <a:t>・どの判例にも事件番号・裁判所名・判決内容が付いていた</a:t>
            </a:r>
            <a:br>
              <a:rPr lang="en-US" altLang="ja-JP" sz="2400" dirty="0">
                <a:latin typeface="メイリオ" panose="020B0604030504040204" pitchFamily="50" charset="-128"/>
                <a:ea typeface="メイリオ" panose="020B0604030504040204" pitchFamily="50" charset="-128"/>
              </a:rPr>
            </a:br>
            <a:r>
              <a:rPr lang="ja-JP" altLang="en-US" sz="2400" dirty="0">
                <a:latin typeface="メイリオ" panose="020B0604030504040204" pitchFamily="50" charset="-128"/>
                <a:ea typeface="メイリオ" panose="020B0604030504040204" pitchFamily="50" charset="-128"/>
              </a:rPr>
              <a:t>・弁護士は制裁金</a:t>
            </a:r>
            <a:r>
              <a:rPr lang="en-US" altLang="ja-JP" sz="2400" dirty="0">
                <a:latin typeface="メイリオ" panose="020B0604030504040204" pitchFamily="50" charset="-128"/>
                <a:ea typeface="メイリオ" panose="020B0604030504040204" pitchFamily="50" charset="-128"/>
              </a:rPr>
              <a:t>5,000</a:t>
            </a:r>
            <a:r>
              <a:rPr lang="ja-JP" altLang="en-US" sz="2400" dirty="0">
                <a:latin typeface="メイリオ" panose="020B0604030504040204" pitchFamily="50" charset="-128"/>
                <a:ea typeface="メイリオ" panose="020B0604030504040204" pitchFamily="50" charset="-128"/>
              </a:rPr>
              <a:t>ドルを命じられた</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 </a:t>
            </a: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の出力は</a:t>
            </a:r>
            <a:r>
              <a:rPr lang="ja-JP" altLang="en-US" sz="2400" b="1" dirty="0">
                <a:latin typeface="メイリオ" panose="020B0604030504040204" pitchFamily="50" charset="-128"/>
                <a:ea typeface="メイリオ" panose="020B0604030504040204" pitchFamily="50" charset="-128"/>
              </a:rPr>
              <a:t>必ずファクトチェック</a:t>
            </a:r>
            <a:r>
              <a:rPr lang="ja-JP" altLang="en-US" sz="2400" dirty="0">
                <a:latin typeface="メイリオ" panose="020B0604030504040204" pitchFamily="50" charset="-128"/>
                <a:ea typeface="メイリオ" panose="020B0604030504040204" pitchFamily="50" charset="-128"/>
              </a:rPr>
              <a:t>してください。</a:t>
            </a:r>
            <a:endParaRPr lang="en-US" altLang="ja-JP" sz="2400" dirty="0">
              <a:latin typeface="メイリオ" panose="020B0604030504040204" pitchFamily="50" charset="-128"/>
              <a:ea typeface="メイリオ" panose="020B0604030504040204" pitchFamily="50" charset="-128"/>
            </a:endParaRPr>
          </a:p>
          <a:p>
            <a:r>
              <a:rPr lang="en-US" altLang="ja-JP" sz="2400" dirty="0">
                <a:latin typeface="メイリオ" panose="020B0604030504040204" pitchFamily="50" charset="-128"/>
                <a:ea typeface="メイリオ" panose="020B0604030504040204" pitchFamily="50" charset="-128"/>
              </a:rPr>
              <a:t>cf.</a:t>
            </a:r>
            <a:r>
              <a:rPr lang="ja-JP" altLang="en-US" sz="2400" dirty="0">
                <a:latin typeface="メイリオ" panose="020B0604030504040204" pitchFamily="50" charset="-128"/>
                <a:ea typeface="メイリオ" panose="020B0604030504040204" pitchFamily="50" charset="-128"/>
              </a:rPr>
              <a:t> </a:t>
            </a:r>
            <a:r>
              <a:rPr lang="ja-JP" altLang="ja-JP" sz="2400" dirty="0">
                <a:hlinkClick r:id="rId3"/>
              </a:rPr>
              <a:t>ハルシネーションが招いた事故事例 ― Mata v. Avianca事件に見る生成AI活用の落とし穴 - イーストみんなのDX推進室</a:t>
            </a:r>
            <a:endParaRPr lang="ja-JP" altLang="en-US" sz="2400" dirty="0">
              <a:latin typeface="メイリオ" panose="020B0604030504040204" pitchFamily="50" charset="-128"/>
              <a:ea typeface="メイリオ" panose="020B0604030504040204" pitchFamily="50" charset="-128"/>
            </a:endParaRPr>
          </a:p>
        </p:txBody>
      </p:sp>
      <p:sp>
        <p:nvSpPr>
          <p:cNvPr id="5" name="スライド番号プレースホルダー 2">
            <a:extLst>
              <a:ext uri="{FF2B5EF4-FFF2-40B4-BE49-F238E27FC236}">
                <a16:creationId xmlns:a16="http://schemas.microsoft.com/office/drawing/2014/main" id="{161FF1D5-3C2B-B91F-B018-99B902758C22}"/>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31</a:t>
            </a:fld>
            <a:endParaRPr lang="en-US"/>
          </a:p>
        </p:txBody>
      </p:sp>
      <p:pic>
        <p:nvPicPr>
          <p:cNvPr id="8" name="図 7">
            <a:extLst>
              <a:ext uri="{FF2B5EF4-FFF2-40B4-BE49-F238E27FC236}">
                <a16:creationId xmlns:a16="http://schemas.microsoft.com/office/drawing/2014/main" id="{7EC7108C-BE4C-65CC-60F4-C4D85F9553B2}"/>
              </a:ext>
            </a:extLst>
          </p:cNvPr>
          <p:cNvPicPr>
            <a:picLocks noChangeAspect="1"/>
          </p:cNvPicPr>
          <p:nvPr/>
        </p:nvPicPr>
        <p:blipFill>
          <a:blip r:embed="rId4"/>
          <a:stretch>
            <a:fillRect/>
          </a:stretch>
        </p:blipFill>
        <p:spPr>
          <a:xfrm>
            <a:off x="7177046" y="1024553"/>
            <a:ext cx="4808894" cy="4808894"/>
          </a:xfrm>
          <a:prstGeom prst="rect">
            <a:avLst/>
          </a:prstGeom>
        </p:spPr>
      </p:pic>
    </p:spTree>
    <p:extLst>
      <p:ext uri="{BB962C8B-B14F-4D97-AF65-F5344CB8AC3E}">
        <p14:creationId xmlns:p14="http://schemas.microsoft.com/office/powerpoint/2010/main" val="16461083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D6F7C-6DC4-E6CC-656D-319DB6510B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04130D-3B91-31B4-0708-CBA4B44EFEE9}"/>
              </a:ext>
            </a:extLst>
          </p:cNvPr>
          <p:cNvSpPr>
            <a:spLocks noGrp="1"/>
          </p:cNvSpPr>
          <p:nvPr>
            <p:ph type="title"/>
          </p:nvPr>
        </p:nvSpPr>
        <p:spPr>
          <a:xfrm>
            <a:off x="731519" y="0"/>
            <a:ext cx="4760540" cy="1463040"/>
          </a:xfrm>
        </p:spPr>
        <p:txBody>
          <a:bodyPr anchor="b">
            <a:normAutofit/>
          </a:bodyPr>
          <a:lstStyle/>
          <a:p>
            <a:pPr>
              <a:spcBef>
                <a:spcPts val="1000"/>
              </a:spcBef>
            </a:pPr>
            <a:r>
              <a:rPr lang="ja-JP" altLang="en-US" dirty="0">
                <a:latin typeface="メイリオ" panose="020B0604030504040204" pitchFamily="50" charset="-128"/>
                <a:ea typeface="メイリオ" panose="020B0604030504040204" pitchFamily="50" charset="-128"/>
              </a:rPr>
              <a:t>シャドー</a:t>
            </a:r>
            <a:r>
              <a:rPr lang="en-US" altLang="ja-JP" dirty="0">
                <a:latin typeface="メイリオ" panose="020B0604030504040204" pitchFamily="50" charset="-128"/>
                <a:ea typeface="メイリオ" panose="020B0604030504040204" pitchFamily="50" charset="-128"/>
              </a:rPr>
              <a:t>AI</a:t>
            </a:r>
            <a:endParaRPr lang="en-US" altLang="zh-TW" dirty="0">
              <a:latin typeface="メイリオ" panose="020B0604030504040204" pitchFamily="50" charset="-128"/>
              <a:ea typeface="メイリオ" panose="020B0604030504040204" pitchFamily="50" charset="-128"/>
            </a:endParaRPr>
          </a:p>
        </p:txBody>
      </p:sp>
      <p:sp>
        <p:nvSpPr>
          <p:cNvPr id="4" name="Content Placeholder 3">
            <a:extLst>
              <a:ext uri="{FF2B5EF4-FFF2-40B4-BE49-F238E27FC236}">
                <a16:creationId xmlns:a16="http://schemas.microsoft.com/office/drawing/2014/main" id="{99CC6A28-8731-2A2D-AEAA-C6CF7588AB5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19" y="1934817"/>
            <a:ext cx="5748793" cy="4558058"/>
          </a:xfrm>
        </p:spPr>
        <p:txBody>
          <a:bodyPr>
            <a:noAutofit/>
          </a:bodyPr>
          <a:lstStyle/>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シャドー</a:t>
            </a: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：許可されているツールとは別に、個人アカウントで別の</a:t>
            </a: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サービスを使うこと（</a:t>
            </a:r>
            <a:r>
              <a:rPr lang="en-US" altLang="ja-JP" sz="2400" dirty="0">
                <a:latin typeface="メイリオ" panose="020B0604030504040204" pitchFamily="50" charset="-128"/>
                <a:ea typeface="メイリオ" panose="020B0604030504040204" pitchFamily="50" charset="-128"/>
              </a:rPr>
              <a:t>cf. </a:t>
            </a:r>
            <a:r>
              <a:rPr lang="ja-JP" altLang="en-US" sz="2400" dirty="0">
                <a:latin typeface="メイリオ" panose="020B0604030504040204" pitchFamily="50" charset="-128"/>
                <a:ea typeface="メイリオ" panose="020B0604030504040204" pitchFamily="50" charset="-128"/>
              </a:rPr>
              <a:t>シャドー</a:t>
            </a:r>
            <a:r>
              <a:rPr lang="en-US" altLang="ja-JP" sz="2400" dirty="0">
                <a:latin typeface="メイリオ" panose="020B0604030504040204" pitchFamily="50" charset="-128"/>
                <a:ea typeface="メイリオ" panose="020B0604030504040204" pitchFamily="50" charset="-128"/>
              </a:rPr>
              <a:t>IT</a:t>
            </a:r>
            <a:r>
              <a:rPr lang="ja-JP" altLang="en-US" sz="2400" dirty="0">
                <a:latin typeface="メイリオ" panose="020B0604030504040204" pitchFamily="50" charset="-128"/>
                <a:ea typeface="メイリオ" panose="020B0604030504040204" pitchFamily="50" charset="-128"/>
              </a:rPr>
              <a:t>）</a:t>
            </a:r>
            <a:endParaRPr lang="en-US" altLang="ja-JP"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シャドー</a:t>
            </a: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の問題点</a:t>
            </a:r>
            <a:br>
              <a:rPr lang="en-US" altLang="ja-JP" sz="2400" dirty="0">
                <a:latin typeface="メイリオ" panose="020B0604030504040204" pitchFamily="50" charset="-128"/>
                <a:ea typeface="メイリオ" panose="020B0604030504040204" pitchFamily="50" charset="-128"/>
              </a:rPr>
            </a:br>
            <a:r>
              <a:rPr lang="ja-JP" altLang="en-US" sz="2400" dirty="0">
                <a:latin typeface="メイリオ" panose="020B0604030504040204" pitchFamily="50" charset="-128"/>
                <a:ea typeface="メイリオ" panose="020B0604030504040204" pitchFamily="50" charset="-128"/>
              </a:rPr>
              <a:t>⇒ 情報漏えいや不正利用が発生しても検知・制御ができない</a:t>
            </a:r>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 </a:t>
            </a:r>
            <a:r>
              <a:rPr lang="ja-JP" altLang="en-US" sz="2400" b="1" dirty="0">
                <a:latin typeface="メイリオ" panose="020B0604030504040204" pitchFamily="50" charset="-128"/>
                <a:ea typeface="メイリオ" panose="020B0604030504040204" pitchFamily="50" charset="-128"/>
              </a:rPr>
              <a:t>業務での</a:t>
            </a:r>
            <a:r>
              <a:rPr lang="en-US" altLang="ja-JP" sz="2400" b="1" dirty="0">
                <a:latin typeface="メイリオ" panose="020B0604030504040204" pitchFamily="50" charset="-128"/>
                <a:ea typeface="メイリオ" panose="020B0604030504040204" pitchFamily="50" charset="-128"/>
              </a:rPr>
              <a:t>AI</a:t>
            </a:r>
            <a:r>
              <a:rPr lang="ja-JP" altLang="en-US" sz="2400" b="1" dirty="0">
                <a:latin typeface="メイリオ" panose="020B0604030504040204" pitchFamily="50" charset="-128"/>
                <a:ea typeface="メイリオ" panose="020B0604030504040204" pitchFamily="50" charset="-128"/>
              </a:rPr>
              <a:t>利用は、会社が許可したツールに限定してください</a:t>
            </a:r>
            <a:endParaRPr lang="en-US" altLang="ja-JP" sz="2400" b="1" dirty="0">
              <a:latin typeface="メイリオ" panose="020B0604030504040204" pitchFamily="50" charset="-128"/>
              <a:ea typeface="メイリオ" panose="020B0604030504040204" pitchFamily="50" charset="-128"/>
            </a:endParaRPr>
          </a:p>
          <a:p>
            <a:r>
              <a:rPr lang="en-US" altLang="ja-JP" sz="2400" dirty="0">
                <a:latin typeface="メイリオ" panose="020B0604030504040204" pitchFamily="50" charset="-128"/>
                <a:ea typeface="メイリオ" panose="020B0604030504040204" pitchFamily="50" charset="-128"/>
              </a:rPr>
              <a:t>cf.</a:t>
            </a:r>
            <a:r>
              <a:rPr lang="ja-JP" altLang="en-US" sz="2400" dirty="0">
                <a:latin typeface="メイリオ" panose="020B0604030504040204" pitchFamily="50" charset="-128"/>
                <a:ea typeface="メイリオ" panose="020B0604030504040204" pitchFamily="50" charset="-128"/>
              </a:rPr>
              <a:t> </a:t>
            </a:r>
            <a:r>
              <a:rPr lang="ja-JP" altLang="ja-JP" sz="2400" dirty="0">
                <a:hlinkClick r:id="rId3"/>
              </a:rPr>
              <a:t>AIはなぜ“脅威”になったのか？──IPAが警告するリスクの正体 - イーストみんなのDX推進室</a:t>
            </a:r>
            <a:endParaRPr lang="ja-JP" altLang="en-US" sz="2400" dirty="0">
              <a:latin typeface="メイリオ" panose="020B0604030504040204" pitchFamily="50" charset="-128"/>
              <a:ea typeface="メイリオ" panose="020B0604030504040204" pitchFamily="50" charset="-128"/>
            </a:endParaRPr>
          </a:p>
        </p:txBody>
      </p:sp>
      <p:sp>
        <p:nvSpPr>
          <p:cNvPr id="5" name="スライド番号プレースホルダー 2">
            <a:extLst>
              <a:ext uri="{FF2B5EF4-FFF2-40B4-BE49-F238E27FC236}">
                <a16:creationId xmlns:a16="http://schemas.microsoft.com/office/drawing/2014/main" id="{137313A4-48AA-DCE0-F2F9-53679A3E4CD6}"/>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32</a:t>
            </a:fld>
            <a:endParaRPr lang="en-US"/>
          </a:p>
        </p:txBody>
      </p:sp>
      <p:pic>
        <p:nvPicPr>
          <p:cNvPr id="9" name="図 8">
            <a:extLst>
              <a:ext uri="{FF2B5EF4-FFF2-40B4-BE49-F238E27FC236}">
                <a16:creationId xmlns:a16="http://schemas.microsoft.com/office/drawing/2014/main" id="{79E02015-C396-DE64-1ECD-C91F23B1E7A3}"/>
              </a:ext>
            </a:extLst>
          </p:cNvPr>
          <p:cNvPicPr>
            <a:picLocks noChangeAspect="1"/>
          </p:cNvPicPr>
          <p:nvPr/>
        </p:nvPicPr>
        <p:blipFill>
          <a:blip r:embed="rId4"/>
          <a:stretch>
            <a:fillRect/>
          </a:stretch>
        </p:blipFill>
        <p:spPr>
          <a:xfrm>
            <a:off x="7157767" y="1024553"/>
            <a:ext cx="4808894" cy="4808894"/>
          </a:xfrm>
          <a:prstGeom prst="rect">
            <a:avLst/>
          </a:prstGeom>
        </p:spPr>
      </p:pic>
    </p:spTree>
    <p:extLst>
      <p:ext uri="{BB962C8B-B14F-4D97-AF65-F5344CB8AC3E}">
        <p14:creationId xmlns:p14="http://schemas.microsoft.com/office/powerpoint/2010/main" val="37646569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FAA72-70AB-4D5E-FB15-3FC55502B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305983-4174-E66A-9461-8E58B415C400}"/>
              </a:ext>
            </a:extLst>
          </p:cNvPr>
          <p:cNvSpPr>
            <a:spLocks noGrp="1"/>
          </p:cNvSpPr>
          <p:nvPr>
            <p:ph type="title"/>
          </p:nvPr>
        </p:nvSpPr>
        <p:spPr>
          <a:xfrm>
            <a:off x="731519" y="0"/>
            <a:ext cx="4760540" cy="1463040"/>
          </a:xfrm>
        </p:spPr>
        <p:txBody>
          <a:bodyPr anchor="b">
            <a:normAutofit/>
          </a:bodyPr>
          <a:lstStyle/>
          <a:p>
            <a:pPr>
              <a:spcBef>
                <a:spcPts val="1000"/>
              </a:spcBef>
            </a:pPr>
            <a:r>
              <a:rPr lang="ja-JP" altLang="en-US" dirty="0">
                <a:latin typeface="メイリオ" panose="020B0604030504040204" pitchFamily="50" charset="-128"/>
                <a:ea typeface="メイリオ" panose="020B0604030504040204" pitchFamily="50" charset="-128"/>
              </a:rPr>
              <a:t>シャドー</a:t>
            </a:r>
            <a:r>
              <a:rPr lang="en-US" altLang="ja-JP" dirty="0">
                <a:latin typeface="メイリオ" panose="020B0604030504040204" pitchFamily="50" charset="-128"/>
                <a:ea typeface="メイリオ" panose="020B0604030504040204" pitchFamily="50" charset="-128"/>
              </a:rPr>
              <a:t>AI</a:t>
            </a:r>
            <a:r>
              <a:rPr lang="ja-JP" altLang="en-US" dirty="0">
                <a:latin typeface="メイリオ" panose="020B0604030504040204" pitchFamily="50" charset="-128"/>
                <a:ea typeface="メイリオ" panose="020B0604030504040204" pitchFamily="50" charset="-128"/>
              </a:rPr>
              <a:t>と</a:t>
            </a:r>
            <a:br>
              <a:rPr lang="en-US" altLang="ja-JP" dirty="0">
                <a:latin typeface="メイリオ" panose="020B0604030504040204" pitchFamily="50" charset="-128"/>
                <a:ea typeface="メイリオ" panose="020B0604030504040204" pitchFamily="50" charset="-128"/>
              </a:rPr>
            </a:br>
            <a:r>
              <a:rPr lang="ja-JP" altLang="en-US" dirty="0">
                <a:latin typeface="メイリオ" panose="020B0604030504040204" pitchFamily="50" charset="-128"/>
                <a:ea typeface="メイリオ" panose="020B0604030504040204" pitchFamily="50" charset="-128"/>
              </a:rPr>
              <a:t>情報持ち出しリスク</a:t>
            </a:r>
            <a:endParaRPr lang="en-US" altLang="zh-TW" dirty="0">
              <a:latin typeface="メイリオ" panose="020B0604030504040204" pitchFamily="50" charset="-128"/>
              <a:ea typeface="メイリオ" panose="020B0604030504040204" pitchFamily="50" charset="-128"/>
            </a:endParaRPr>
          </a:p>
        </p:txBody>
      </p:sp>
      <p:sp>
        <p:nvSpPr>
          <p:cNvPr id="4" name="Content Placeholder 3">
            <a:extLst>
              <a:ext uri="{FF2B5EF4-FFF2-40B4-BE49-F238E27FC236}">
                <a16:creationId xmlns:a16="http://schemas.microsoft.com/office/drawing/2014/main" id="{3C3E9DBF-302D-BD55-4147-27BF8A972F7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19" y="1934817"/>
            <a:ext cx="5748793" cy="4558058"/>
          </a:xfrm>
        </p:spPr>
        <p:txBody>
          <a:bodyPr>
            <a:noAutofit/>
          </a:bodyPr>
          <a:lstStyle/>
          <a:p>
            <a:pPr marL="342900" indent="-342900">
              <a:buFont typeface="Wingdings" panose="05000000000000000000" pitchFamily="2" charset="2"/>
              <a:buChar char="ü"/>
            </a:pPr>
            <a:r>
              <a:rPr lang="en-US" altLang="ja-JP" sz="2400" dirty="0">
                <a:latin typeface="メイリオ" panose="020B0604030504040204" pitchFamily="50" charset="-128"/>
                <a:ea typeface="メイリオ" panose="020B0604030504040204" pitchFamily="50" charset="-128"/>
              </a:rPr>
              <a:t>IPA</a:t>
            </a: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10</a:t>
            </a:r>
            <a:r>
              <a:rPr lang="ja-JP" altLang="en-US" sz="2400" dirty="0">
                <a:latin typeface="メイリオ" panose="020B0604030504040204" pitchFamily="50" charset="-128"/>
                <a:ea typeface="メイリオ" panose="020B0604030504040204" pitchFamily="50" charset="-128"/>
              </a:rPr>
              <a:t>大脅威」において「内部不正による情報漏えい等」は第</a:t>
            </a:r>
            <a:r>
              <a:rPr lang="en-US" altLang="ja-JP" sz="2400" dirty="0">
                <a:latin typeface="メイリオ" panose="020B0604030504040204" pitchFamily="50" charset="-128"/>
                <a:ea typeface="メイリオ" panose="020B0604030504040204" pitchFamily="50" charset="-128"/>
              </a:rPr>
              <a:t>7</a:t>
            </a:r>
            <a:r>
              <a:rPr lang="ja-JP" altLang="en-US" sz="2400" dirty="0">
                <a:latin typeface="メイリオ" panose="020B0604030504040204" pitchFamily="50" charset="-128"/>
                <a:ea typeface="メイリオ" panose="020B0604030504040204" pitchFamily="50" charset="-128"/>
              </a:rPr>
              <a:t>位</a:t>
            </a:r>
            <a:endParaRPr lang="en-US" altLang="ja-JP"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r>
              <a:rPr lang="ja-JP" altLang="en-US" sz="2400">
                <a:latin typeface="メイリオ" panose="020B0604030504040204" pitchFamily="50" charset="-128"/>
                <a:ea typeface="メイリオ" panose="020B0604030504040204" pitchFamily="50" charset="-128"/>
              </a:rPr>
              <a:t>私物の</a:t>
            </a:r>
            <a:r>
              <a:rPr lang="ja-JP" altLang="en-US" sz="2400" dirty="0">
                <a:latin typeface="メイリオ" panose="020B0604030504040204" pitchFamily="50" charset="-128"/>
                <a:ea typeface="メイリオ" panose="020B0604030504040204" pitchFamily="50" charset="-128"/>
              </a:rPr>
              <a:t>生成</a:t>
            </a: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アカウントに業務ファイルをアップロードすると、同じアカウントでログインした私用スマホ等からもファイルや会話履歴にアクセス可能</a:t>
            </a:r>
            <a:endParaRPr lang="en-US" altLang="ja-JP"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従来の私用</a:t>
            </a:r>
            <a:r>
              <a:rPr lang="en-US" altLang="ja-JP" sz="2400" dirty="0">
                <a:latin typeface="メイリオ" panose="020B0604030504040204" pitchFamily="50" charset="-128"/>
                <a:ea typeface="メイリオ" panose="020B0604030504040204" pitchFamily="50" charset="-128"/>
              </a:rPr>
              <a:t>Gmail</a:t>
            </a:r>
            <a:r>
              <a:rPr lang="ja-JP" altLang="en-US" sz="2400" dirty="0">
                <a:latin typeface="メイリオ" panose="020B0604030504040204" pitchFamily="50" charset="-128"/>
                <a:ea typeface="メイリオ" panose="020B0604030504040204" pitchFamily="50" charset="-128"/>
              </a:rPr>
              <a:t>と同様、事務所管理外への情報資産の持ち出し経路となりうる</a:t>
            </a:r>
          </a:p>
          <a:p>
            <a:r>
              <a:rPr lang="ja-JP" altLang="en-US" sz="2400" dirty="0">
                <a:latin typeface="メイリオ" panose="020B0604030504040204" pitchFamily="50" charset="-128"/>
                <a:ea typeface="メイリオ" panose="020B0604030504040204" pitchFamily="50" charset="-128"/>
              </a:rPr>
              <a:t>⇒退職時持ち出し、私的利用、端末紛失時の情報漏えい等の温床となりうる</a:t>
            </a:r>
            <a:endParaRPr lang="en-US" altLang="ja-JP" sz="2400" dirty="0">
              <a:latin typeface="メイリオ" panose="020B0604030504040204" pitchFamily="50" charset="-128"/>
              <a:ea typeface="メイリオ" panose="020B0604030504040204" pitchFamily="50" charset="-128"/>
            </a:endParaRPr>
          </a:p>
        </p:txBody>
      </p:sp>
      <p:sp>
        <p:nvSpPr>
          <p:cNvPr id="5" name="スライド番号プレースホルダー 2">
            <a:extLst>
              <a:ext uri="{FF2B5EF4-FFF2-40B4-BE49-F238E27FC236}">
                <a16:creationId xmlns:a16="http://schemas.microsoft.com/office/drawing/2014/main" id="{A67A25A1-0946-D1D5-79BF-6B19E281EF79}"/>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33</a:t>
            </a:fld>
            <a:endParaRPr lang="en-US"/>
          </a:p>
        </p:txBody>
      </p:sp>
      <p:pic>
        <p:nvPicPr>
          <p:cNvPr id="9" name="図 8">
            <a:extLst>
              <a:ext uri="{FF2B5EF4-FFF2-40B4-BE49-F238E27FC236}">
                <a16:creationId xmlns:a16="http://schemas.microsoft.com/office/drawing/2014/main" id="{737BA2A1-B781-CD02-F3BB-3CC2D8F1ECD8}"/>
              </a:ext>
            </a:extLst>
          </p:cNvPr>
          <p:cNvPicPr>
            <a:picLocks noChangeAspect="1"/>
          </p:cNvPicPr>
          <p:nvPr/>
        </p:nvPicPr>
        <p:blipFill>
          <a:blip r:embed="rId3"/>
          <a:stretch>
            <a:fillRect/>
          </a:stretch>
        </p:blipFill>
        <p:spPr>
          <a:xfrm>
            <a:off x="7157767" y="1024553"/>
            <a:ext cx="4808894" cy="4808894"/>
          </a:xfrm>
          <a:prstGeom prst="rect">
            <a:avLst/>
          </a:prstGeom>
        </p:spPr>
      </p:pic>
    </p:spTree>
    <p:extLst>
      <p:ext uri="{BB962C8B-B14F-4D97-AF65-F5344CB8AC3E}">
        <p14:creationId xmlns:p14="http://schemas.microsoft.com/office/powerpoint/2010/main" val="35149120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25A93-34F0-EBF0-EDEC-C30A3B479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B588FC-0A8D-833F-2584-0D1EBC3ADF20}"/>
              </a:ext>
            </a:extLst>
          </p:cNvPr>
          <p:cNvSpPr>
            <a:spLocks noGrp="1"/>
          </p:cNvSpPr>
          <p:nvPr>
            <p:ph type="title"/>
          </p:nvPr>
        </p:nvSpPr>
        <p:spPr>
          <a:xfrm>
            <a:off x="482847" y="276431"/>
            <a:ext cx="11787811" cy="571100"/>
          </a:xfrm>
        </p:spPr>
        <p:txBody>
          <a:bodyPr>
            <a:normAutofit fontScale="90000"/>
          </a:bodyPr>
          <a:lstStyle/>
          <a:p>
            <a:r>
              <a:rPr lang="ja-JP" altLang="en-US" dirty="0"/>
              <a:t>　</a:t>
            </a:r>
            <a:endParaRPr dirty="0"/>
          </a:p>
        </p:txBody>
      </p:sp>
      <p:pic>
        <p:nvPicPr>
          <p:cNvPr id="7" name="図 6">
            <a:extLst>
              <a:ext uri="{FF2B5EF4-FFF2-40B4-BE49-F238E27FC236}">
                <a16:creationId xmlns:a16="http://schemas.microsoft.com/office/drawing/2014/main" id="{59C7209C-E938-B978-EAD9-776B5E0A6D48}"/>
              </a:ext>
            </a:extLst>
          </p:cNvPr>
          <p:cNvPicPr>
            <a:picLocks noChangeAspect="1"/>
          </p:cNvPicPr>
          <p:nvPr/>
        </p:nvPicPr>
        <p:blipFill>
          <a:blip r:embed="rId3"/>
          <a:stretch>
            <a:fillRect/>
          </a:stretch>
        </p:blipFill>
        <p:spPr>
          <a:xfrm>
            <a:off x="2430714" y="2163097"/>
            <a:ext cx="2404402" cy="2881873"/>
          </a:xfrm>
          <a:prstGeom prst="rect">
            <a:avLst/>
          </a:prstGeom>
        </p:spPr>
      </p:pic>
      <p:pic>
        <p:nvPicPr>
          <p:cNvPr id="9" name="図 8">
            <a:extLst>
              <a:ext uri="{FF2B5EF4-FFF2-40B4-BE49-F238E27FC236}">
                <a16:creationId xmlns:a16="http://schemas.microsoft.com/office/drawing/2014/main" id="{C5DA555F-FC02-FCF5-50DC-47A61951101E}"/>
              </a:ext>
            </a:extLst>
          </p:cNvPr>
          <p:cNvPicPr>
            <a:picLocks noChangeAspect="1"/>
          </p:cNvPicPr>
          <p:nvPr/>
        </p:nvPicPr>
        <p:blipFill>
          <a:blip r:embed="rId4"/>
          <a:stretch>
            <a:fillRect/>
          </a:stretch>
        </p:blipFill>
        <p:spPr>
          <a:xfrm>
            <a:off x="7416101" y="2163096"/>
            <a:ext cx="2372155" cy="2881873"/>
          </a:xfrm>
          <a:prstGeom prst="rect">
            <a:avLst/>
          </a:prstGeom>
        </p:spPr>
      </p:pic>
      <p:sp>
        <p:nvSpPr>
          <p:cNvPr id="10" name="楕円 9">
            <a:extLst>
              <a:ext uri="{FF2B5EF4-FFF2-40B4-BE49-F238E27FC236}">
                <a16:creationId xmlns:a16="http://schemas.microsoft.com/office/drawing/2014/main" id="{1B457033-FCB2-1148-088F-B6480FB7B6BE}"/>
              </a:ext>
            </a:extLst>
          </p:cNvPr>
          <p:cNvSpPr/>
          <p:nvPr/>
        </p:nvSpPr>
        <p:spPr>
          <a:xfrm>
            <a:off x="1374905" y="1352445"/>
            <a:ext cx="4516020" cy="4503174"/>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タイトル 3">
            <a:extLst>
              <a:ext uri="{FF2B5EF4-FFF2-40B4-BE49-F238E27FC236}">
                <a16:creationId xmlns:a16="http://schemas.microsoft.com/office/drawing/2014/main" id="{E7F4AB72-18E9-7835-A8F2-AA913D41C368}"/>
              </a:ext>
            </a:extLst>
          </p:cNvPr>
          <p:cNvSpPr txBox="1">
            <a:spLocks/>
          </p:cNvSpPr>
          <p:nvPr/>
        </p:nvSpPr>
        <p:spPr>
          <a:xfrm>
            <a:off x="576000" y="230485"/>
            <a:ext cx="11616000" cy="556212"/>
          </a:xfrm>
          <a:prstGeom prst="rect">
            <a:avLst/>
          </a:prstGeom>
        </p:spPr>
        <p:txBody>
          <a:bodyPr vert="horz" lIns="0" tIns="0" rIns="0" bIns="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3200" b="1" dirty="0">
                <a:latin typeface="メイリオ" panose="020B0604030504040204" pitchFamily="50" charset="-128"/>
                <a:ea typeface="メイリオ" panose="020B0604030504040204" pitchFamily="50" charset="-128"/>
              </a:rPr>
              <a:t>結論</a:t>
            </a:r>
            <a:r>
              <a:rPr lang="en-US" altLang="ja-JP" sz="3200" b="1" dirty="0">
                <a:latin typeface="メイリオ" panose="020B0604030504040204" pitchFamily="50" charset="-128"/>
                <a:ea typeface="メイリオ" panose="020B0604030504040204" pitchFamily="50" charset="-128"/>
              </a:rPr>
              <a:t>. </a:t>
            </a:r>
            <a:r>
              <a:rPr lang="ja-JP" altLang="en-US" sz="3200" b="1" dirty="0">
                <a:latin typeface="メイリオ" panose="020B0604030504040204" pitchFamily="50" charset="-128"/>
                <a:ea typeface="メイリオ" panose="020B0604030504040204" pitchFamily="50" charset="-128"/>
              </a:rPr>
              <a:t>情報漏洩防止重視なら </a:t>
            </a:r>
            <a:r>
              <a:rPr lang="en-US" altLang="ja-JP" sz="3200" b="1" dirty="0">
                <a:latin typeface="メイリオ" panose="020B0604030504040204" pitchFamily="50" charset="-128"/>
                <a:ea typeface="メイリオ" panose="020B0604030504040204" pitchFamily="50" charset="-128"/>
              </a:rPr>
              <a:t>Microsoft Copilot</a:t>
            </a:r>
            <a:r>
              <a:rPr lang="ja-JP" altLang="en-US" sz="3200" b="1" dirty="0">
                <a:latin typeface="メイリオ" panose="020B0604030504040204" pitchFamily="50" charset="-128"/>
                <a:ea typeface="メイリオ" panose="020B0604030504040204" pitchFamily="50" charset="-128"/>
              </a:rPr>
              <a:t> がベター</a:t>
            </a:r>
            <a:endParaRPr lang="zh-TW" altLang="en-US" sz="3200" b="1" dirty="0">
              <a:latin typeface="メイリオ" panose="020B0604030504040204" pitchFamily="50" charset="-128"/>
              <a:ea typeface="メイリオ" panose="020B0604030504040204" pitchFamily="50" charset="-128"/>
            </a:endParaRPr>
          </a:p>
        </p:txBody>
      </p:sp>
      <p:sp>
        <p:nvSpPr>
          <p:cNvPr id="5" name="スライド番号プレースホルダー 2">
            <a:extLst>
              <a:ext uri="{FF2B5EF4-FFF2-40B4-BE49-F238E27FC236}">
                <a16:creationId xmlns:a16="http://schemas.microsoft.com/office/drawing/2014/main" id="{B825E3C8-668E-3903-6567-848389391AA8}"/>
              </a:ext>
            </a:extLst>
          </p:cNvPr>
          <p:cNvSpPr txBox="1">
            <a:spLocks/>
          </p:cNvSpPr>
          <p:nvPr/>
        </p:nvSpPr>
        <p:spPr>
          <a:xfrm>
            <a:off x="11611635" y="6492875"/>
            <a:ext cx="557225" cy="365125"/>
          </a:xfrm>
          <a:prstGeom prst="rect">
            <a:avLst/>
          </a:prstGeom>
        </p:spPr>
        <p:txBody>
          <a:bodyPr/>
          <a:ls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34</a:t>
            </a:fld>
            <a:endParaRPr lang="en-US"/>
          </a:p>
        </p:txBody>
      </p:sp>
    </p:spTree>
    <p:extLst>
      <p:ext uri="{BB962C8B-B14F-4D97-AF65-F5344CB8AC3E}">
        <p14:creationId xmlns:p14="http://schemas.microsoft.com/office/powerpoint/2010/main" val="25400136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4CC60-EF25-6D33-2398-21F9D6BF7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C483E6-7B51-EAEC-E975-B3D5F5DADC59}"/>
              </a:ext>
            </a:extLst>
          </p:cNvPr>
          <p:cNvSpPr>
            <a:spLocks noGrp="1"/>
          </p:cNvSpPr>
          <p:nvPr>
            <p:ph type="title"/>
          </p:nvPr>
        </p:nvSpPr>
        <p:spPr>
          <a:xfrm>
            <a:off x="6190488" y="731520"/>
            <a:ext cx="4663440" cy="1447800"/>
          </a:xfrm>
        </p:spPr>
        <p:txBody>
          <a:bodyPr anchor="b">
            <a:normAutofit fontScale="90000"/>
          </a:bodyPr>
          <a:lstStyle/>
          <a:p>
            <a:r>
              <a:rPr lang="en-US" altLang="ja-JP" cap="none" dirty="0">
                <a:latin typeface="メイリオ" panose="020B0604030504040204" pitchFamily="50" charset="-128"/>
                <a:ea typeface="メイリオ" panose="020B0604030504040204" pitchFamily="50" charset="-128"/>
              </a:rPr>
              <a:t>Microsoft Copilot </a:t>
            </a:r>
            <a:r>
              <a:rPr lang="ja-JP" altLang="en-US" cap="none" dirty="0">
                <a:latin typeface="メイリオ" panose="020B0604030504040204" pitchFamily="50" charset="-128"/>
                <a:ea typeface="メイリオ" panose="020B0604030504040204" pitchFamily="50" charset="-128"/>
              </a:rPr>
              <a:t>の技術的安全性</a:t>
            </a:r>
            <a:endParaRPr lang="zh-TW" altLang="en-US" cap="none" dirty="0">
              <a:latin typeface="メイリオ" panose="020B0604030504040204" pitchFamily="50" charset="-128"/>
              <a:ea typeface="メイリオ" panose="020B0604030504040204" pitchFamily="50" charset="-128"/>
            </a:endParaRPr>
          </a:p>
        </p:txBody>
      </p:sp>
      <p:sp>
        <p:nvSpPr>
          <p:cNvPr id="4" name="Content Placeholder 3">
            <a:extLst>
              <a:ext uri="{FF2B5EF4-FFF2-40B4-BE49-F238E27FC236}">
                <a16:creationId xmlns:a16="http://schemas.microsoft.com/office/drawing/2014/main" id="{DCBF26C2-8C5A-8B22-4716-A7F6763BB24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8864" y="2373638"/>
            <a:ext cx="6501511" cy="3798562"/>
          </a:xfrm>
        </p:spPr>
        <p:txBody>
          <a:bodyPr>
            <a:noAutofit/>
          </a:bodyPr>
          <a:lstStyle/>
          <a:p>
            <a:pPr marL="342900" indent="-342900">
              <a:buFont typeface="Wingdings" panose="05000000000000000000" pitchFamily="2" charset="2"/>
              <a:buChar char="ü"/>
            </a:pPr>
            <a:r>
              <a:rPr lang="ja-JP" altLang="en-US" sz="2000" dirty="0">
                <a:latin typeface="メイリオ" panose="020B0604030504040204" pitchFamily="50" charset="-128"/>
                <a:ea typeface="メイリオ" panose="020B0604030504040204" pitchFamily="50" charset="-128"/>
              </a:rPr>
              <a:t>商用データ保護（</a:t>
            </a:r>
            <a:r>
              <a:rPr lang="en-US" altLang="ja-JP" sz="2000" dirty="0">
                <a:latin typeface="メイリオ" panose="020B0604030504040204" pitchFamily="50" charset="-128"/>
                <a:ea typeface="メイリオ" panose="020B0604030504040204" pitchFamily="50" charset="-128"/>
              </a:rPr>
              <a:t>Commercial</a:t>
            </a:r>
            <a:r>
              <a:rPr lang="ja-JP" altLang="en-US" sz="2000" dirty="0">
                <a:latin typeface="メイリオ" panose="020B0604030504040204" pitchFamily="50" charset="-128"/>
                <a:ea typeface="メイリオ" panose="020B0604030504040204" pitchFamily="50" charset="-128"/>
              </a:rPr>
              <a:t> </a:t>
            </a:r>
            <a:r>
              <a:rPr lang="en-US" altLang="ja-JP" sz="2000" dirty="0">
                <a:latin typeface="メイリオ" panose="020B0604030504040204" pitchFamily="50" charset="-128"/>
                <a:ea typeface="メイリオ" panose="020B0604030504040204" pitchFamily="50" charset="-128"/>
              </a:rPr>
              <a:t>Data Protection</a:t>
            </a:r>
            <a:r>
              <a:rPr lang="ja-JP" altLang="en-US" sz="2000" dirty="0">
                <a:latin typeface="メイリオ" panose="020B0604030504040204" pitchFamily="50" charset="-128"/>
                <a:ea typeface="メイリオ" panose="020B0604030504040204" pitchFamily="50" charset="-128"/>
              </a:rPr>
              <a:t>）</a:t>
            </a:r>
          </a:p>
          <a:p>
            <a:pPr lvl="1"/>
            <a:r>
              <a:rPr lang="ja-JP" altLang="en-US" sz="2000" dirty="0">
                <a:latin typeface="メイリオ" panose="020B0604030504040204" pitchFamily="50" charset="-128"/>
                <a:ea typeface="メイリオ" panose="020B0604030504040204" pitchFamily="50" charset="-128"/>
              </a:rPr>
              <a:t>→ </a:t>
            </a:r>
            <a:r>
              <a:rPr lang="ja-JP" altLang="en-US" sz="2000" dirty="0">
                <a:highlight>
                  <a:srgbClr val="FFFF00"/>
                </a:highlight>
                <a:latin typeface="メイリオ" panose="020B0604030504040204" pitchFamily="50" charset="-128"/>
                <a:ea typeface="メイリオ" panose="020B0604030504040204" pitchFamily="50" charset="-128"/>
              </a:rPr>
              <a:t>入力や出力は基盤モデルの再学習に利用されない</a:t>
            </a:r>
            <a:endParaRPr lang="ja-JP" altLang="en-US" sz="20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r>
              <a:rPr lang="ja-JP" altLang="en-US" sz="2000" dirty="0">
                <a:highlight>
                  <a:srgbClr val="FFFF00"/>
                </a:highlight>
                <a:latin typeface="メイリオ" panose="020B0604030504040204" pitchFamily="50" charset="-128"/>
                <a:ea typeface="メイリオ" panose="020B0604030504040204" pitchFamily="50" charset="-128"/>
              </a:rPr>
              <a:t>テナント境界を越えない</a:t>
            </a:r>
          </a:p>
          <a:p>
            <a:pPr lvl="1"/>
            <a:r>
              <a:rPr lang="ja-JP" altLang="en-US" sz="2000" dirty="0">
                <a:latin typeface="メイリオ" panose="020B0604030504040204" pitchFamily="50" charset="-128"/>
                <a:ea typeface="メイリオ" panose="020B0604030504040204" pitchFamily="50" charset="-128"/>
              </a:rPr>
              <a:t>→ 既存の</a:t>
            </a:r>
            <a:r>
              <a:rPr lang="en-US" altLang="ja-JP" sz="2000" dirty="0">
                <a:latin typeface="メイリオ" panose="020B0604030504040204" pitchFamily="50" charset="-128"/>
                <a:ea typeface="メイリオ" panose="020B0604030504040204" pitchFamily="50" charset="-128"/>
              </a:rPr>
              <a:t>Microsoft</a:t>
            </a:r>
            <a:r>
              <a:rPr lang="ja-JP" altLang="en-US" sz="2000" dirty="0">
                <a:latin typeface="メイリオ" panose="020B0604030504040204" pitchFamily="50" charset="-128"/>
                <a:ea typeface="メイリオ" panose="020B0604030504040204" pitchFamily="50" charset="-128"/>
              </a:rPr>
              <a:t> </a:t>
            </a:r>
            <a:r>
              <a:rPr lang="en-US" altLang="ja-JP" sz="2000" dirty="0">
                <a:latin typeface="メイリオ" panose="020B0604030504040204" pitchFamily="50" charset="-128"/>
                <a:ea typeface="メイリオ" panose="020B0604030504040204" pitchFamily="50" charset="-128"/>
              </a:rPr>
              <a:t>365</a:t>
            </a:r>
            <a:r>
              <a:rPr lang="ja-JP" altLang="en-US" sz="2000" dirty="0">
                <a:latin typeface="メイリオ" panose="020B0604030504040204" pitchFamily="50" charset="-128"/>
                <a:ea typeface="メイリオ" panose="020B0604030504040204" pitchFamily="50" charset="-128"/>
              </a:rPr>
              <a:t>権限設定をそのまま適用</a:t>
            </a:r>
          </a:p>
          <a:p>
            <a:pPr marL="342900" indent="-342900">
              <a:buFont typeface="Wingdings" panose="05000000000000000000" pitchFamily="2" charset="2"/>
              <a:buChar char="ü"/>
            </a:pPr>
            <a:r>
              <a:rPr lang="ja-JP" altLang="en-US" sz="2000" dirty="0">
                <a:highlight>
                  <a:srgbClr val="FFFF00"/>
                </a:highlight>
                <a:latin typeface="メイリオ" panose="020B0604030504040204" pitchFamily="50" charset="-128"/>
                <a:ea typeface="メイリオ" panose="020B0604030504040204" pitchFamily="50" charset="-128"/>
              </a:rPr>
              <a:t>暗号化通信・保存</a:t>
            </a:r>
          </a:p>
          <a:p>
            <a:pPr lvl="1"/>
            <a:r>
              <a:rPr lang="ja-JP" altLang="en-US" sz="2000" dirty="0">
                <a:latin typeface="メイリオ" panose="020B0604030504040204" pitchFamily="50" charset="-128"/>
                <a:ea typeface="メイリオ" panose="020B0604030504040204" pitchFamily="50" charset="-128"/>
              </a:rPr>
              <a:t>→ </a:t>
            </a:r>
            <a:r>
              <a:rPr lang="en-US" altLang="ja-JP" sz="2000" dirty="0">
                <a:latin typeface="メイリオ" panose="020B0604030504040204" pitchFamily="50" charset="-128"/>
                <a:ea typeface="メイリオ" panose="020B0604030504040204" pitchFamily="50" charset="-128"/>
              </a:rPr>
              <a:t>TLS1.2</a:t>
            </a:r>
            <a:r>
              <a:rPr lang="ja-JP" altLang="en-US" sz="2000" dirty="0">
                <a:latin typeface="メイリオ" panose="020B0604030504040204" pitchFamily="50" charset="-128"/>
                <a:ea typeface="メイリオ" panose="020B0604030504040204" pitchFamily="50" charset="-128"/>
              </a:rPr>
              <a:t>以上、</a:t>
            </a:r>
            <a:r>
              <a:rPr lang="en-US" altLang="ja-JP" sz="2000" dirty="0">
                <a:latin typeface="メイリオ" panose="020B0604030504040204" pitchFamily="50" charset="-128"/>
                <a:ea typeface="メイリオ" panose="020B0604030504040204" pitchFamily="50" charset="-128"/>
              </a:rPr>
              <a:t>BitLocker</a:t>
            </a:r>
            <a:r>
              <a:rPr lang="ja-JP" altLang="en-US" sz="2000" dirty="0">
                <a:latin typeface="メイリオ" panose="020B0604030504040204" pitchFamily="50" charset="-128"/>
                <a:ea typeface="メイリオ" panose="020B0604030504040204" pitchFamily="50" charset="-128"/>
              </a:rPr>
              <a:t>などで暗号化</a:t>
            </a:r>
          </a:p>
          <a:p>
            <a:pPr marL="342900" indent="-342900">
              <a:buFont typeface="Wingdings" panose="05000000000000000000" pitchFamily="2" charset="2"/>
              <a:buChar char="ü"/>
            </a:pPr>
            <a:r>
              <a:rPr lang="ja-JP" altLang="en-US" sz="2000" dirty="0">
                <a:latin typeface="メイリオ" panose="020B0604030504040204" pitchFamily="50" charset="-128"/>
                <a:ea typeface="メイリオ" panose="020B0604030504040204" pitchFamily="50" charset="-128"/>
              </a:rPr>
              <a:t>ログ管理・監査</a:t>
            </a:r>
          </a:p>
          <a:p>
            <a:pPr lvl="1"/>
            <a:r>
              <a:rPr lang="ja-JP" altLang="en-US" sz="2000" dirty="0">
                <a:latin typeface="メイリオ" panose="020B0604030504040204" pitchFamily="50" charset="-128"/>
                <a:ea typeface="メイリオ" panose="020B0604030504040204" pitchFamily="50" charset="-128"/>
              </a:rPr>
              <a:t>→ </a:t>
            </a:r>
            <a:r>
              <a:rPr lang="en-US" altLang="ja-JP" sz="2000" dirty="0">
                <a:latin typeface="メイリオ" panose="020B0604030504040204" pitchFamily="50" charset="-128"/>
                <a:ea typeface="メイリオ" panose="020B0604030504040204" pitchFamily="50" charset="-128"/>
              </a:rPr>
              <a:t>Microsoft Purview</a:t>
            </a:r>
            <a:r>
              <a:rPr lang="ja-JP" altLang="en-US" sz="2000" dirty="0">
                <a:latin typeface="メイリオ" panose="020B0604030504040204" pitchFamily="50" charset="-128"/>
                <a:ea typeface="メイリオ" panose="020B0604030504040204" pitchFamily="50" charset="-128"/>
              </a:rPr>
              <a:t>で利用状況を追跡可能</a:t>
            </a:r>
          </a:p>
        </p:txBody>
      </p:sp>
      <p:pic>
        <p:nvPicPr>
          <p:cNvPr id="7" name="Picture 2" descr="画像が生成されました">
            <a:extLst>
              <a:ext uri="{FF2B5EF4-FFF2-40B4-BE49-F238E27FC236}">
                <a16:creationId xmlns:a16="http://schemas.microsoft.com/office/drawing/2014/main" id="{DBAC1936-4456-DF30-8BB2-B41900AA7EA9}"/>
              </a:ext>
            </a:extLst>
          </p:cNvPr>
          <p:cNvPicPr>
            <a:picLocks noGrp="1" noChangeAspect="1" noChangeArrowheads="1"/>
          </p:cNvPicPr>
          <p:nvPr>
            <p:ph type="pic" sz="quarter" idx="18"/>
          </p:nvPr>
        </p:nvPicPr>
        <p:blipFill>
          <a:blip r:embed="rId3">
            <a:extLst>
              <a:ext uri="{28A0092B-C50C-407E-A947-70E740481C1C}">
                <a14:useLocalDpi xmlns:a14="http://schemas.microsoft.com/office/drawing/2010/main" val="0"/>
              </a:ext>
            </a:extLst>
          </a:blip>
          <a:srcRect l="12652" r="12652"/>
          <a:stretch>
            <a:fillRect/>
          </a:stretch>
        </p:blipFill>
        <p:spPr bwMode="auto">
          <a:xfrm>
            <a:off x="301625" y="301625"/>
            <a:ext cx="4672013" cy="6254750"/>
          </a:xfrm>
          <a:prstGeom prst="rect">
            <a:avLst/>
          </a:prstGeom>
          <a:noFill/>
          <a:extLst>
            <a:ext uri="{909E8E84-426E-40DD-AFC4-6F175D3DCCD1}">
              <a14:hiddenFill xmlns:a14="http://schemas.microsoft.com/office/drawing/2010/main">
                <a:solidFill>
                  <a:srgbClr val="FFFFFF"/>
                </a:solidFill>
              </a14:hiddenFill>
            </a:ext>
          </a:extLst>
        </p:spPr>
      </p:pic>
      <p:sp>
        <p:nvSpPr>
          <p:cNvPr id="5" name="スライド番号プレースホルダー 2">
            <a:extLst>
              <a:ext uri="{FF2B5EF4-FFF2-40B4-BE49-F238E27FC236}">
                <a16:creationId xmlns:a16="http://schemas.microsoft.com/office/drawing/2014/main" id="{04B6BAA4-30C1-A281-9BB3-1B8581191FC0}"/>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35</a:t>
            </a:fld>
            <a:endParaRPr lang="en-US"/>
          </a:p>
        </p:txBody>
      </p:sp>
    </p:spTree>
    <p:extLst>
      <p:ext uri="{BB962C8B-B14F-4D97-AF65-F5344CB8AC3E}">
        <p14:creationId xmlns:p14="http://schemas.microsoft.com/office/powerpoint/2010/main" val="1524243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　</a:t>
            </a:r>
            <a:endParaRPr dirty="0"/>
          </a:p>
        </p:txBody>
      </p:sp>
      <p:sp>
        <p:nvSpPr>
          <p:cNvPr id="3" name="Rectangle 2"/>
          <p:cNvSpPr/>
          <p:nvPr/>
        </p:nvSpPr>
        <p:spPr>
          <a:xfrm>
            <a:off x="2369574" y="2674089"/>
            <a:ext cx="6885324" cy="9144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dirty="0" err="1">
                <a:latin typeface="メイリオ" panose="020B0604030504040204" pitchFamily="50" charset="-128"/>
                <a:ea typeface="メイリオ" panose="020B0604030504040204" pitchFamily="50" charset="-128"/>
              </a:rPr>
              <a:t>基盤モデル</a:t>
            </a:r>
            <a:endParaRPr dirty="0">
              <a:latin typeface="メイリオ" panose="020B0604030504040204" pitchFamily="50" charset="-128"/>
              <a:ea typeface="メイリオ" panose="020B0604030504040204" pitchFamily="50" charset="-128"/>
            </a:endParaRPr>
          </a:p>
          <a:p>
            <a:pPr algn="ctr"/>
            <a:r>
              <a:rPr dirty="0">
                <a:latin typeface="メイリオ" panose="020B0604030504040204" pitchFamily="50" charset="-128"/>
                <a:ea typeface="メイリオ" panose="020B0604030504040204" pitchFamily="50" charset="-128"/>
              </a:rPr>
              <a:t>（</a:t>
            </a:r>
            <a:r>
              <a:rPr dirty="0" err="1">
                <a:latin typeface="メイリオ" panose="020B0604030504040204" pitchFamily="50" charset="-128"/>
                <a:ea typeface="メイリオ" panose="020B0604030504040204" pitchFamily="50" charset="-128"/>
              </a:rPr>
              <a:t>事前学習：一般知識</a:t>
            </a:r>
            <a:r>
              <a:rPr dirty="0">
                <a:latin typeface="メイリオ" panose="020B0604030504040204" pitchFamily="50" charset="-128"/>
                <a:ea typeface="メイリオ" panose="020B0604030504040204" pitchFamily="50" charset="-128"/>
              </a:rPr>
              <a:t>）</a:t>
            </a:r>
            <a:endParaRPr lang="en-US" dirty="0">
              <a:latin typeface="メイリオ" panose="020B0604030504040204" pitchFamily="50" charset="-128"/>
              <a:ea typeface="メイリオ" panose="020B0604030504040204" pitchFamily="50" charset="-128"/>
            </a:endParaRPr>
          </a:p>
          <a:p>
            <a:pPr algn="ctr"/>
            <a:endParaRPr dirty="0">
              <a:latin typeface="メイリオ" panose="020B0604030504040204" pitchFamily="50" charset="-128"/>
              <a:ea typeface="メイリオ" panose="020B0604030504040204" pitchFamily="50" charset="-128"/>
            </a:endParaRPr>
          </a:p>
        </p:txBody>
      </p:sp>
      <p:sp>
        <p:nvSpPr>
          <p:cNvPr id="5" name="TextBox 4"/>
          <p:cNvSpPr txBox="1"/>
          <p:nvPr/>
        </p:nvSpPr>
        <p:spPr>
          <a:xfrm>
            <a:off x="3581491" y="3330105"/>
            <a:ext cx="2000244" cy="307777"/>
          </a:xfrm>
          <a:prstGeom prst="rect">
            <a:avLst/>
          </a:prstGeom>
          <a:noFill/>
        </p:spPr>
        <p:txBody>
          <a:bodyPr wrap="square">
            <a:spAutoFit/>
          </a:bodyPr>
          <a:lstStyle/>
          <a:p>
            <a:r>
              <a:rPr sz="1400" dirty="0">
                <a:latin typeface="メイリオ" panose="020B0604030504040204" pitchFamily="50" charset="-128"/>
                <a:ea typeface="メイリオ" panose="020B0604030504040204" pitchFamily="50" charset="-128"/>
              </a:rPr>
              <a:t>全テナント共通</a:t>
            </a:r>
            <a:r>
              <a:rPr lang="ja-JP" altLang="en-US" sz="1400" dirty="0">
                <a:latin typeface="メイリオ" panose="020B0604030504040204" pitchFamily="50" charset="-128"/>
                <a:ea typeface="メイリオ" panose="020B0604030504040204" pitchFamily="50" charset="-128"/>
              </a:rPr>
              <a:t>データ　</a:t>
            </a:r>
            <a:endParaRPr lang="en-US" altLang="ja-JP" sz="1400" dirty="0">
              <a:latin typeface="メイリオ" panose="020B0604030504040204" pitchFamily="50" charset="-128"/>
              <a:ea typeface="メイリオ" panose="020B0604030504040204" pitchFamily="50" charset="-128"/>
            </a:endParaRPr>
          </a:p>
        </p:txBody>
      </p:sp>
      <p:sp>
        <p:nvSpPr>
          <p:cNvPr id="6" name="Rectangle 5"/>
          <p:cNvSpPr/>
          <p:nvPr/>
        </p:nvSpPr>
        <p:spPr>
          <a:xfrm>
            <a:off x="1258529" y="4050890"/>
            <a:ext cx="3569109" cy="1488384"/>
          </a:xfrm>
          <a:prstGeom prst="rect">
            <a:avLst/>
          </a:prstGeom>
          <a:solidFill>
            <a:schemeClr val="accent3">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dirty="0" err="1">
                <a:latin typeface="メイリオ" panose="020B0604030504040204" pitchFamily="50" charset="-128"/>
                <a:ea typeface="メイリオ" panose="020B0604030504040204" pitchFamily="50" charset="-128"/>
              </a:rPr>
              <a:t>テナントAのデータ</a:t>
            </a:r>
            <a:endParaRPr lang="en-US" dirty="0">
              <a:latin typeface="メイリオ" panose="020B0604030504040204" pitchFamily="50" charset="-128"/>
              <a:ea typeface="メイリオ" panose="020B0604030504040204" pitchFamily="50" charset="-128"/>
            </a:endParaRPr>
          </a:p>
          <a:p>
            <a:pPr algn="ctr"/>
            <a:endParaRPr lang="en-US" dirty="0">
              <a:latin typeface="メイリオ" panose="020B0604030504040204" pitchFamily="50" charset="-128"/>
              <a:ea typeface="メイリオ" panose="020B0604030504040204" pitchFamily="50" charset="-128"/>
            </a:endParaRPr>
          </a:p>
          <a:p>
            <a:pPr algn="ctr"/>
            <a:endParaRPr lang="en-US" dirty="0">
              <a:latin typeface="メイリオ" panose="020B0604030504040204" pitchFamily="50" charset="-128"/>
              <a:ea typeface="メイリオ" panose="020B0604030504040204" pitchFamily="50" charset="-128"/>
            </a:endParaRPr>
          </a:p>
          <a:p>
            <a:pPr algn="ctr"/>
            <a:endParaRPr dirty="0">
              <a:latin typeface="メイリオ" panose="020B0604030504040204" pitchFamily="50" charset="-128"/>
              <a:ea typeface="メイリオ" panose="020B0604030504040204" pitchFamily="50" charset="-128"/>
            </a:endParaRPr>
          </a:p>
        </p:txBody>
      </p:sp>
      <p:sp>
        <p:nvSpPr>
          <p:cNvPr id="7" name="Rectangle 6"/>
          <p:cNvSpPr/>
          <p:nvPr/>
        </p:nvSpPr>
        <p:spPr>
          <a:xfrm>
            <a:off x="6715170" y="4050890"/>
            <a:ext cx="3569109" cy="1488384"/>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dirty="0" err="1">
                <a:latin typeface="メイリオ" panose="020B0604030504040204" pitchFamily="50" charset="-128"/>
                <a:ea typeface="メイリオ" panose="020B0604030504040204" pitchFamily="50" charset="-128"/>
              </a:rPr>
              <a:t>テナントBのデータ</a:t>
            </a:r>
            <a:endParaRPr lang="en-US" dirty="0">
              <a:latin typeface="メイリオ" panose="020B0604030504040204" pitchFamily="50" charset="-128"/>
              <a:ea typeface="メイリオ" panose="020B0604030504040204" pitchFamily="50" charset="-128"/>
            </a:endParaRPr>
          </a:p>
          <a:p>
            <a:pPr algn="ctr"/>
            <a:endParaRPr lang="en-US" dirty="0">
              <a:latin typeface="メイリオ" panose="020B0604030504040204" pitchFamily="50" charset="-128"/>
              <a:ea typeface="メイリオ" panose="020B0604030504040204" pitchFamily="50" charset="-128"/>
            </a:endParaRPr>
          </a:p>
          <a:p>
            <a:pPr algn="ctr"/>
            <a:endParaRPr lang="en-US" dirty="0">
              <a:latin typeface="メイリオ" panose="020B0604030504040204" pitchFamily="50" charset="-128"/>
              <a:ea typeface="メイリオ" panose="020B0604030504040204" pitchFamily="50" charset="-128"/>
            </a:endParaRPr>
          </a:p>
          <a:p>
            <a:pPr algn="ctr"/>
            <a:endParaRPr dirty="0">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B56B712B-72C7-7F50-EDF5-5763199C5843}"/>
              </a:ext>
            </a:extLst>
          </p:cNvPr>
          <p:cNvSpPr/>
          <p:nvPr/>
        </p:nvSpPr>
        <p:spPr>
          <a:xfrm>
            <a:off x="1002890" y="2418735"/>
            <a:ext cx="9527458" cy="3362633"/>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5" name="図 14">
            <a:extLst>
              <a:ext uri="{FF2B5EF4-FFF2-40B4-BE49-F238E27FC236}">
                <a16:creationId xmlns:a16="http://schemas.microsoft.com/office/drawing/2014/main" id="{39E22A9A-8544-4576-62C7-CE10507BBA1A}"/>
              </a:ext>
            </a:extLst>
          </p:cNvPr>
          <p:cNvPicPr>
            <a:picLocks noChangeAspect="1"/>
          </p:cNvPicPr>
          <p:nvPr/>
        </p:nvPicPr>
        <p:blipFill>
          <a:blip r:embed="rId3"/>
          <a:stretch>
            <a:fillRect/>
          </a:stretch>
        </p:blipFill>
        <p:spPr>
          <a:xfrm>
            <a:off x="597687" y="1551750"/>
            <a:ext cx="2238687" cy="495369"/>
          </a:xfrm>
          <a:prstGeom prst="rect">
            <a:avLst/>
          </a:prstGeom>
        </p:spPr>
      </p:pic>
      <p:sp>
        <p:nvSpPr>
          <p:cNvPr id="16" name="正方形/長方形 15">
            <a:extLst>
              <a:ext uri="{FF2B5EF4-FFF2-40B4-BE49-F238E27FC236}">
                <a16:creationId xmlns:a16="http://schemas.microsoft.com/office/drawing/2014/main" id="{D38E2E8D-E2E3-F738-CDCF-ED1ECD1199F9}"/>
              </a:ext>
            </a:extLst>
          </p:cNvPr>
          <p:cNvSpPr/>
          <p:nvPr/>
        </p:nvSpPr>
        <p:spPr>
          <a:xfrm>
            <a:off x="482847" y="1466831"/>
            <a:ext cx="10607940" cy="4599801"/>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8" name="図 17">
            <a:extLst>
              <a:ext uri="{FF2B5EF4-FFF2-40B4-BE49-F238E27FC236}">
                <a16:creationId xmlns:a16="http://schemas.microsoft.com/office/drawing/2014/main" id="{DE131D7E-2CF0-72C1-C774-A8DA23F520A0}"/>
              </a:ext>
            </a:extLst>
          </p:cNvPr>
          <p:cNvPicPr>
            <a:picLocks noChangeAspect="1"/>
          </p:cNvPicPr>
          <p:nvPr/>
        </p:nvPicPr>
        <p:blipFill>
          <a:blip r:embed="rId4"/>
          <a:stretch>
            <a:fillRect/>
          </a:stretch>
        </p:blipFill>
        <p:spPr>
          <a:xfrm>
            <a:off x="1299615" y="2721657"/>
            <a:ext cx="866896" cy="819264"/>
          </a:xfrm>
          <a:prstGeom prst="rect">
            <a:avLst/>
          </a:prstGeom>
        </p:spPr>
      </p:pic>
      <p:pic>
        <p:nvPicPr>
          <p:cNvPr id="20" name="図 19">
            <a:extLst>
              <a:ext uri="{FF2B5EF4-FFF2-40B4-BE49-F238E27FC236}">
                <a16:creationId xmlns:a16="http://schemas.microsoft.com/office/drawing/2014/main" id="{010B80BD-AE82-E250-DACF-0638250865C4}"/>
              </a:ext>
            </a:extLst>
          </p:cNvPr>
          <p:cNvPicPr>
            <a:picLocks noChangeAspect="1"/>
          </p:cNvPicPr>
          <p:nvPr/>
        </p:nvPicPr>
        <p:blipFill>
          <a:blip r:embed="rId5"/>
          <a:stretch>
            <a:fillRect/>
          </a:stretch>
        </p:blipFill>
        <p:spPr>
          <a:xfrm>
            <a:off x="1388371" y="4655827"/>
            <a:ext cx="657317" cy="685896"/>
          </a:xfrm>
          <a:prstGeom prst="rect">
            <a:avLst/>
          </a:prstGeom>
        </p:spPr>
      </p:pic>
      <p:pic>
        <p:nvPicPr>
          <p:cNvPr id="22" name="図 21">
            <a:extLst>
              <a:ext uri="{FF2B5EF4-FFF2-40B4-BE49-F238E27FC236}">
                <a16:creationId xmlns:a16="http://schemas.microsoft.com/office/drawing/2014/main" id="{8858D431-4557-96C8-4A07-50EEFC055D6F}"/>
              </a:ext>
            </a:extLst>
          </p:cNvPr>
          <p:cNvPicPr>
            <a:picLocks noChangeAspect="1"/>
          </p:cNvPicPr>
          <p:nvPr/>
        </p:nvPicPr>
        <p:blipFill>
          <a:blip r:embed="rId6"/>
          <a:stretch>
            <a:fillRect/>
          </a:stretch>
        </p:blipFill>
        <p:spPr>
          <a:xfrm>
            <a:off x="2166511" y="4660774"/>
            <a:ext cx="506826" cy="675767"/>
          </a:xfrm>
          <a:prstGeom prst="rect">
            <a:avLst/>
          </a:prstGeom>
        </p:spPr>
      </p:pic>
      <p:pic>
        <p:nvPicPr>
          <p:cNvPr id="24" name="図 23">
            <a:extLst>
              <a:ext uri="{FF2B5EF4-FFF2-40B4-BE49-F238E27FC236}">
                <a16:creationId xmlns:a16="http://schemas.microsoft.com/office/drawing/2014/main" id="{17B0348B-351E-4E61-0C1A-57733FD3FD9F}"/>
              </a:ext>
            </a:extLst>
          </p:cNvPr>
          <p:cNvPicPr>
            <a:picLocks noChangeAspect="1"/>
          </p:cNvPicPr>
          <p:nvPr/>
        </p:nvPicPr>
        <p:blipFill>
          <a:blip r:embed="rId7"/>
          <a:stretch>
            <a:fillRect/>
          </a:stretch>
        </p:blipFill>
        <p:spPr>
          <a:xfrm>
            <a:off x="2794160" y="4665354"/>
            <a:ext cx="438211" cy="676369"/>
          </a:xfrm>
          <a:prstGeom prst="rect">
            <a:avLst/>
          </a:prstGeom>
        </p:spPr>
      </p:pic>
      <p:pic>
        <p:nvPicPr>
          <p:cNvPr id="26" name="図 25">
            <a:extLst>
              <a:ext uri="{FF2B5EF4-FFF2-40B4-BE49-F238E27FC236}">
                <a16:creationId xmlns:a16="http://schemas.microsoft.com/office/drawing/2014/main" id="{C9C8C008-7B3F-556D-F573-713B0001D346}"/>
              </a:ext>
            </a:extLst>
          </p:cNvPr>
          <p:cNvPicPr>
            <a:picLocks noChangeAspect="1"/>
          </p:cNvPicPr>
          <p:nvPr/>
        </p:nvPicPr>
        <p:blipFill>
          <a:blip r:embed="rId8"/>
          <a:stretch>
            <a:fillRect/>
          </a:stretch>
        </p:blipFill>
        <p:spPr>
          <a:xfrm>
            <a:off x="3344107" y="4665354"/>
            <a:ext cx="466913" cy="671187"/>
          </a:xfrm>
          <a:prstGeom prst="rect">
            <a:avLst/>
          </a:prstGeom>
        </p:spPr>
      </p:pic>
      <p:pic>
        <p:nvPicPr>
          <p:cNvPr id="28" name="図 27">
            <a:extLst>
              <a:ext uri="{FF2B5EF4-FFF2-40B4-BE49-F238E27FC236}">
                <a16:creationId xmlns:a16="http://schemas.microsoft.com/office/drawing/2014/main" id="{08AC6B87-D16F-47C0-27BF-2807A03085AE}"/>
              </a:ext>
            </a:extLst>
          </p:cNvPr>
          <p:cNvPicPr>
            <a:picLocks noChangeAspect="1"/>
          </p:cNvPicPr>
          <p:nvPr/>
        </p:nvPicPr>
        <p:blipFill>
          <a:blip r:embed="rId9"/>
          <a:stretch>
            <a:fillRect/>
          </a:stretch>
        </p:blipFill>
        <p:spPr>
          <a:xfrm>
            <a:off x="3905874" y="4653412"/>
            <a:ext cx="771364" cy="671187"/>
          </a:xfrm>
          <a:prstGeom prst="rect">
            <a:avLst/>
          </a:prstGeom>
        </p:spPr>
      </p:pic>
      <p:pic>
        <p:nvPicPr>
          <p:cNvPr id="29" name="図 28">
            <a:extLst>
              <a:ext uri="{FF2B5EF4-FFF2-40B4-BE49-F238E27FC236}">
                <a16:creationId xmlns:a16="http://schemas.microsoft.com/office/drawing/2014/main" id="{812E57AE-8B2C-3533-8F17-03AFBB778940}"/>
              </a:ext>
            </a:extLst>
          </p:cNvPr>
          <p:cNvPicPr>
            <a:picLocks noChangeAspect="1"/>
          </p:cNvPicPr>
          <p:nvPr/>
        </p:nvPicPr>
        <p:blipFill>
          <a:blip r:embed="rId5"/>
          <a:stretch>
            <a:fillRect/>
          </a:stretch>
        </p:blipFill>
        <p:spPr>
          <a:xfrm>
            <a:off x="6832248" y="4672350"/>
            <a:ext cx="657317" cy="685896"/>
          </a:xfrm>
          <a:prstGeom prst="rect">
            <a:avLst/>
          </a:prstGeom>
        </p:spPr>
      </p:pic>
      <p:pic>
        <p:nvPicPr>
          <p:cNvPr id="30" name="図 29">
            <a:extLst>
              <a:ext uri="{FF2B5EF4-FFF2-40B4-BE49-F238E27FC236}">
                <a16:creationId xmlns:a16="http://schemas.microsoft.com/office/drawing/2014/main" id="{DCFFA0F4-39EF-663C-34A9-9AC2F4FA6B09}"/>
              </a:ext>
            </a:extLst>
          </p:cNvPr>
          <p:cNvPicPr>
            <a:picLocks noChangeAspect="1"/>
          </p:cNvPicPr>
          <p:nvPr/>
        </p:nvPicPr>
        <p:blipFill>
          <a:blip r:embed="rId6"/>
          <a:stretch>
            <a:fillRect/>
          </a:stretch>
        </p:blipFill>
        <p:spPr>
          <a:xfrm>
            <a:off x="7610388" y="4677297"/>
            <a:ext cx="506826" cy="675767"/>
          </a:xfrm>
          <a:prstGeom prst="rect">
            <a:avLst/>
          </a:prstGeom>
        </p:spPr>
      </p:pic>
      <p:pic>
        <p:nvPicPr>
          <p:cNvPr id="31" name="図 30">
            <a:extLst>
              <a:ext uri="{FF2B5EF4-FFF2-40B4-BE49-F238E27FC236}">
                <a16:creationId xmlns:a16="http://schemas.microsoft.com/office/drawing/2014/main" id="{E44BE4A1-478E-7C62-E7EC-92D75873D678}"/>
              </a:ext>
            </a:extLst>
          </p:cNvPr>
          <p:cNvPicPr>
            <a:picLocks noChangeAspect="1"/>
          </p:cNvPicPr>
          <p:nvPr/>
        </p:nvPicPr>
        <p:blipFill>
          <a:blip r:embed="rId7"/>
          <a:stretch>
            <a:fillRect/>
          </a:stretch>
        </p:blipFill>
        <p:spPr>
          <a:xfrm>
            <a:off x="8238037" y="4681877"/>
            <a:ext cx="438211" cy="676369"/>
          </a:xfrm>
          <a:prstGeom prst="rect">
            <a:avLst/>
          </a:prstGeom>
        </p:spPr>
      </p:pic>
      <p:pic>
        <p:nvPicPr>
          <p:cNvPr id="32" name="図 31">
            <a:extLst>
              <a:ext uri="{FF2B5EF4-FFF2-40B4-BE49-F238E27FC236}">
                <a16:creationId xmlns:a16="http://schemas.microsoft.com/office/drawing/2014/main" id="{14E767E9-7F2F-924F-159A-829292AF9F20}"/>
              </a:ext>
            </a:extLst>
          </p:cNvPr>
          <p:cNvPicPr>
            <a:picLocks noChangeAspect="1"/>
          </p:cNvPicPr>
          <p:nvPr/>
        </p:nvPicPr>
        <p:blipFill>
          <a:blip r:embed="rId8"/>
          <a:stretch>
            <a:fillRect/>
          </a:stretch>
        </p:blipFill>
        <p:spPr>
          <a:xfrm>
            <a:off x="8787984" y="4681877"/>
            <a:ext cx="466913" cy="671187"/>
          </a:xfrm>
          <a:prstGeom prst="rect">
            <a:avLst/>
          </a:prstGeom>
        </p:spPr>
      </p:pic>
      <p:pic>
        <p:nvPicPr>
          <p:cNvPr id="33" name="図 32">
            <a:extLst>
              <a:ext uri="{FF2B5EF4-FFF2-40B4-BE49-F238E27FC236}">
                <a16:creationId xmlns:a16="http://schemas.microsoft.com/office/drawing/2014/main" id="{E7DC1B49-B904-6BA4-EF55-701CF0377812}"/>
              </a:ext>
            </a:extLst>
          </p:cNvPr>
          <p:cNvPicPr>
            <a:picLocks noChangeAspect="1"/>
          </p:cNvPicPr>
          <p:nvPr/>
        </p:nvPicPr>
        <p:blipFill>
          <a:blip r:embed="rId9"/>
          <a:stretch>
            <a:fillRect/>
          </a:stretch>
        </p:blipFill>
        <p:spPr>
          <a:xfrm>
            <a:off x="9349751" y="4669935"/>
            <a:ext cx="771364" cy="671187"/>
          </a:xfrm>
          <a:prstGeom prst="rect">
            <a:avLst/>
          </a:prstGeom>
        </p:spPr>
      </p:pic>
      <p:cxnSp>
        <p:nvCxnSpPr>
          <p:cNvPr id="37" name="直線矢印コネクタ 36">
            <a:extLst>
              <a:ext uri="{FF2B5EF4-FFF2-40B4-BE49-F238E27FC236}">
                <a16:creationId xmlns:a16="http://schemas.microsoft.com/office/drawing/2014/main" id="{4A4185AE-F6A8-B08F-A34D-629530723A11}"/>
              </a:ext>
            </a:extLst>
          </p:cNvPr>
          <p:cNvCxnSpPr>
            <a:cxnSpLocks/>
          </p:cNvCxnSpPr>
          <p:nvPr/>
        </p:nvCxnSpPr>
        <p:spPr>
          <a:xfrm flipV="1">
            <a:off x="3320855" y="3588489"/>
            <a:ext cx="0" cy="458168"/>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乗算記号 38">
            <a:extLst>
              <a:ext uri="{FF2B5EF4-FFF2-40B4-BE49-F238E27FC236}">
                <a16:creationId xmlns:a16="http://schemas.microsoft.com/office/drawing/2014/main" id="{C7FB24BC-74D9-BBC9-49CF-89ADB1A4190A}"/>
              </a:ext>
            </a:extLst>
          </p:cNvPr>
          <p:cNvSpPr/>
          <p:nvPr/>
        </p:nvSpPr>
        <p:spPr>
          <a:xfrm>
            <a:off x="3010632" y="3540921"/>
            <a:ext cx="637136" cy="557537"/>
          </a:xfrm>
          <a:prstGeom prst="mathMultiply">
            <a:avLst>
              <a:gd name="adj1" fmla="val 5273"/>
            </a:avLst>
          </a:prstGeom>
          <a:solidFill>
            <a:srgbClr val="FF0000"/>
          </a:solid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0" name="直線矢印コネクタ 39">
            <a:extLst>
              <a:ext uri="{FF2B5EF4-FFF2-40B4-BE49-F238E27FC236}">
                <a16:creationId xmlns:a16="http://schemas.microsoft.com/office/drawing/2014/main" id="{9262712A-EAD7-C7C6-7C9B-60AB381A1F47}"/>
              </a:ext>
            </a:extLst>
          </p:cNvPr>
          <p:cNvCxnSpPr>
            <a:cxnSpLocks/>
          </p:cNvCxnSpPr>
          <p:nvPr/>
        </p:nvCxnSpPr>
        <p:spPr>
          <a:xfrm flipV="1">
            <a:off x="8349335" y="3612642"/>
            <a:ext cx="0" cy="458168"/>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乗算記号 40">
            <a:extLst>
              <a:ext uri="{FF2B5EF4-FFF2-40B4-BE49-F238E27FC236}">
                <a16:creationId xmlns:a16="http://schemas.microsoft.com/office/drawing/2014/main" id="{273A4B4B-81FA-0DA5-A54F-B75896756B9E}"/>
              </a:ext>
            </a:extLst>
          </p:cNvPr>
          <p:cNvSpPr/>
          <p:nvPr/>
        </p:nvSpPr>
        <p:spPr>
          <a:xfrm>
            <a:off x="8039112" y="3565074"/>
            <a:ext cx="637136" cy="557537"/>
          </a:xfrm>
          <a:prstGeom prst="mathMultiply">
            <a:avLst>
              <a:gd name="adj1" fmla="val 5273"/>
            </a:avLst>
          </a:prstGeom>
          <a:solidFill>
            <a:srgbClr val="FF0000"/>
          </a:solid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2" name="直線矢印コネクタ 41">
            <a:extLst>
              <a:ext uri="{FF2B5EF4-FFF2-40B4-BE49-F238E27FC236}">
                <a16:creationId xmlns:a16="http://schemas.microsoft.com/office/drawing/2014/main" id="{4B74C652-27AF-E2B5-BFD8-889F57F9DAE4}"/>
              </a:ext>
            </a:extLst>
          </p:cNvPr>
          <p:cNvCxnSpPr>
            <a:cxnSpLocks/>
          </p:cNvCxnSpPr>
          <p:nvPr/>
        </p:nvCxnSpPr>
        <p:spPr>
          <a:xfrm>
            <a:off x="4122184" y="3592302"/>
            <a:ext cx="0" cy="454355"/>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2A9D6B02-23C1-44A2-43F6-3AC40FF5B785}"/>
              </a:ext>
            </a:extLst>
          </p:cNvPr>
          <p:cNvCxnSpPr>
            <a:cxnSpLocks/>
          </p:cNvCxnSpPr>
          <p:nvPr/>
        </p:nvCxnSpPr>
        <p:spPr>
          <a:xfrm>
            <a:off x="7610388" y="3588489"/>
            <a:ext cx="0" cy="454355"/>
          </a:xfrm>
          <a:prstGeom prst="straightConnector1">
            <a:avLst/>
          </a:prstGeom>
          <a:ln>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
            <a:extLst>
              <a:ext uri="{FF2B5EF4-FFF2-40B4-BE49-F238E27FC236}">
                <a16:creationId xmlns:a16="http://schemas.microsoft.com/office/drawing/2014/main" id="{F3B644E6-9250-A10D-655A-11B64D164A24}"/>
              </a:ext>
            </a:extLst>
          </p:cNvPr>
          <p:cNvSpPr txBox="1"/>
          <p:nvPr/>
        </p:nvSpPr>
        <p:spPr>
          <a:xfrm>
            <a:off x="6193980" y="3312632"/>
            <a:ext cx="2000244" cy="307777"/>
          </a:xfrm>
          <a:prstGeom prst="rect">
            <a:avLst/>
          </a:prstGeom>
          <a:noFill/>
        </p:spPr>
        <p:txBody>
          <a:bodyPr wrap="square">
            <a:spAutoFit/>
          </a:bodyPr>
          <a:lstStyle/>
          <a:p>
            <a:r>
              <a:rPr sz="1400" dirty="0">
                <a:latin typeface="メイリオ" panose="020B0604030504040204" pitchFamily="50" charset="-128"/>
                <a:ea typeface="メイリオ" panose="020B0604030504040204" pitchFamily="50" charset="-128"/>
              </a:rPr>
              <a:t>全テナント共通</a:t>
            </a:r>
            <a:r>
              <a:rPr lang="ja-JP" altLang="en-US" sz="1400" dirty="0">
                <a:latin typeface="メイリオ" panose="020B0604030504040204" pitchFamily="50" charset="-128"/>
                <a:ea typeface="メイリオ" panose="020B0604030504040204" pitchFamily="50" charset="-128"/>
              </a:rPr>
              <a:t>データ　</a:t>
            </a:r>
            <a:endParaRPr lang="en-US" altLang="ja-JP" sz="1400" dirty="0">
              <a:latin typeface="メイリオ" panose="020B0604030504040204" pitchFamily="50" charset="-128"/>
              <a:ea typeface="メイリオ" panose="020B0604030504040204" pitchFamily="50" charset="-128"/>
            </a:endParaRPr>
          </a:p>
        </p:txBody>
      </p:sp>
      <p:cxnSp>
        <p:nvCxnSpPr>
          <p:cNvPr id="47" name="直線矢印コネクタ 46">
            <a:extLst>
              <a:ext uri="{FF2B5EF4-FFF2-40B4-BE49-F238E27FC236}">
                <a16:creationId xmlns:a16="http://schemas.microsoft.com/office/drawing/2014/main" id="{A6666643-8156-73E6-A36A-6112D354A0A5}"/>
              </a:ext>
            </a:extLst>
          </p:cNvPr>
          <p:cNvCxnSpPr>
            <a:cxnSpLocks/>
            <a:endCxn id="7" idx="1"/>
          </p:cNvCxnSpPr>
          <p:nvPr/>
        </p:nvCxnSpPr>
        <p:spPr>
          <a:xfrm>
            <a:off x="4827638" y="4795082"/>
            <a:ext cx="1887532" cy="0"/>
          </a:xfrm>
          <a:prstGeom prst="straightConnector1">
            <a:avLst/>
          </a:prstGeom>
          <a:ln>
            <a:solidFill>
              <a:schemeClr val="tx1">
                <a:lumMod val="65000"/>
                <a:lumOff val="35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乗算記号 48">
            <a:extLst>
              <a:ext uri="{FF2B5EF4-FFF2-40B4-BE49-F238E27FC236}">
                <a16:creationId xmlns:a16="http://schemas.microsoft.com/office/drawing/2014/main" id="{AE7D58B1-D3C0-3BF5-D6CD-66A5557C3FA0}"/>
              </a:ext>
            </a:extLst>
          </p:cNvPr>
          <p:cNvSpPr/>
          <p:nvPr/>
        </p:nvSpPr>
        <p:spPr>
          <a:xfrm>
            <a:off x="5476831" y="4516313"/>
            <a:ext cx="637136" cy="557537"/>
          </a:xfrm>
          <a:prstGeom prst="mathMultiply">
            <a:avLst>
              <a:gd name="adj1" fmla="val 5273"/>
            </a:avLst>
          </a:prstGeom>
          <a:solidFill>
            <a:srgbClr val="FF0000"/>
          </a:solid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直線矢印コネクタ 49">
            <a:extLst>
              <a:ext uri="{FF2B5EF4-FFF2-40B4-BE49-F238E27FC236}">
                <a16:creationId xmlns:a16="http://schemas.microsoft.com/office/drawing/2014/main" id="{78C96B58-8D0F-3F0A-9FBB-75113429EDD7}"/>
              </a:ext>
            </a:extLst>
          </p:cNvPr>
          <p:cNvCxnSpPr>
            <a:cxnSpLocks/>
          </p:cNvCxnSpPr>
          <p:nvPr/>
        </p:nvCxnSpPr>
        <p:spPr>
          <a:xfrm flipH="1">
            <a:off x="5766840" y="1066736"/>
            <a:ext cx="4291689" cy="1607353"/>
          </a:xfrm>
          <a:prstGeom prst="straightConnector1">
            <a:avLst/>
          </a:prstGeom>
          <a:ln>
            <a:solidFill>
              <a:schemeClr val="tx1">
                <a:lumMod val="65000"/>
                <a:lumOff val="3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 name="TextBox 4">
            <a:extLst>
              <a:ext uri="{FF2B5EF4-FFF2-40B4-BE49-F238E27FC236}">
                <a16:creationId xmlns:a16="http://schemas.microsoft.com/office/drawing/2014/main" id="{D18E8865-9753-F86C-B429-927B29F92276}"/>
              </a:ext>
            </a:extLst>
          </p:cNvPr>
          <p:cNvSpPr txBox="1"/>
          <p:nvPr/>
        </p:nvSpPr>
        <p:spPr>
          <a:xfrm>
            <a:off x="10090665" y="939849"/>
            <a:ext cx="2000244" cy="523220"/>
          </a:xfrm>
          <a:prstGeom prst="rect">
            <a:avLst/>
          </a:prstGeom>
          <a:noFill/>
        </p:spPr>
        <p:txBody>
          <a:bodyPr wrap="square">
            <a:spAutoFit/>
          </a:bodyPr>
          <a:lstStyle/>
          <a:p>
            <a:r>
              <a:rPr lang="ja-JP" altLang="en-US" sz="1400" b="1" dirty="0">
                <a:latin typeface="メイリオ" panose="020B0604030504040204" pitchFamily="50" charset="-128"/>
                <a:ea typeface="メイリオ" panose="020B0604030504040204" pitchFamily="50" charset="-128"/>
              </a:rPr>
              <a:t>インターネット上のデータ　</a:t>
            </a:r>
            <a:endParaRPr lang="en-US" altLang="ja-JP" sz="1400" b="1" dirty="0">
              <a:latin typeface="メイリオ" panose="020B0604030504040204" pitchFamily="50" charset="-128"/>
              <a:ea typeface="メイリオ" panose="020B0604030504040204" pitchFamily="50" charset="-128"/>
            </a:endParaRPr>
          </a:p>
        </p:txBody>
      </p:sp>
      <p:sp>
        <p:nvSpPr>
          <p:cNvPr id="8" name="タイトル 3">
            <a:extLst>
              <a:ext uri="{FF2B5EF4-FFF2-40B4-BE49-F238E27FC236}">
                <a16:creationId xmlns:a16="http://schemas.microsoft.com/office/drawing/2014/main" id="{62E9D64A-E264-8959-D705-86E194D490E8}"/>
              </a:ext>
            </a:extLst>
          </p:cNvPr>
          <p:cNvSpPr txBox="1">
            <a:spLocks/>
          </p:cNvSpPr>
          <p:nvPr/>
        </p:nvSpPr>
        <p:spPr>
          <a:xfrm>
            <a:off x="576000" y="230485"/>
            <a:ext cx="11616000" cy="556212"/>
          </a:xfrm>
          <a:prstGeom prst="rect">
            <a:avLst/>
          </a:prstGeom>
        </p:spPr>
        <p:txBody>
          <a:bodyPr vert="horz" lIns="0" tIns="0" rIns="0" bIns="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3200" b="1" dirty="0">
                <a:latin typeface="メイリオ" panose="020B0604030504040204" pitchFamily="50" charset="-128"/>
                <a:ea typeface="メイリオ" panose="020B0604030504040204" pitchFamily="50" charset="-128"/>
              </a:rPr>
              <a:t>一般知識とテナントデータの関係（概念図）</a:t>
            </a:r>
            <a:endParaRPr lang="zh-TW" altLang="en-US" sz="3200" b="1" dirty="0">
              <a:latin typeface="メイリオ" panose="020B0604030504040204" pitchFamily="50" charset="-128"/>
              <a:ea typeface="メイリオ" panose="020B0604030504040204" pitchFamily="50" charset="-128"/>
            </a:endParaRPr>
          </a:p>
        </p:txBody>
      </p:sp>
      <p:sp>
        <p:nvSpPr>
          <p:cNvPr id="10" name="スライド番号プレースホルダー 2">
            <a:extLst>
              <a:ext uri="{FF2B5EF4-FFF2-40B4-BE49-F238E27FC236}">
                <a16:creationId xmlns:a16="http://schemas.microsoft.com/office/drawing/2014/main" id="{8DF1232F-8B02-DFB6-4B33-B46D2469EC21}"/>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E7468-87A4-3C52-49D5-8D275013B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A0B86A-A8E6-CFCD-F5FF-C9EE2994172B}"/>
              </a:ext>
            </a:extLst>
          </p:cNvPr>
          <p:cNvSpPr>
            <a:spLocks noGrp="1"/>
          </p:cNvSpPr>
          <p:nvPr>
            <p:ph type="title"/>
          </p:nvPr>
        </p:nvSpPr>
        <p:spPr/>
        <p:txBody>
          <a:bodyPr/>
          <a:lstStyle/>
          <a:p>
            <a:r>
              <a:rPr lang="ja-JP" altLang="en-US" dirty="0"/>
              <a:t>　</a:t>
            </a:r>
            <a:endParaRPr dirty="0"/>
          </a:p>
        </p:txBody>
      </p:sp>
      <p:sp>
        <p:nvSpPr>
          <p:cNvPr id="8" name="タイトル 3">
            <a:extLst>
              <a:ext uri="{FF2B5EF4-FFF2-40B4-BE49-F238E27FC236}">
                <a16:creationId xmlns:a16="http://schemas.microsoft.com/office/drawing/2014/main" id="{5F5D3476-6EF9-7CD9-89F2-634304C6EC7A}"/>
              </a:ext>
            </a:extLst>
          </p:cNvPr>
          <p:cNvSpPr txBox="1">
            <a:spLocks/>
          </p:cNvSpPr>
          <p:nvPr/>
        </p:nvSpPr>
        <p:spPr>
          <a:xfrm>
            <a:off x="576000" y="230485"/>
            <a:ext cx="11616000" cy="556212"/>
          </a:xfrm>
          <a:prstGeom prst="rect">
            <a:avLst/>
          </a:prstGeom>
        </p:spPr>
        <p:txBody>
          <a:bodyPr vert="horz" lIns="0" tIns="0" rIns="0" bIns="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en-US" altLang="ja-JP" sz="3200" b="1" dirty="0">
                <a:latin typeface="メイリオ" panose="020B0604030504040204" pitchFamily="50" charset="-128"/>
                <a:ea typeface="メイリオ" panose="020B0604030504040204" pitchFamily="50" charset="-128"/>
              </a:rPr>
              <a:t>Microsoft Copilot </a:t>
            </a:r>
            <a:r>
              <a:rPr lang="ja-JP" altLang="en-US" sz="3200" b="1" dirty="0">
                <a:latin typeface="メイリオ" panose="020B0604030504040204" pitchFamily="50" charset="-128"/>
                <a:ea typeface="メイリオ" panose="020B0604030504040204" pitchFamily="50" charset="-128"/>
              </a:rPr>
              <a:t>無償版と有償版の違い</a:t>
            </a:r>
            <a:endParaRPr lang="zh-TW" altLang="en-US" sz="3200" b="1" dirty="0">
              <a:latin typeface="メイリオ" panose="020B0604030504040204" pitchFamily="50" charset="-128"/>
              <a:ea typeface="メイリオ" panose="020B0604030504040204" pitchFamily="50" charset="-128"/>
            </a:endParaRPr>
          </a:p>
        </p:txBody>
      </p:sp>
      <p:graphicFrame>
        <p:nvGraphicFramePr>
          <p:cNvPr id="9" name="表 8">
            <a:extLst>
              <a:ext uri="{FF2B5EF4-FFF2-40B4-BE49-F238E27FC236}">
                <a16:creationId xmlns:a16="http://schemas.microsoft.com/office/drawing/2014/main" id="{AA9CA59E-0844-582B-98A8-570F64CC1016}"/>
              </a:ext>
            </a:extLst>
          </p:cNvPr>
          <p:cNvGraphicFramePr>
            <a:graphicFrameLocks noGrp="1"/>
          </p:cNvGraphicFramePr>
          <p:nvPr>
            <p:extLst>
              <p:ext uri="{D42A27DB-BD31-4B8C-83A1-F6EECF244321}">
                <p14:modId xmlns:p14="http://schemas.microsoft.com/office/powerpoint/2010/main" val="4229246008"/>
              </p:ext>
            </p:extLst>
          </p:nvPr>
        </p:nvGraphicFramePr>
        <p:xfrm>
          <a:off x="1056640" y="1082627"/>
          <a:ext cx="10745217" cy="3207980"/>
        </p:xfrm>
        <a:graphic>
          <a:graphicData uri="http://schemas.openxmlformats.org/drawingml/2006/table">
            <a:tbl>
              <a:tblPr firstRow="1" bandRow="1">
                <a:tableStyleId>{5C22544A-7EE6-4342-B048-85BDC9FD1C3A}</a:tableStyleId>
              </a:tblPr>
              <a:tblGrid>
                <a:gridCol w="3868928">
                  <a:extLst>
                    <a:ext uri="{9D8B030D-6E8A-4147-A177-3AD203B41FA5}">
                      <a16:colId xmlns:a16="http://schemas.microsoft.com/office/drawing/2014/main" val="2232192467"/>
                    </a:ext>
                  </a:extLst>
                </a:gridCol>
                <a:gridCol w="3516683">
                  <a:extLst>
                    <a:ext uri="{9D8B030D-6E8A-4147-A177-3AD203B41FA5}">
                      <a16:colId xmlns:a16="http://schemas.microsoft.com/office/drawing/2014/main" val="3966104217"/>
                    </a:ext>
                  </a:extLst>
                </a:gridCol>
                <a:gridCol w="3359606">
                  <a:extLst>
                    <a:ext uri="{9D8B030D-6E8A-4147-A177-3AD203B41FA5}">
                      <a16:colId xmlns:a16="http://schemas.microsoft.com/office/drawing/2014/main" val="443387372"/>
                    </a:ext>
                  </a:extLst>
                </a:gridCol>
              </a:tblGrid>
              <a:tr h="501842">
                <a:tc>
                  <a:txBody>
                    <a:bodyPr/>
                    <a:lstStyle/>
                    <a:p>
                      <a:pPr algn="ctr"/>
                      <a:endParaRPr kumimoji="1" lang="ja-JP" altLang="en-US" sz="2800" dirty="0">
                        <a:latin typeface="メイリオ" panose="020B0604030504040204" pitchFamily="50" charset="-128"/>
                        <a:ea typeface="メイリオ" panose="020B0604030504040204" pitchFamily="50" charset="-128"/>
                      </a:endParaRPr>
                    </a:p>
                  </a:txBody>
                  <a:tcPr anchor="ctr"/>
                </a:tc>
                <a:tc>
                  <a:txBody>
                    <a:bodyPr/>
                    <a:lstStyle/>
                    <a:p>
                      <a:pPr algn="ctr"/>
                      <a:r>
                        <a:rPr kumimoji="1" lang="ja-JP" altLang="en-US" sz="2800" dirty="0">
                          <a:latin typeface="メイリオ" panose="020B0604030504040204" pitchFamily="50" charset="-128"/>
                          <a:ea typeface="メイリオ" panose="020B0604030504040204" pitchFamily="50" charset="-128"/>
                        </a:rPr>
                        <a:t>無償版</a:t>
                      </a:r>
                    </a:p>
                  </a:txBody>
                  <a:tcPr anchor="ctr"/>
                </a:tc>
                <a:tc>
                  <a:txBody>
                    <a:bodyPr/>
                    <a:lstStyle/>
                    <a:p>
                      <a:pPr algn="ctr"/>
                      <a:r>
                        <a:rPr kumimoji="1" lang="ja-JP" altLang="en-US" sz="2800" dirty="0">
                          <a:latin typeface="メイリオ" panose="020B0604030504040204" pitchFamily="50" charset="-128"/>
                          <a:ea typeface="メイリオ" panose="020B0604030504040204" pitchFamily="50" charset="-128"/>
                        </a:rPr>
                        <a:t>有償版</a:t>
                      </a:r>
                    </a:p>
                  </a:txBody>
                  <a:tcPr anchor="ctr"/>
                </a:tc>
                <a:extLst>
                  <a:ext uri="{0D108BD9-81ED-4DB2-BD59-A6C34878D82A}">
                    <a16:rowId xmlns:a16="http://schemas.microsoft.com/office/drawing/2014/main" val="1669472119"/>
                  </a:ext>
                </a:extLst>
              </a:tr>
              <a:tr h="900482">
                <a:tc>
                  <a:txBody>
                    <a:bodyPr/>
                    <a:lstStyle/>
                    <a:p>
                      <a:r>
                        <a:rPr kumimoji="1" lang="en-US" altLang="ja-JP" dirty="0">
                          <a:latin typeface="メイリオ" panose="020B0604030504040204" pitchFamily="50" charset="-128"/>
                          <a:ea typeface="メイリオ" panose="020B0604030504040204" pitchFamily="50" charset="-128"/>
                        </a:rPr>
                        <a:t>Copilot</a:t>
                      </a:r>
                      <a:r>
                        <a:rPr kumimoji="1" lang="ja-JP" altLang="en-US" dirty="0">
                          <a:latin typeface="メイリオ" panose="020B0604030504040204" pitchFamily="50" charset="-128"/>
                          <a:ea typeface="メイリオ" panose="020B0604030504040204" pitchFamily="50" charset="-128"/>
                        </a:rPr>
                        <a:t>チャットに書き込んだこと</a:t>
                      </a:r>
                    </a:p>
                  </a:txBody>
                  <a:tcPr anchor="ctr"/>
                </a:tc>
                <a:tc gridSpan="2">
                  <a:txBody>
                    <a:bodyPr/>
                    <a:lstStyle/>
                    <a:p>
                      <a:pPr algn="ctr"/>
                      <a:r>
                        <a:rPr kumimoji="1" lang="ja-JP" altLang="en-US">
                          <a:latin typeface="メイリオ" panose="020B0604030504040204" pitchFamily="50" charset="-128"/>
                          <a:ea typeface="メイリオ" panose="020B0604030504040204" pitchFamily="50" charset="-128"/>
                        </a:rPr>
                        <a:t>通常は学習</a:t>
                      </a:r>
                      <a:r>
                        <a:rPr kumimoji="1" lang="ja-JP" altLang="en-US" dirty="0">
                          <a:latin typeface="メイリオ" panose="020B0604030504040204" pitchFamily="50" charset="-128"/>
                          <a:ea typeface="メイリオ" panose="020B0604030504040204" pitchFamily="50" charset="-128"/>
                        </a:rPr>
                        <a:t>に使われない</a:t>
                      </a:r>
                      <a:br>
                        <a:rPr kumimoji="1" lang="en-US" altLang="ja-JP" dirty="0">
                          <a:latin typeface="メイリオ" panose="020B0604030504040204" pitchFamily="50" charset="-128"/>
                          <a:ea typeface="メイリオ" panose="020B0604030504040204" pitchFamily="50" charset="-128"/>
                        </a:rPr>
                      </a:br>
                      <a:r>
                        <a:rPr kumimoji="1" lang="en-US" altLang="ja-JP" dirty="0">
                          <a:latin typeface="メイリオ" panose="020B0604030504040204" pitchFamily="50" charset="-128"/>
                          <a:ea typeface="メイリオ" panose="020B0604030504040204" pitchFamily="50" charset="-128"/>
                        </a:rPr>
                        <a:t>※</a:t>
                      </a:r>
                      <a:r>
                        <a:rPr kumimoji="1" lang="ja-JP" altLang="en-US" dirty="0">
                          <a:latin typeface="メイリオ" panose="020B0604030504040204" pitchFamily="50" charset="-128"/>
                          <a:ea typeface="メイリオ" panose="020B0604030504040204" pitchFamily="50" charset="-128"/>
                        </a:rPr>
                        <a:t>個人毎にパーソナライズして使われるのみ</a:t>
                      </a:r>
                    </a:p>
                  </a:txBody>
                  <a:tcPr anchor="ctr"/>
                </a:tc>
                <a:tc hMerge="1">
                  <a:txBody>
                    <a:bodyPr/>
                    <a:lstStyle/>
                    <a:p>
                      <a:pPr algn="ctr"/>
                      <a:endParaRPr kumimoji="1" lang="ja-JP" altLang="en-US"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3164694730"/>
                  </a:ext>
                </a:extLst>
              </a:tr>
              <a:tr h="713934">
                <a:tc>
                  <a:txBody>
                    <a:bodyPr/>
                    <a:lstStyle/>
                    <a:p>
                      <a:r>
                        <a:rPr lang="ja-JP" altLang="en-US" sz="1800" b="0" i="0" kern="1200" dirty="0">
                          <a:solidFill>
                            <a:schemeClr val="dk1"/>
                          </a:solidFill>
                          <a:effectLst/>
                          <a:latin typeface="メイリオ" panose="020B0604030504040204" pitchFamily="50" charset="-128"/>
                          <a:ea typeface="メイリオ" panose="020B0604030504040204" pitchFamily="50" charset="-128"/>
                          <a:cs typeface="+mn-cs"/>
                        </a:rPr>
                        <a:t>貴社のファイルサーバーや</a:t>
                      </a:r>
                      <a:r>
                        <a:rPr lang="en-US" altLang="ja-JP" sz="1800" b="0" i="0" kern="1200" dirty="0">
                          <a:solidFill>
                            <a:schemeClr val="dk1"/>
                          </a:solidFill>
                          <a:effectLst/>
                          <a:latin typeface="メイリオ" panose="020B0604030504040204" pitchFamily="50" charset="-128"/>
                          <a:ea typeface="メイリオ" panose="020B0604030504040204" pitchFamily="50" charset="-128"/>
                          <a:cs typeface="+mn-cs"/>
                        </a:rPr>
                        <a:t>Outlook</a:t>
                      </a:r>
                      <a:r>
                        <a:rPr lang="ja-JP" altLang="en-US" sz="1800" b="0" i="0" kern="1200" dirty="0">
                          <a:solidFill>
                            <a:schemeClr val="dk1"/>
                          </a:solidFill>
                          <a:effectLst/>
                          <a:latin typeface="メイリオ" panose="020B0604030504040204" pitchFamily="50" charset="-128"/>
                          <a:ea typeface="メイリオ" panose="020B0604030504040204" pitchFamily="50" charset="-128"/>
                          <a:cs typeface="+mn-cs"/>
                        </a:rPr>
                        <a:t>、</a:t>
                      </a:r>
                      <a:r>
                        <a:rPr lang="en-US" altLang="ja-JP" sz="1800" b="0" i="0" kern="1200" dirty="0">
                          <a:solidFill>
                            <a:schemeClr val="dk1"/>
                          </a:solidFill>
                          <a:effectLst/>
                          <a:latin typeface="メイリオ" panose="020B0604030504040204" pitchFamily="50" charset="-128"/>
                          <a:ea typeface="メイリオ" panose="020B0604030504040204" pitchFamily="50" charset="-128"/>
                          <a:cs typeface="+mn-cs"/>
                        </a:rPr>
                        <a:t>Teams</a:t>
                      </a:r>
                      <a:r>
                        <a:rPr lang="ja-JP" altLang="en-US" sz="1800" b="0" i="0" kern="1200" dirty="0">
                          <a:solidFill>
                            <a:schemeClr val="dk1"/>
                          </a:solidFill>
                          <a:effectLst/>
                          <a:latin typeface="メイリオ" panose="020B0604030504040204" pitchFamily="50" charset="-128"/>
                          <a:ea typeface="メイリオ" panose="020B0604030504040204" pitchFamily="50" charset="-128"/>
                          <a:cs typeface="+mn-cs"/>
                        </a:rPr>
                        <a:t>などへのアクセス</a:t>
                      </a:r>
                      <a:endParaRPr kumimoji="1" lang="ja-JP" altLang="en-US" dirty="0">
                        <a:latin typeface="メイリオ" panose="020B0604030504040204" pitchFamily="50" charset="-128"/>
                        <a:ea typeface="メイリオ" panose="020B0604030504040204" pitchFamily="50" charset="-128"/>
                      </a:endParaRP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しない</a:t>
                      </a:r>
                    </a:p>
                  </a:txBody>
                  <a:tcPr anchor="ctr"/>
                </a:tc>
                <a:tc>
                  <a:txBody>
                    <a:bodyPr/>
                    <a:lstStyle/>
                    <a:p>
                      <a:pPr algn="ctr"/>
                      <a:r>
                        <a:rPr kumimoji="1" lang="ja-JP" altLang="en-US" dirty="0">
                          <a:latin typeface="メイリオ" panose="020B0604030504040204" pitchFamily="50" charset="-128"/>
                          <a:ea typeface="メイリオ" panose="020B0604030504040204" pitchFamily="50" charset="-128"/>
                        </a:rPr>
                        <a:t>する</a:t>
                      </a:r>
                      <a:endParaRPr kumimoji="1" lang="en-US" altLang="ja-JP" dirty="0">
                        <a:latin typeface="メイリオ" panose="020B0604030504040204" pitchFamily="50" charset="-128"/>
                        <a:ea typeface="メイリオ" panose="020B0604030504040204" pitchFamily="50" charset="-128"/>
                      </a:endParaRPr>
                    </a:p>
                    <a:p>
                      <a:pPr algn="ctr"/>
                      <a:r>
                        <a:rPr kumimoji="1" lang="en-US" altLang="ja-JP" dirty="0">
                          <a:solidFill>
                            <a:srgbClr val="FF0000"/>
                          </a:solidFill>
                          <a:latin typeface="メイリオ" panose="020B0604030504040204" pitchFamily="50" charset="-128"/>
                          <a:ea typeface="メイリオ" panose="020B0604030504040204" pitchFamily="50" charset="-128"/>
                        </a:rPr>
                        <a:t>※</a:t>
                      </a:r>
                      <a:r>
                        <a:rPr kumimoji="1" lang="ja-JP" altLang="en-US" dirty="0">
                          <a:solidFill>
                            <a:srgbClr val="FF0000"/>
                          </a:solidFill>
                          <a:latin typeface="メイリオ" panose="020B0604030504040204" pitchFamily="50" charset="-128"/>
                          <a:ea typeface="メイリオ" panose="020B0604030504040204" pitchFamily="50" charset="-128"/>
                        </a:rPr>
                        <a:t>個人のアクセス権に依存</a:t>
                      </a:r>
                      <a:endParaRPr kumimoji="1" lang="ja-JP" altLang="en-US"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4278756152"/>
                  </a:ext>
                </a:extLst>
              </a:tr>
              <a:tr h="1075404">
                <a:tc>
                  <a:txBody>
                    <a:bodyPr/>
                    <a:lstStyle/>
                    <a:p>
                      <a:r>
                        <a:rPr kumimoji="1" lang="ja-JP" altLang="en-US" dirty="0">
                          <a:latin typeface="メイリオ" panose="020B0604030504040204" pitchFamily="50" charset="-128"/>
                          <a:ea typeface="メイリオ" panose="020B0604030504040204" pitchFamily="50" charset="-128"/>
                        </a:rPr>
                        <a:t>社外に出回っている情報</a:t>
                      </a:r>
                    </a:p>
                  </a:txBody>
                  <a:tcPr anchor="ctr"/>
                </a:tc>
                <a:tc gridSpan="2">
                  <a:txBody>
                    <a:bodyPr/>
                    <a:lstStyle/>
                    <a:p>
                      <a:pPr algn="ctr"/>
                      <a:r>
                        <a:rPr kumimoji="1" lang="ja-JP" altLang="en-US" dirty="0">
                          <a:latin typeface="メイリオ" panose="020B0604030504040204" pitchFamily="50" charset="-128"/>
                          <a:ea typeface="メイリオ" panose="020B0604030504040204" pitchFamily="50" charset="-128"/>
                        </a:rPr>
                        <a:t>回答に利用する</a:t>
                      </a:r>
                    </a:p>
                  </a:txBody>
                  <a:tcPr anchor="ctr"/>
                </a:tc>
                <a:tc hMerge="1">
                  <a:txBody>
                    <a:bodyPr/>
                    <a:lstStyle/>
                    <a:p>
                      <a:pPr algn="ctr"/>
                      <a:endParaRPr kumimoji="1" lang="ja-JP" altLang="en-US"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164666465"/>
                  </a:ext>
                </a:extLst>
              </a:tr>
            </a:tbl>
          </a:graphicData>
        </a:graphic>
      </p:graphicFrame>
      <p:sp>
        <p:nvSpPr>
          <p:cNvPr id="11" name="テキスト ボックス 10">
            <a:extLst>
              <a:ext uri="{FF2B5EF4-FFF2-40B4-BE49-F238E27FC236}">
                <a16:creationId xmlns:a16="http://schemas.microsoft.com/office/drawing/2014/main" id="{E158728F-DF30-70D3-185E-B3D5D2E60668}"/>
              </a:ext>
            </a:extLst>
          </p:cNvPr>
          <p:cNvSpPr txBox="1"/>
          <p:nvPr/>
        </p:nvSpPr>
        <p:spPr>
          <a:xfrm>
            <a:off x="1056640" y="4536424"/>
            <a:ext cx="10976864" cy="2031325"/>
          </a:xfrm>
          <a:prstGeom prst="rect">
            <a:avLst/>
          </a:prstGeom>
          <a:noFill/>
        </p:spPr>
        <p:txBody>
          <a:bodyPr wrap="square">
            <a:spAutoFit/>
          </a:bodyPr>
          <a:lstStyle/>
          <a:p>
            <a:pPr fontAlgn="base"/>
            <a:r>
              <a:rPr kumimoji="1" lang="en-US" altLang="ja-JP" dirty="0">
                <a:latin typeface="メイリオ" panose="020B0604030504040204" pitchFamily="50" charset="-128"/>
                <a:ea typeface="メイリオ" panose="020B0604030504040204" pitchFamily="50" charset="-128"/>
              </a:rPr>
              <a:t>※</a:t>
            </a:r>
            <a:r>
              <a:rPr kumimoji="1" lang="ja-JP" altLang="en-US" dirty="0">
                <a:latin typeface="メイリオ" panose="020B0604030504040204" pitchFamily="50" charset="-128"/>
                <a:ea typeface="メイリオ" panose="020B0604030504040204" pitchFamily="50" charset="-128"/>
              </a:rPr>
              <a:t>　</a:t>
            </a:r>
            <a:r>
              <a:rPr lang="ja-JP" altLang="en-US"/>
              <a:t>例）</a:t>
            </a:r>
            <a:r>
              <a:rPr lang="en-US" altLang="ja-JP" dirty="0"/>
              <a:t>A</a:t>
            </a:r>
            <a:r>
              <a:rPr lang="ja-JP" altLang="en-US"/>
              <a:t>社長が</a:t>
            </a:r>
            <a:r>
              <a:rPr lang="en-US" altLang="ja-JP" dirty="0"/>
              <a:t>copilot</a:t>
            </a:r>
            <a:r>
              <a:rPr lang="ja-JP" altLang="en-US"/>
              <a:t>で「案件</a:t>
            </a:r>
            <a:r>
              <a:rPr lang="en-US" altLang="ja-JP" dirty="0"/>
              <a:t>X</a:t>
            </a:r>
            <a:r>
              <a:rPr lang="ja-JP" altLang="en-US" dirty="0"/>
              <a:t>と類似する過去案件について紹介して」とプロンプトに入れた</a:t>
            </a:r>
            <a:br>
              <a:rPr lang="ja-JP" altLang="en-US" dirty="0"/>
            </a:br>
            <a:r>
              <a:rPr lang="ja-JP" altLang="en-US" dirty="0"/>
              <a:t>　　　　</a:t>
            </a:r>
            <a:r>
              <a:rPr lang="ja-JP" altLang="en-US"/>
              <a:t>→</a:t>
            </a:r>
            <a:r>
              <a:rPr lang="en-US" altLang="ja-JP" dirty="0"/>
              <a:t>A</a:t>
            </a:r>
            <a:r>
              <a:rPr lang="ja-JP" altLang="en-US"/>
              <a:t>さんが</a:t>
            </a:r>
            <a:r>
              <a:rPr lang="ja-JP" altLang="en-US" dirty="0"/>
              <a:t>アクセス権を持つ類似案件に関する情報を探す。</a:t>
            </a:r>
            <a:br>
              <a:rPr lang="ja-JP" altLang="en-US" dirty="0"/>
            </a:br>
            <a:r>
              <a:rPr lang="ja-JP" altLang="en-US"/>
              <a:t>　　　　→社内</a:t>
            </a:r>
            <a:r>
              <a:rPr lang="ja-JP" altLang="en-US" dirty="0"/>
              <a:t>の類似案件をもとにした情報が回答として出力される</a:t>
            </a:r>
            <a:br>
              <a:rPr lang="ja-JP" altLang="en-US" dirty="0"/>
            </a:br>
            <a:r>
              <a:rPr lang="ja-JP" altLang="en-US"/>
              <a:t>　　　　　一般的</a:t>
            </a:r>
            <a:r>
              <a:rPr lang="ja-JP" altLang="en-US" dirty="0"/>
              <a:t>な情報も加味される</a:t>
            </a:r>
          </a:p>
          <a:p>
            <a:pPr fontAlgn="base"/>
            <a:r>
              <a:rPr lang="ja-JP" altLang="en-US" dirty="0"/>
              <a:t> </a:t>
            </a:r>
          </a:p>
          <a:p>
            <a:pPr fontAlgn="base"/>
            <a:r>
              <a:rPr lang="ja-JP" altLang="en-US" dirty="0"/>
              <a:t>　　</a:t>
            </a:r>
            <a:r>
              <a:rPr lang="ja-JP" altLang="en-US"/>
              <a:t>例）アルバイト</a:t>
            </a:r>
            <a:r>
              <a:rPr lang="en-US" altLang="ja-JP" dirty="0"/>
              <a:t>B</a:t>
            </a:r>
            <a:r>
              <a:rPr lang="ja-JP" altLang="en-US"/>
              <a:t>さんが</a:t>
            </a:r>
            <a:r>
              <a:rPr lang="en-US" altLang="ja-JP" dirty="0"/>
              <a:t>copilot</a:t>
            </a:r>
            <a:r>
              <a:rPr lang="ja-JP" altLang="en-US"/>
              <a:t>で「案件</a:t>
            </a:r>
            <a:r>
              <a:rPr lang="en-US" altLang="ja-JP" dirty="0"/>
              <a:t>X</a:t>
            </a:r>
            <a:r>
              <a:rPr lang="ja-JP" altLang="en-US" dirty="0"/>
              <a:t>について教えて」とプロンプトに入れた</a:t>
            </a:r>
            <a:br>
              <a:rPr lang="ja-JP" altLang="en-US" dirty="0"/>
            </a:br>
            <a:r>
              <a:rPr lang="ja-JP" altLang="en-US" dirty="0"/>
              <a:t>　　　　→社外で得られた一般的な情報しか出力されない</a:t>
            </a:r>
          </a:p>
        </p:txBody>
      </p:sp>
      <p:sp>
        <p:nvSpPr>
          <p:cNvPr id="4" name="スライド番号プレースホルダー 2">
            <a:extLst>
              <a:ext uri="{FF2B5EF4-FFF2-40B4-BE49-F238E27FC236}">
                <a16:creationId xmlns:a16="http://schemas.microsoft.com/office/drawing/2014/main" id="{B75BA495-E5B8-22C8-32E4-D45609D5C506}"/>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37</a:t>
            </a:fld>
            <a:endParaRPr lang="en-US"/>
          </a:p>
        </p:txBody>
      </p:sp>
    </p:spTree>
    <p:extLst>
      <p:ext uri="{BB962C8B-B14F-4D97-AF65-F5344CB8AC3E}">
        <p14:creationId xmlns:p14="http://schemas.microsoft.com/office/powerpoint/2010/main" val="9485371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90EEC-D873-F83C-CDF6-B2F5D803D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3D82E-C818-86CE-6BA2-02F96C865AD9}"/>
              </a:ext>
            </a:extLst>
          </p:cNvPr>
          <p:cNvSpPr>
            <a:spLocks noGrp="1"/>
          </p:cNvSpPr>
          <p:nvPr>
            <p:ph type="title"/>
          </p:nvPr>
        </p:nvSpPr>
        <p:spPr>
          <a:xfrm>
            <a:off x="731520" y="731520"/>
            <a:ext cx="4760540" cy="1463040"/>
          </a:xfrm>
        </p:spPr>
        <p:txBody>
          <a:bodyPr anchor="b">
            <a:normAutofit fontScale="90000"/>
          </a:bodyPr>
          <a:lstStyle/>
          <a:p>
            <a:r>
              <a:rPr lang="en-US" altLang="ja-JP" dirty="0">
                <a:latin typeface="メイリオ" panose="020B0604030504040204" pitchFamily="50" charset="-128"/>
                <a:ea typeface="メイリオ" panose="020B0604030504040204" pitchFamily="50" charset="-128"/>
              </a:rPr>
              <a:t>Microsoft Copilot</a:t>
            </a:r>
            <a:r>
              <a:rPr lang="ja-JP" altLang="en-US" dirty="0">
                <a:latin typeface="メイリオ" panose="020B0604030504040204" pitchFamily="50" charset="-128"/>
                <a:ea typeface="メイリオ" panose="020B0604030504040204" pitchFamily="50" charset="-128"/>
              </a:rPr>
              <a:t>は安心して業務利用可能です</a:t>
            </a:r>
            <a:endParaRPr lang="zh-TW" altLang="en-US" dirty="0">
              <a:latin typeface="メイリオ" panose="020B0604030504040204" pitchFamily="50" charset="-128"/>
              <a:ea typeface="メイリオ" panose="020B0604030504040204" pitchFamily="50" charset="-128"/>
            </a:endParaRPr>
          </a:p>
        </p:txBody>
      </p:sp>
      <p:sp>
        <p:nvSpPr>
          <p:cNvPr id="4" name="Content Placeholder 3">
            <a:extLst>
              <a:ext uri="{FF2B5EF4-FFF2-40B4-BE49-F238E27FC236}">
                <a16:creationId xmlns:a16="http://schemas.microsoft.com/office/drawing/2014/main" id="{359F264C-68C7-658A-3C31-86EB3096275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2373638"/>
            <a:ext cx="6096000" cy="3798562"/>
          </a:xfrm>
        </p:spPr>
        <p:txBody>
          <a:bodyPr>
            <a:normAutofit/>
          </a:bodyPr>
          <a:lstStyle/>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一般知識は全テナント共通で利用できる</a:t>
            </a:r>
            <a:endParaRPr lang="en-US" altLang="ja-JP"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endParaRPr lang="ja-JP" altLang="en-US"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テナント固有データは再学習されず、他テナントには反映されない</a:t>
            </a:r>
            <a:endParaRPr lang="en-US" altLang="ja-JP"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endParaRPr lang="ja-JP" altLang="en-US"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アクセス権限に基づいて必要なデータだけ参照</a:t>
            </a:r>
          </a:p>
        </p:txBody>
      </p:sp>
      <p:pic>
        <p:nvPicPr>
          <p:cNvPr id="7" name="Picture 2">
            <a:extLst>
              <a:ext uri="{FF2B5EF4-FFF2-40B4-BE49-F238E27FC236}">
                <a16:creationId xmlns:a16="http://schemas.microsoft.com/office/drawing/2014/main" id="{F4B48AFA-FC0B-A79B-A7A0-97BB7A5653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6816" r="23317"/>
          <a:stretch>
            <a:fillRect/>
          </a:stretch>
        </p:blipFill>
        <p:spPr bwMode="auto">
          <a:xfrm>
            <a:off x="7217664" y="301752"/>
            <a:ext cx="4672584" cy="6254496"/>
          </a:xfrm>
          <a:prstGeom prst="rect">
            <a:avLst/>
          </a:prstGeom>
          <a:solidFill>
            <a:srgbClr val="FFFFFF"/>
          </a:solidFill>
        </p:spPr>
      </p:pic>
      <p:sp>
        <p:nvSpPr>
          <p:cNvPr id="5" name="スライド番号プレースホルダー 2">
            <a:extLst>
              <a:ext uri="{FF2B5EF4-FFF2-40B4-BE49-F238E27FC236}">
                <a16:creationId xmlns:a16="http://schemas.microsoft.com/office/drawing/2014/main" id="{4278470D-1FEC-BF55-4716-6273C1357FC6}"/>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38</a:t>
            </a:fld>
            <a:endParaRPr lang="en-US"/>
          </a:p>
        </p:txBody>
      </p:sp>
    </p:spTree>
    <p:extLst>
      <p:ext uri="{BB962C8B-B14F-4D97-AF65-F5344CB8AC3E}">
        <p14:creationId xmlns:p14="http://schemas.microsoft.com/office/powerpoint/2010/main" val="37693031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A69CC-EEDD-BC72-BBE6-1A6A41FB35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79373-6D2D-AD5A-46D5-A799D5CD32F1}"/>
              </a:ext>
            </a:extLst>
          </p:cNvPr>
          <p:cNvSpPr>
            <a:spLocks noGrp="1"/>
          </p:cNvSpPr>
          <p:nvPr>
            <p:ph type="title"/>
          </p:nvPr>
        </p:nvSpPr>
        <p:spPr>
          <a:xfrm>
            <a:off x="731520" y="731520"/>
            <a:ext cx="5364480" cy="1463040"/>
          </a:xfrm>
        </p:spPr>
        <p:txBody>
          <a:bodyPr anchor="b">
            <a:normAutofit/>
          </a:bodyPr>
          <a:lstStyle/>
          <a:p>
            <a:r>
              <a:rPr lang="ja-JP" altLang="en-US" dirty="0">
                <a:latin typeface="メイリオ" panose="020B0604030504040204" pitchFamily="50" charset="-128"/>
                <a:ea typeface="メイリオ" panose="020B0604030504040204" pitchFamily="50" charset="-128"/>
              </a:rPr>
              <a:t>生成</a:t>
            </a:r>
            <a:r>
              <a:rPr lang="en-US" altLang="ja-JP" dirty="0">
                <a:latin typeface="メイリオ" panose="020B0604030504040204" pitchFamily="50" charset="-128"/>
                <a:ea typeface="メイリオ" panose="020B0604030504040204" pitchFamily="50" charset="-128"/>
              </a:rPr>
              <a:t>AI</a:t>
            </a:r>
            <a:r>
              <a:rPr lang="ja-JP" altLang="en-US" dirty="0">
                <a:latin typeface="メイリオ" panose="020B0604030504040204" pitchFamily="50" charset="-128"/>
                <a:ea typeface="メイリオ" panose="020B0604030504040204" pitchFamily="50" charset="-128"/>
              </a:rPr>
              <a:t>って大丈夫？まとめ</a:t>
            </a:r>
            <a:endParaRPr lang="zh-TW" altLang="en-US" dirty="0">
              <a:latin typeface="メイリオ" panose="020B0604030504040204" pitchFamily="50" charset="-128"/>
              <a:ea typeface="メイリオ" panose="020B0604030504040204" pitchFamily="50" charset="-128"/>
            </a:endParaRPr>
          </a:p>
        </p:txBody>
      </p:sp>
      <p:sp>
        <p:nvSpPr>
          <p:cNvPr id="4" name="Content Placeholder 3">
            <a:extLst>
              <a:ext uri="{FF2B5EF4-FFF2-40B4-BE49-F238E27FC236}">
                <a16:creationId xmlns:a16="http://schemas.microsoft.com/office/drawing/2014/main" id="{D0619F5B-54FC-A2DA-6F91-D272C5D7A48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2373638"/>
            <a:ext cx="6096000" cy="3798562"/>
          </a:xfrm>
        </p:spPr>
        <p:txBody>
          <a:bodyPr>
            <a:normAutofit lnSpcReduction="10000"/>
          </a:bodyPr>
          <a:lstStyle/>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情報漏えい → </a:t>
            </a:r>
            <a:r>
              <a:rPr lang="en-US" altLang="ja-JP" sz="2400" dirty="0">
                <a:latin typeface="メイリオ" panose="020B0604030504040204" pitchFamily="50" charset="-128"/>
                <a:ea typeface="メイリオ" panose="020B0604030504040204" pitchFamily="50" charset="-128"/>
              </a:rPr>
              <a:t>Copilot</a:t>
            </a:r>
            <a:r>
              <a:rPr lang="ja-JP" altLang="en-US" sz="2400" dirty="0">
                <a:latin typeface="メイリオ" panose="020B0604030504040204" pitchFamily="50" charset="-128"/>
                <a:ea typeface="メイリオ" panose="020B0604030504040204" pitchFamily="50" charset="-128"/>
              </a:rPr>
              <a:t>はテナント境界を越えず、再学習にも使われない</a:t>
            </a:r>
            <a:endParaRPr lang="en-US" altLang="ja-JP"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ハルシネーション → </a:t>
            </a: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は自信満々に嘘をつく。必ずファクトチェック</a:t>
            </a:r>
            <a:endParaRPr lang="en-US" altLang="ja-JP"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ü"/>
            </a:pPr>
            <a:r>
              <a:rPr lang="ja-JP" altLang="en-US" sz="2400" dirty="0">
                <a:latin typeface="メイリオ" panose="020B0604030504040204" pitchFamily="50" charset="-128"/>
                <a:ea typeface="メイリオ" panose="020B0604030504040204" pitchFamily="50" charset="-128"/>
              </a:rPr>
              <a:t>シャドー</a:t>
            </a:r>
            <a:r>
              <a:rPr lang="en-US" altLang="ja-JP" sz="2400" dirty="0">
                <a:latin typeface="メイリオ" panose="020B0604030504040204" pitchFamily="50" charset="-128"/>
                <a:ea typeface="メイリオ" panose="020B0604030504040204" pitchFamily="50" charset="-128"/>
              </a:rPr>
              <a:t>AI → </a:t>
            </a:r>
            <a:r>
              <a:rPr lang="ja-JP" altLang="en-US" sz="2400" dirty="0">
                <a:latin typeface="メイリオ" panose="020B0604030504040204" pitchFamily="50" charset="-128"/>
                <a:ea typeface="メイリオ" panose="020B0604030504040204" pitchFamily="50" charset="-128"/>
              </a:rPr>
              <a:t>個人用</a:t>
            </a: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ツールの業務利用は禁止</a:t>
            </a:r>
            <a:endParaRPr lang="en-US" altLang="ja-JP" sz="2400" dirty="0">
              <a:latin typeface="メイリオ" panose="020B0604030504040204" pitchFamily="50" charset="-128"/>
              <a:ea typeface="メイリオ" panose="020B0604030504040204" pitchFamily="50" charset="-128"/>
            </a:endParaRPr>
          </a:p>
          <a:p>
            <a:endParaRPr lang="en-US" altLang="ja-JP" sz="2400" dirty="0">
              <a:latin typeface="メイリオ" panose="020B0604030504040204" pitchFamily="50" charset="-128"/>
              <a:ea typeface="メイリオ" panose="020B0604030504040204" pitchFamily="50" charset="-128"/>
            </a:endParaRPr>
          </a:p>
          <a:p>
            <a:r>
              <a:rPr lang="ja-JP" altLang="en-US" sz="2400" dirty="0">
                <a:latin typeface="メイリオ" panose="020B0604030504040204" pitchFamily="50" charset="-128"/>
                <a:ea typeface="メイリオ" panose="020B0604030504040204" pitchFamily="50" charset="-128"/>
              </a:rPr>
              <a:t>⇒ </a:t>
            </a:r>
            <a:r>
              <a:rPr lang="ja-JP" altLang="en-US" sz="2400" b="1" dirty="0">
                <a:latin typeface="メイリオ" panose="020B0604030504040204" pitchFamily="50" charset="-128"/>
                <a:ea typeface="メイリオ" panose="020B0604030504040204" pitchFamily="50" charset="-128"/>
              </a:rPr>
              <a:t>結論：ルールを守れば</a:t>
            </a:r>
            <a:r>
              <a:rPr lang="en-US" altLang="ja-JP" sz="2400" b="1" dirty="0">
                <a:latin typeface="メイリオ" panose="020B0604030504040204" pitchFamily="50" charset="-128"/>
                <a:ea typeface="メイリオ" panose="020B0604030504040204" pitchFamily="50" charset="-128"/>
              </a:rPr>
              <a:t>Copilot</a:t>
            </a:r>
            <a:r>
              <a:rPr lang="ja-JP" altLang="en-US" sz="2400" b="1" dirty="0">
                <a:latin typeface="メイリオ" panose="020B0604030504040204" pitchFamily="50" charset="-128"/>
                <a:ea typeface="メイリオ" panose="020B0604030504040204" pitchFamily="50" charset="-128"/>
              </a:rPr>
              <a:t>は安全に業務利用できる</a:t>
            </a:r>
          </a:p>
        </p:txBody>
      </p:sp>
      <p:pic>
        <p:nvPicPr>
          <p:cNvPr id="5" name="Picture 2" descr="フリー写真 手を掲げて一致団結する外国のビジネスパーソン">
            <a:extLst>
              <a:ext uri="{FF2B5EF4-FFF2-40B4-BE49-F238E27FC236}">
                <a16:creationId xmlns:a16="http://schemas.microsoft.com/office/drawing/2014/main" id="{D7127352-052E-9139-7F83-DCC1B53D0E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4484" y="3298838"/>
            <a:ext cx="4632960" cy="308864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ビジネスマン">
            <a:extLst>
              <a:ext uri="{FF2B5EF4-FFF2-40B4-BE49-F238E27FC236}">
                <a16:creationId xmlns:a16="http://schemas.microsoft.com/office/drawing/2014/main" id="{B53FCF24-5E90-FB3E-CCB8-1786060E3C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4484" y="403237"/>
            <a:ext cx="4632960" cy="2895601"/>
          </a:xfrm>
          <a:prstGeom prst="rect">
            <a:avLst/>
          </a:prstGeom>
          <a:noFill/>
          <a:extLst>
            <a:ext uri="{909E8E84-426E-40DD-AFC4-6F175D3DCCD1}">
              <a14:hiddenFill xmlns:a14="http://schemas.microsoft.com/office/drawing/2010/main">
                <a:solidFill>
                  <a:srgbClr val="FFFFFF"/>
                </a:solidFill>
              </a14:hiddenFill>
            </a:ext>
          </a:extLst>
        </p:spPr>
      </p:pic>
      <p:sp>
        <p:nvSpPr>
          <p:cNvPr id="8" name="楕円 7">
            <a:extLst>
              <a:ext uri="{FF2B5EF4-FFF2-40B4-BE49-F238E27FC236}">
                <a16:creationId xmlns:a16="http://schemas.microsoft.com/office/drawing/2014/main" id="{5F21B195-842C-6076-542C-2D863FF95E89}"/>
              </a:ext>
            </a:extLst>
          </p:cNvPr>
          <p:cNvSpPr/>
          <p:nvPr/>
        </p:nvSpPr>
        <p:spPr>
          <a:xfrm>
            <a:off x="7754365" y="1447660"/>
            <a:ext cx="3733197" cy="3702353"/>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 name="図 2">
            <a:extLst>
              <a:ext uri="{FF2B5EF4-FFF2-40B4-BE49-F238E27FC236}">
                <a16:creationId xmlns:a16="http://schemas.microsoft.com/office/drawing/2014/main" id="{815640BC-7659-04D6-6634-BF402C70ED9C}"/>
              </a:ext>
            </a:extLst>
          </p:cNvPr>
          <p:cNvPicPr>
            <a:picLocks noChangeAspect="1"/>
          </p:cNvPicPr>
          <p:nvPr/>
        </p:nvPicPr>
        <p:blipFill>
          <a:blip r:embed="rId5"/>
          <a:stretch>
            <a:fillRect/>
          </a:stretch>
        </p:blipFill>
        <p:spPr>
          <a:xfrm>
            <a:off x="8461293" y="1908877"/>
            <a:ext cx="2319342" cy="2779921"/>
          </a:xfrm>
          <a:prstGeom prst="rect">
            <a:avLst/>
          </a:prstGeom>
        </p:spPr>
      </p:pic>
      <p:sp>
        <p:nvSpPr>
          <p:cNvPr id="9" name="スライド番号プレースホルダー 2">
            <a:extLst>
              <a:ext uri="{FF2B5EF4-FFF2-40B4-BE49-F238E27FC236}">
                <a16:creationId xmlns:a16="http://schemas.microsoft.com/office/drawing/2014/main" id="{71CA95BA-270F-88EE-D1A9-1DA0AC095E9B}"/>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39</a:t>
            </a:fld>
            <a:endParaRPr lang="en-US"/>
          </a:p>
        </p:txBody>
      </p:sp>
    </p:spTree>
    <p:extLst>
      <p:ext uri="{BB962C8B-B14F-4D97-AF65-F5344CB8AC3E}">
        <p14:creationId xmlns:p14="http://schemas.microsoft.com/office/powerpoint/2010/main" val="12412124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BBF3F-B209-2627-E6F0-C9FCCA1C35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8746E3-3116-883A-3B03-620AFDF981F8}"/>
              </a:ext>
            </a:extLst>
          </p:cNvPr>
          <p:cNvSpPr>
            <a:spLocks noGrp="1"/>
          </p:cNvSpPr>
          <p:nvPr>
            <p:ph type="ctrTitle"/>
          </p:nvPr>
        </p:nvSpPr>
        <p:spPr>
          <a:xfrm>
            <a:off x="1524000" y="836955"/>
            <a:ext cx="9899903" cy="4649446"/>
          </a:xfrm>
        </p:spPr>
        <p:txBody>
          <a:bodyPr anchor="b">
            <a:normAutofit/>
          </a:bodyPr>
          <a:lstStyle/>
          <a:p>
            <a:r>
              <a:rPr lang="ja-JP" altLang="en-US" dirty="0"/>
              <a:t>ハンズオン</a:t>
            </a:r>
            <a:endParaRPr lang="en-US" dirty="0"/>
          </a:p>
        </p:txBody>
      </p:sp>
      <p:sp>
        <p:nvSpPr>
          <p:cNvPr id="3" name="スライド番号プレースホルダー 2">
            <a:extLst>
              <a:ext uri="{FF2B5EF4-FFF2-40B4-BE49-F238E27FC236}">
                <a16:creationId xmlns:a16="http://schemas.microsoft.com/office/drawing/2014/main" id="{7E976EE1-E281-2192-35BA-D382CAC2C89C}"/>
              </a:ext>
            </a:extLst>
          </p:cNvPr>
          <p:cNvSpPr>
            <a:spLocks noGrp="1"/>
          </p:cNvSpPr>
          <p:nvPr>
            <p:ph type="sldNum" sz="quarter" idx="12"/>
          </p:nvPr>
        </p:nvSpPr>
        <p:spPr/>
        <p:txBody>
          <a:bodyPr/>
          <a:lstStyle/>
          <a:p>
            <a:pPr rtl="0"/>
            <a:fld id="{AEAA3239-9EA4-4A65-A281-97F994456D9F}" type="slidenum">
              <a:rPr lang="en-US" smtClean="0"/>
              <a:pPr rtl="0"/>
              <a:t>40</a:t>
            </a:fld>
            <a:endParaRPr lang="en-US"/>
          </a:p>
        </p:txBody>
      </p:sp>
    </p:spTree>
    <p:extLst>
      <p:ext uri="{BB962C8B-B14F-4D97-AF65-F5344CB8AC3E}">
        <p14:creationId xmlns:p14="http://schemas.microsoft.com/office/powerpoint/2010/main" val="12551349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EE262-0F2C-B6BE-4069-CB56CB85C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622FA-CB6B-DF9F-2C09-ADCDDF2CFD44}"/>
              </a:ext>
            </a:extLst>
          </p:cNvPr>
          <p:cNvSpPr>
            <a:spLocks noGrp="1"/>
          </p:cNvSpPr>
          <p:nvPr>
            <p:ph type="ctrTitle"/>
          </p:nvPr>
        </p:nvSpPr>
        <p:spPr>
          <a:xfrm>
            <a:off x="1523997" y="1589044"/>
            <a:ext cx="9143978" cy="2075688"/>
          </a:xfrm>
        </p:spPr>
        <p:txBody>
          <a:bodyPr anchor="t">
            <a:normAutofit fontScale="90000"/>
          </a:bodyPr>
          <a:lstStyle/>
          <a:p>
            <a:r>
              <a:rPr lang="ja-JP" altLang="en-US" dirty="0"/>
              <a:t>本やインターネット資料</a:t>
            </a:r>
            <a:br>
              <a:rPr lang="en-US" altLang="ja-JP" dirty="0"/>
            </a:br>
            <a:r>
              <a:rPr lang="ja-JP" altLang="en-US" dirty="0"/>
              <a:t>を分かりやすく要約</a:t>
            </a:r>
            <a:endParaRPr lang="en-US" dirty="0"/>
          </a:p>
        </p:txBody>
      </p:sp>
      <p:sp>
        <p:nvSpPr>
          <p:cNvPr id="4" name="スライド番号プレースホルダー 2">
            <a:extLst>
              <a:ext uri="{FF2B5EF4-FFF2-40B4-BE49-F238E27FC236}">
                <a16:creationId xmlns:a16="http://schemas.microsoft.com/office/drawing/2014/main" id="{482454F7-F1CF-5466-C698-F1FD8895922C}"/>
              </a:ext>
            </a:extLst>
          </p:cNvPr>
          <p:cNvSpPr txBox="1">
            <a:spLocks/>
          </p:cNvSpPr>
          <p:nvPr/>
        </p:nvSpPr>
        <p:spPr>
          <a:xfrm>
            <a:off x="11611635" y="6492875"/>
            <a:ext cx="557225" cy="365125"/>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41</a:t>
            </a:fld>
            <a:endParaRPr lang="en-US"/>
          </a:p>
        </p:txBody>
      </p:sp>
    </p:spTree>
    <p:extLst>
      <p:ext uri="{BB962C8B-B14F-4D97-AF65-F5344CB8AC3E}">
        <p14:creationId xmlns:p14="http://schemas.microsoft.com/office/powerpoint/2010/main" val="1235866794"/>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63563-B6EA-C535-F50F-D82DA26CBF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02165E-A816-C144-F995-13E490BC389E}"/>
              </a:ext>
            </a:extLst>
          </p:cNvPr>
          <p:cNvSpPr>
            <a:spLocks noGrp="1"/>
          </p:cNvSpPr>
          <p:nvPr>
            <p:ph type="title"/>
          </p:nvPr>
        </p:nvSpPr>
        <p:spPr>
          <a:xfrm>
            <a:off x="6521979" y="453707"/>
            <a:ext cx="3566160" cy="1463040"/>
          </a:xfrm>
        </p:spPr>
        <p:txBody>
          <a:bodyPr anchor="b">
            <a:normAutofit/>
          </a:bodyPr>
          <a:lstStyle/>
          <a:p>
            <a:r>
              <a:rPr lang="en-US" dirty="0" err="1"/>
              <a:t>プロンプト</a:t>
            </a:r>
            <a:r>
              <a:rPr lang="ja-JP" altLang="en-US" dirty="0"/>
              <a:t>例</a:t>
            </a:r>
            <a:endParaRPr lang="en-US" dirty="0"/>
          </a:p>
        </p:txBody>
      </p:sp>
      <p:pic>
        <p:nvPicPr>
          <p:cNvPr id="5" name="Content Placeholder 4" descr="Businessman with pen and check boxes">
            <a:extLst>
              <a:ext uri="{FF2B5EF4-FFF2-40B4-BE49-F238E27FC236}">
                <a16:creationId xmlns:a16="http://schemas.microsoft.com/office/drawing/2014/main" id="{3F51EB5B-C0DD-6AA8-B95D-7DA468DFC77C}"/>
              </a:ext>
            </a:extLst>
          </p:cNvPr>
          <p:cNvPicPr>
            <a:picLocks noGrp="1" noChangeAspect="1"/>
          </p:cNvPicPr>
          <p:nvPr>
            <p:ph type="pic" sz="quarter" idx="18"/>
          </p:nvPr>
        </p:nvPicPr>
        <p:blipFill>
          <a:blip r:embed="rId3"/>
          <a:srcRect l="14069" r="25307" b="1"/>
          <a:stretch>
            <a:fillRect/>
          </a:stretch>
        </p:blipFill>
        <p:spPr>
          <a:xfrm>
            <a:off x="288485" y="303276"/>
            <a:ext cx="5677791" cy="6251447"/>
          </a:xfrm>
          <a:prstGeom prst="rect">
            <a:avLst/>
          </a:prstGeom>
          <a:noFill/>
        </p:spPr>
      </p:pic>
      <p:sp>
        <p:nvSpPr>
          <p:cNvPr id="4" name="Content Placeholder 3">
            <a:extLst>
              <a:ext uri="{FF2B5EF4-FFF2-40B4-BE49-F238E27FC236}">
                <a16:creationId xmlns:a16="http://schemas.microsoft.com/office/drawing/2014/main" id="{B58AA1DA-048D-61B0-3BB8-9F532200CF5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21979" y="2373638"/>
            <a:ext cx="4987396" cy="3798562"/>
          </a:xfrm>
        </p:spPr>
        <p:txBody>
          <a:bodyPr>
            <a:noAutofit/>
          </a:bodyPr>
          <a:lstStyle/>
          <a:p>
            <a:pPr>
              <a:spcBef>
                <a:spcPts val="2500"/>
              </a:spcBef>
            </a:pPr>
            <a:r>
              <a:rPr lang="ja-JP" altLang="en-US" sz="2000" dirty="0"/>
              <a:t>例題</a:t>
            </a:r>
            <a:br>
              <a:rPr lang="en-US" altLang="ja-JP" sz="2000" dirty="0"/>
            </a:br>
            <a:r>
              <a:rPr lang="en-US" altLang="ja-JP" sz="2000" dirty="0"/>
              <a:t>IT</a:t>
            </a:r>
            <a:r>
              <a:rPr lang="ja-JP" altLang="en-US" sz="2000" dirty="0"/>
              <a:t>用語に関して効率よくリサーチしたい。</a:t>
            </a:r>
            <a:r>
              <a:rPr lang="en-US" altLang="ja-JP" sz="2000" dirty="0"/>
              <a:t>Microsoft Copilot</a:t>
            </a:r>
            <a:r>
              <a:rPr lang="ja-JP" altLang="en-US" sz="2000" dirty="0"/>
              <a:t>を用いて、ウェブページを効率よく説明できないか。</a:t>
            </a:r>
            <a:endParaRPr lang="en-US" altLang="ja-JP" sz="2000" dirty="0"/>
          </a:p>
          <a:p>
            <a:pPr>
              <a:spcBef>
                <a:spcPts val="2500"/>
              </a:spcBef>
            </a:pPr>
            <a:r>
              <a:rPr lang="ja-JP" altLang="en-US" sz="2000" dirty="0"/>
              <a:t>プロンプト例：</a:t>
            </a:r>
            <a:br>
              <a:rPr lang="en-US" altLang="ja-JP" sz="2000" dirty="0"/>
            </a:br>
            <a:r>
              <a:rPr lang="ja-JP" altLang="en-US" sz="2000" dirty="0"/>
              <a:t>この文章を分かりやすく要約してください。その際、専門用語については必要があれば注釈をつけたりたとえ話などを交えたりしつつ、</a:t>
            </a:r>
            <a:r>
              <a:rPr lang="en-US" altLang="ja-JP" sz="2000" dirty="0"/>
              <a:t>60</a:t>
            </a:r>
            <a:r>
              <a:rPr lang="ja-JP" altLang="en-US" sz="2000" dirty="0"/>
              <a:t>代以上の方でも理解できるようにしてください。</a:t>
            </a:r>
            <a:endParaRPr lang="en-US" altLang="ja-JP" sz="2000" dirty="0"/>
          </a:p>
        </p:txBody>
      </p:sp>
      <p:sp>
        <p:nvSpPr>
          <p:cNvPr id="6" name="スライド番号プレースホルダー 2">
            <a:extLst>
              <a:ext uri="{FF2B5EF4-FFF2-40B4-BE49-F238E27FC236}">
                <a16:creationId xmlns:a16="http://schemas.microsoft.com/office/drawing/2014/main" id="{4B7E74F5-376B-BF64-EC69-01280D1959F1}"/>
              </a:ext>
            </a:extLst>
          </p:cNvPr>
          <p:cNvSpPr txBox="1">
            <a:spLocks/>
          </p:cNvSpPr>
          <p:nvPr/>
        </p:nvSpPr>
        <p:spPr>
          <a:xfrm>
            <a:off x="11611635" y="6492875"/>
            <a:ext cx="557225" cy="365125"/>
          </a:xfrm>
          <a:prstGeom prst="rect">
            <a:avLst/>
          </a:prstGeom>
        </p:spPr>
        <p:txBody>
          <a:bodyPr/>
          <a:ls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42</a:t>
            </a:fld>
            <a:endParaRPr lang="en-US"/>
          </a:p>
        </p:txBody>
      </p:sp>
    </p:spTree>
    <p:extLst>
      <p:ext uri="{BB962C8B-B14F-4D97-AF65-F5344CB8AC3E}">
        <p14:creationId xmlns:p14="http://schemas.microsoft.com/office/powerpoint/2010/main" val="40688970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DBB6-97E8-B77B-BEF6-4653346F4794}"/>
              </a:ext>
            </a:extLst>
          </p:cNvPr>
          <p:cNvSpPr>
            <a:spLocks noGrp="1"/>
          </p:cNvSpPr>
          <p:nvPr>
            <p:ph type="ctrTitle"/>
          </p:nvPr>
        </p:nvSpPr>
        <p:spPr>
          <a:xfrm>
            <a:off x="1524001" y="836955"/>
            <a:ext cx="5943600" cy="4649446"/>
          </a:xfrm>
        </p:spPr>
        <p:txBody>
          <a:bodyPr anchor="b">
            <a:normAutofit/>
          </a:bodyPr>
          <a:lstStyle/>
          <a:p>
            <a:r>
              <a:rPr lang="en-US"/>
              <a:t>まとめ</a:t>
            </a:r>
          </a:p>
        </p:txBody>
      </p:sp>
      <p:sp>
        <p:nvSpPr>
          <p:cNvPr id="3" name="スライド番号プレースホルダー 2">
            <a:extLst>
              <a:ext uri="{FF2B5EF4-FFF2-40B4-BE49-F238E27FC236}">
                <a16:creationId xmlns:a16="http://schemas.microsoft.com/office/drawing/2014/main" id="{61BA3CFD-B2D9-3B40-F911-3DF62AFD7939}"/>
              </a:ext>
            </a:extLst>
          </p:cNvPr>
          <p:cNvSpPr>
            <a:spLocks noGrp="1"/>
          </p:cNvSpPr>
          <p:nvPr>
            <p:ph type="sldNum" sz="quarter" idx="12"/>
          </p:nvPr>
        </p:nvSpPr>
        <p:spPr/>
        <p:txBody>
          <a:bodyPr/>
          <a:lstStyle/>
          <a:p>
            <a:pPr rtl="0"/>
            <a:fld id="{AEAA3239-9EA4-4A65-A281-97F994456D9F}" type="slidenum">
              <a:rPr lang="en-US" smtClean="0"/>
              <a:pPr rtl="0"/>
              <a:t>43</a:t>
            </a:fld>
            <a:endParaRPr lang="en-US"/>
          </a:p>
        </p:txBody>
      </p:sp>
    </p:spTree>
    <p:extLst>
      <p:ext uri="{BB962C8B-B14F-4D97-AF65-F5344CB8AC3E}">
        <p14:creationId xmlns:p14="http://schemas.microsoft.com/office/powerpoint/2010/main" val="33988217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1CB0C-12B0-3EF8-FEFF-45EB76061DB0}"/>
              </a:ext>
            </a:extLst>
          </p:cNvPr>
          <p:cNvSpPr>
            <a:spLocks noGrp="1"/>
          </p:cNvSpPr>
          <p:nvPr>
            <p:ph type="title"/>
          </p:nvPr>
        </p:nvSpPr>
        <p:spPr>
          <a:xfrm>
            <a:off x="1524000" y="731520"/>
            <a:ext cx="10069483" cy="951766"/>
          </a:xfrm>
        </p:spPr>
        <p:txBody>
          <a:bodyPr anchor="b">
            <a:normAutofit/>
          </a:bodyPr>
          <a:lstStyle/>
          <a:p>
            <a:r>
              <a:rPr lang="en-US"/>
              <a:t>セミナーの総括</a:t>
            </a:r>
          </a:p>
        </p:txBody>
      </p:sp>
      <p:graphicFrame>
        <p:nvGraphicFramePr>
          <p:cNvPr id="4" name="Content Placeholder 3">
            <a:extLst>
              <a:ext uri="{FF2B5EF4-FFF2-40B4-BE49-F238E27FC236}">
                <a16:creationId xmlns:a16="http://schemas.microsoft.com/office/drawing/2014/main" id="{C38821F6-21E5-4588-9F4B-A31B770C639D}"/>
              </a:ext>
            </a:extLst>
          </p:cNvPr>
          <p:cNvGraphicFramePr>
            <a:graphicFrameLocks noGrp="1"/>
          </p:cNvGraphicFramePr>
          <p:nvPr>
            <p:ph sz="quarter" idx="14"/>
            <p:extLst>
              <p:ext uri="{D42A27DB-BD31-4B8C-83A1-F6EECF244321}">
                <p14:modId xmlns:p14="http://schemas.microsoft.com/office/powerpoint/2010/main" val="1283412500"/>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1523999" y="1865429"/>
          <a:ext cx="10057019" cy="4992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スライド番号プレースホルダー 2">
            <a:extLst>
              <a:ext uri="{FF2B5EF4-FFF2-40B4-BE49-F238E27FC236}">
                <a16:creationId xmlns:a16="http://schemas.microsoft.com/office/drawing/2014/main" id="{042489F1-8B64-3507-BA35-3CE7EB08A299}"/>
              </a:ext>
            </a:extLst>
          </p:cNvPr>
          <p:cNvSpPr txBox="1">
            <a:spLocks/>
          </p:cNvSpPr>
          <p:nvPr/>
        </p:nvSpPr>
        <p:spPr>
          <a:xfrm>
            <a:off x="11611635" y="6492875"/>
            <a:ext cx="557225" cy="365125"/>
          </a:xfrm>
          <a:prstGeom prst="rect">
            <a:avLst/>
          </a:prstGeom>
        </p:spPr>
        <p:txBody>
          <a:bodyPr/>
          <a:ls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EAA3239-9EA4-4A65-A281-97F994456D9F}" type="slidenum">
              <a:rPr lang="en-US" smtClean="0"/>
              <a:pPr algn="r"/>
              <a:t>44</a:t>
            </a:fld>
            <a:endParaRPr lang="en-US"/>
          </a:p>
        </p:txBody>
      </p:sp>
    </p:spTree>
    <p:extLst>
      <p:ext uri="{BB962C8B-B14F-4D97-AF65-F5344CB8AC3E}">
        <p14:creationId xmlns:p14="http://schemas.microsoft.com/office/powerpoint/2010/main" val="1828389754"/>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68FF5-7C6B-CA55-EEAB-4F616DC092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52FA47-9FA5-7788-7A5B-0997485A763C}"/>
              </a:ext>
            </a:extLst>
          </p:cNvPr>
          <p:cNvSpPr>
            <a:spLocks noGrp="1"/>
          </p:cNvSpPr>
          <p:nvPr>
            <p:ph type="ctrTitle"/>
          </p:nvPr>
        </p:nvSpPr>
        <p:spPr>
          <a:xfrm>
            <a:off x="1524000" y="836955"/>
            <a:ext cx="11314176" cy="4649446"/>
          </a:xfrm>
        </p:spPr>
        <p:txBody>
          <a:bodyPr anchor="b">
            <a:normAutofit/>
          </a:bodyPr>
          <a:lstStyle/>
          <a:p>
            <a:r>
              <a:rPr lang="en-US" altLang="ja-JP" sz="6000" dirty="0"/>
              <a:t>(Appendix)</a:t>
            </a:r>
            <a:br>
              <a:rPr lang="en-US" altLang="ja-JP" dirty="0"/>
            </a:br>
            <a:r>
              <a:rPr lang="ja-JP" altLang="en-US" dirty="0"/>
              <a:t>イースト株式会社</a:t>
            </a:r>
            <a:br>
              <a:rPr lang="en-US" altLang="ja-JP" dirty="0"/>
            </a:br>
            <a:r>
              <a:rPr lang="ja-JP" altLang="en-US" dirty="0"/>
              <a:t>について</a:t>
            </a:r>
            <a:endParaRPr lang="en-US" dirty="0"/>
          </a:p>
        </p:txBody>
      </p:sp>
      <p:sp>
        <p:nvSpPr>
          <p:cNvPr id="3" name="スライド番号プレースホルダー 2">
            <a:extLst>
              <a:ext uri="{FF2B5EF4-FFF2-40B4-BE49-F238E27FC236}">
                <a16:creationId xmlns:a16="http://schemas.microsoft.com/office/drawing/2014/main" id="{80C6168E-F56C-3CA5-B4AA-C6B0FBA4D7CC}"/>
              </a:ext>
            </a:extLst>
          </p:cNvPr>
          <p:cNvSpPr>
            <a:spLocks noGrp="1"/>
          </p:cNvSpPr>
          <p:nvPr>
            <p:ph type="sldNum" sz="quarter" idx="12"/>
          </p:nvPr>
        </p:nvSpPr>
        <p:spPr/>
        <p:txBody>
          <a:bodyPr/>
          <a:lstStyle/>
          <a:p>
            <a:pPr rtl="0"/>
            <a:fld id="{AEAA3239-9EA4-4A65-A281-97F994456D9F}" type="slidenum">
              <a:rPr lang="en-US" smtClean="0"/>
              <a:pPr rtl="0"/>
              <a:t>45</a:t>
            </a:fld>
            <a:endParaRPr lang="en-US"/>
          </a:p>
        </p:txBody>
      </p:sp>
    </p:spTree>
    <p:extLst>
      <p:ext uri="{BB962C8B-B14F-4D97-AF65-F5344CB8AC3E}">
        <p14:creationId xmlns:p14="http://schemas.microsoft.com/office/powerpoint/2010/main" val="39577335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3">
            <a:extLst>
              <a:ext uri="{FF2B5EF4-FFF2-40B4-BE49-F238E27FC236}">
                <a16:creationId xmlns:a16="http://schemas.microsoft.com/office/drawing/2014/main" id="{EB1C8FBF-4D97-4E5F-B807-BE66D62680F9}"/>
              </a:ext>
            </a:extLst>
          </p:cNvPr>
          <p:cNvSpPr txBox="1">
            <a:spLocks/>
          </p:cNvSpPr>
          <p:nvPr/>
        </p:nvSpPr>
        <p:spPr>
          <a:xfrm>
            <a:off x="576000" y="127789"/>
            <a:ext cx="7984559" cy="556212"/>
          </a:xfrm>
          <a:prstGeom prst="rect">
            <a:avLst/>
          </a:prstGeom>
        </p:spPr>
        <p:txBody>
          <a:bodyPr vert="horz" lIns="0" tIns="0" rIns="0" bIns="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3200" b="1">
                <a:latin typeface="メイリオ" panose="020B0604030504040204" pitchFamily="50" charset="-128"/>
                <a:ea typeface="メイリオ" panose="020B0604030504040204" pitchFamily="50" charset="-128"/>
              </a:rPr>
              <a:t>会社概要</a:t>
            </a:r>
          </a:p>
        </p:txBody>
      </p:sp>
      <p:sp>
        <p:nvSpPr>
          <p:cNvPr id="5" name="正方形/長方形 4">
            <a:extLst>
              <a:ext uri="{FF2B5EF4-FFF2-40B4-BE49-F238E27FC236}">
                <a16:creationId xmlns:a16="http://schemas.microsoft.com/office/drawing/2014/main" id="{38A3B664-EB9E-4076-9D06-190FD73AF7CC}"/>
              </a:ext>
            </a:extLst>
          </p:cNvPr>
          <p:cNvSpPr/>
          <p:nvPr/>
        </p:nvSpPr>
        <p:spPr>
          <a:xfrm>
            <a:off x="360000" y="1"/>
            <a:ext cx="72000" cy="684000"/>
          </a:xfrm>
          <a:prstGeom prst="rect">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5">
            <a:extLst>
              <a:ext uri="{FF2B5EF4-FFF2-40B4-BE49-F238E27FC236}">
                <a16:creationId xmlns:a16="http://schemas.microsoft.com/office/drawing/2014/main" id="{321341C2-E803-4317-96B5-539124528761}"/>
              </a:ext>
            </a:extLst>
          </p:cNvPr>
          <p:cNvSpPr>
            <a:spLocks noGrp="1"/>
          </p:cNvSpPr>
          <p:nvPr>
            <p:ph type="sldNum" sz="quarter" idx="12"/>
          </p:nvPr>
        </p:nvSpPr>
        <p:spPr/>
        <p:txBody>
          <a:bodyPr/>
          <a:lstStyle/>
          <a:p>
            <a:fld id="{31D8B2CA-0216-482D-9F43-5479A975FC55}" type="slidenum">
              <a:rPr kumimoji="1" lang="ja-JP" altLang="en-US" smtClean="0"/>
              <a:t>46</a:t>
            </a:fld>
            <a:endParaRPr kumimoji="1" lang="ja-JP" altLang="en-US"/>
          </a:p>
        </p:txBody>
      </p:sp>
      <p:graphicFrame>
        <p:nvGraphicFramePr>
          <p:cNvPr id="8" name="コンテンツ プレースホルダ 6">
            <a:extLst>
              <a:ext uri="{FF2B5EF4-FFF2-40B4-BE49-F238E27FC236}">
                <a16:creationId xmlns:a16="http://schemas.microsoft.com/office/drawing/2014/main" id="{74B59FFB-3326-47D0-A1E3-2BD742CC40E0}"/>
              </a:ext>
            </a:extLst>
          </p:cNvPr>
          <p:cNvGraphicFramePr>
            <a:graphicFrameLocks/>
          </p:cNvGraphicFramePr>
          <p:nvPr>
            <p:extLst>
              <p:ext uri="{D42A27DB-BD31-4B8C-83A1-F6EECF244321}">
                <p14:modId xmlns:p14="http://schemas.microsoft.com/office/powerpoint/2010/main" val="1077886839"/>
              </p:ext>
            </p:extLst>
          </p:nvPr>
        </p:nvGraphicFramePr>
        <p:xfrm>
          <a:off x="576000" y="684001"/>
          <a:ext cx="9013478" cy="5719598"/>
        </p:xfrm>
        <a:graphic>
          <a:graphicData uri="http://schemas.openxmlformats.org/drawingml/2006/table">
            <a:tbl>
              <a:tblPr firstRow="1" bandRow="1">
                <a:tableStyleId>{FABFCF23-3B69-468F-B69F-88F6DE6A72F2}</a:tableStyleId>
              </a:tblPr>
              <a:tblGrid>
                <a:gridCol w="1476000">
                  <a:extLst>
                    <a:ext uri="{9D8B030D-6E8A-4147-A177-3AD203B41FA5}">
                      <a16:colId xmlns:a16="http://schemas.microsoft.com/office/drawing/2014/main" val="20000"/>
                    </a:ext>
                  </a:extLst>
                </a:gridCol>
                <a:gridCol w="3768739">
                  <a:extLst>
                    <a:ext uri="{9D8B030D-6E8A-4147-A177-3AD203B41FA5}">
                      <a16:colId xmlns:a16="http://schemas.microsoft.com/office/drawing/2014/main" val="20001"/>
                    </a:ext>
                  </a:extLst>
                </a:gridCol>
                <a:gridCol w="3768739">
                  <a:extLst>
                    <a:ext uri="{9D8B030D-6E8A-4147-A177-3AD203B41FA5}">
                      <a16:colId xmlns:a16="http://schemas.microsoft.com/office/drawing/2014/main" val="20002"/>
                    </a:ext>
                  </a:extLst>
                </a:gridCol>
              </a:tblGrid>
              <a:tr h="281160">
                <a:tc>
                  <a:txBody>
                    <a:bodyPr/>
                    <a:lstStyle/>
                    <a:p>
                      <a:r>
                        <a:rPr kumimoji="1" lang="ja-JP" altLang="en-US" sz="900" b="0">
                          <a:solidFill>
                            <a:schemeClr val="tx1"/>
                          </a:solidFill>
                          <a:latin typeface="Meiryo" charset="-128"/>
                          <a:ea typeface="Meiryo" charset="-128"/>
                          <a:cs typeface="Meiryo" charset="-128"/>
                        </a:rPr>
                        <a:t>会社名</a:t>
                      </a:r>
                    </a:p>
                  </a:txBody>
                  <a:tcPr marL="86642" marR="86642" marT="72000" marB="7200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EDEFE"/>
                    </a:solidFill>
                  </a:tcPr>
                </a:tc>
                <a:tc gridSpan="2">
                  <a:txBody>
                    <a:bodyPr/>
                    <a:lstStyle/>
                    <a:p>
                      <a:r>
                        <a:rPr kumimoji="1" lang="ja-JP" altLang="en-US" sz="900" b="0">
                          <a:solidFill>
                            <a:schemeClr val="tx1"/>
                          </a:solidFill>
                          <a:latin typeface="Meiryo" charset="-128"/>
                          <a:ea typeface="Meiryo" charset="-128"/>
                          <a:cs typeface="Meiryo" charset="-128"/>
                        </a:rPr>
                        <a:t>イースト株式会社</a:t>
                      </a:r>
                    </a:p>
                  </a:txBody>
                  <a:tcPr marL="180000" marR="86642" marT="72000" marB="7200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kumimoji="1" lang="ja-JP" altLang="en-US" sz="1600"/>
                    </a:p>
                  </a:txBody>
                  <a:tcPr/>
                </a:tc>
                <a:extLst>
                  <a:ext uri="{0D108BD9-81ED-4DB2-BD59-A6C34878D82A}">
                    <a16:rowId xmlns:a16="http://schemas.microsoft.com/office/drawing/2014/main" val="10000"/>
                  </a:ext>
                </a:extLst>
              </a:tr>
              <a:tr h="281160">
                <a:tc>
                  <a:txBody>
                    <a:bodyPr/>
                    <a:lstStyle/>
                    <a:p>
                      <a:r>
                        <a:rPr lang="ja-JP" altLang="en-US" sz="900" b="0">
                          <a:solidFill>
                            <a:schemeClr val="tx1"/>
                          </a:solidFill>
                          <a:latin typeface="Meiryo" charset="-128"/>
                          <a:ea typeface="Meiryo" charset="-128"/>
                          <a:cs typeface="Meiryo" charset="-128"/>
                        </a:rPr>
                        <a:t>設立</a:t>
                      </a:r>
                      <a:endParaRPr lang="en-US" altLang="ja-JP" sz="900" b="0">
                        <a:solidFill>
                          <a:schemeClr val="tx1"/>
                        </a:solidFill>
                        <a:latin typeface="Meiryo" charset="-128"/>
                        <a:ea typeface="Meiryo" charset="-128"/>
                        <a:cs typeface="Meiryo" charset="-128"/>
                      </a:endParaRPr>
                    </a:p>
                  </a:txBody>
                  <a:tcPr marL="86642" marR="86642" marT="72000" marB="7200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EDEFE"/>
                    </a:solidFill>
                  </a:tcPr>
                </a:tc>
                <a:tc gridSpan="2">
                  <a:txBody>
                    <a:bodyPr/>
                    <a:lstStyle/>
                    <a:p>
                      <a:r>
                        <a:rPr lang="en-US" altLang="ja-JP" sz="900" b="0">
                          <a:solidFill>
                            <a:schemeClr val="tx1"/>
                          </a:solidFill>
                          <a:latin typeface="Meiryo"/>
                          <a:ea typeface="Meiryo"/>
                          <a:cs typeface="Meiryo" charset="-128"/>
                        </a:rPr>
                        <a:t>1985</a:t>
                      </a:r>
                      <a:r>
                        <a:rPr lang="ja-JP" altLang="en-US" sz="900" b="0">
                          <a:solidFill>
                            <a:schemeClr val="tx1"/>
                          </a:solidFill>
                          <a:latin typeface="Meiryo"/>
                          <a:ea typeface="Meiryo"/>
                          <a:cs typeface="Meiryo" charset="-128"/>
                        </a:rPr>
                        <a:t>年</a:t>
                      </a:r>
                      <a:r>
                        <a:rPr lang="en-US" altLang="ja-JP" sz="900" b="0">
                          <a:solidFill>
                            <a:schemeClr val="tx1"/>
                          </a:solidFill>
                          <a:latin typeface="Meiryo"/>
                          <a:ea typeface="Meiryo"/>
                          <a:cs typeface="Meiryo" charset="-128"/>
                        </a:rPr>
                        <a:t>5</a:t>
                      </a:r>
                      <a:r>
                        <a:rPr lang="ja-JP" altLang="en-US" sz="900" b="0">
                          <a:solidFill>
                            <a:schemeClr val="tx1"/>
                          </a:solidFill>
                          <a:latin typeface="Meiryo"/>
                          <a:ea typeface="Meiryo"/>
                          <a:cs typeface="Meiryo" charset="-128"/>
                        </a:rPr>
                        <a:t>月</a:t>
                      </a:r>
                      <a:r>
                        <a:rPr lang="en-US" altLang="ja-JP" sz="900" b="0">
                          <a:solidFill>
                            <a:schemeClr val="tx1"/>
                          </a:solidFill>
                          <a:latin typeface="Meiryo"/>
                          <a:ea typeface="Meiryo"/>
                          <a:cs typeface="Meiryo" charset="-128"/>
                        </a:rPr>
                        <a:t>4</a:t>
                      </a:r>
                      <a:r>
                        <a:rPr lang="ja-JP" altLang="en-US" sz="900" b="0">
                          <a:solidFill>
                            <a:schemeClr val="tx1"/>
                          </a:solidFill>
                          <a:latin typeface="Meiryo"/>
                          <a:ea typeface="Meiryo"/>
                          <a:cs typeface="Meiryo" charset="-128"/>
                        </a:rPr>
                        <a:t>日　</a:t>
                      </a:r>
                      <a:endParaRPr kumimoji="1" lang="ja-JP" altLang="en-US" sz="900" b="0">
                        <a:solidFill>
                          <a:schemeClr val="tx1"/>
                        </a:solidFill>
                        <a:latin typeface="Meiryo"/>
                        <a:ea typeface="Meiryo"/>
                        <a:cs typeface="Meiryo" charset="-128"/>
                      </a:endParaRPr>
                    </a:p>
                  </a:txBody>
                  <a:tcPr marL="180000" marR="86642" marT="72000" marB="7200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kumimoji="1" lang="ja-JP" altLang="en-US" sz="1600"/>
                    </a:p>
                  </a:txBody>
                  <a:tcPr/>
                </a:tc>
                <a:extLst>
                  <a:ext uri="{0D108BD9-81ED-4DB2-BD59-A6C34878D82A}">
                    <a16:rowId xmlns:a16="http://schemas.microsoft.com/office/drawing/2014/main" val="10001"/>
                  </a:ext>
                </a:extLst>
              </a:tr>
              <a:tr h="281160">
                <a:tc>
                  <a:txBody>
                    <a:bodyPr/>
                    <a:lstStyle/>
                    <a:p>
                      <a:r>
                        <a:rPr kumimoji="1" lang="ja-JP" altLang="en-US" sz="900" b="0">
                          <a:solidFill>
                            <a:schemeClr val="tx1"/>
                          </a:solidFill>
                          <a:latin typeface="Meiryo" charset="-128"/>
                          <a:ea typeface="Meiryo" charset="-128"/>
                          <a:cs typeface="Meiryo" charset="-128"/>
                        </a:rPr>
                        <a:t>資本金</a:t>
                      </a:r>
                    </a:p>
                  </a:txBody>
                  <a:tcPr marL="86642" marR="86642" marT="72000" marB="7200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EDEFE"/>
                    </a:solidFill>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900" b="0">
                          <a:solidFill>
                            <a:schemeClr val="tx1"/>
                          </a:solidFill>
                          <a:latin typeface="Meiryo"/>
                          <a:ea typeface="Meiryo"/>
                          <a:cs typeface="Meiryo" charset="-128"/>
                        </a:rPr>
                        <a:t>8,230</a:t>
                      </a:r>
                      <a:r>
                        <a:rPr lang="ja-JP" altLang="en-US" sz="900" b="0">
                          <a:solidFill>
                            <a:schemeClr val="tx1"/>
                          </a:solidFill>
                          <a:latin typeface="Meiryo"/>
                          <a:ea typeface="Meiryo"/>
                          <a:cs typeface="Meiryo" charset="-128"/>
                        </a:rPr>
                        <a:t>万円</a:t>
                      </a:r>
                      <a:endParaRPr lang="en-US" altLang="ja-JP" sz="900" b="0">
                        <a:solidFill>
                          <a:schemeClr val="tx1"/>
                        </a:solidFill>
                        <a:latin typeface="Meiryo"/>
                        <a:ea typeface="Meiryo"/>
                        <a:cs typeface="Meiryo" charset="-128"/>
                      </a:endParaRPr>
                    </a:p>
                  </a:txBody>
                  <a:tcPr marL="180000" marR="86642" marT="72000" marB="7200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kumimoji="1" lang="ja-JP" altLang="en-US"/>
                    </a:p>
                  </a:txBody>
                  <a:tcPr/>
                </a:tc>
                <a:extLst>
                  <a:ext uri="{0D108BD9-81ED-4DB2-BD59-A6C34878D82A}">
                    <a16:rowId xmlns:a16="http://schemas.microsoft.com/office/drawing/2014/main" val="10002"/>
                  </a:ext>
                </a:extLst>
              </a:tr>
              <a:tr h="281160">
                <a:tc>
                  <a:txBody>
                    <a:bodyPr/>
                    <a:lstStyle/>
                    <a:p>
                      <a:r>
                        <a:rPr kumimoji="1" lang="ja-JP" altLang="en-US" sz="900" b="0">
                          <a:solidFill>
                            <a:schemeClr val="tx1"/>
                          </a:solidFill>
                          <a:latin typeface="Meiryo" charset="-128"/>
                          <a:ea typeface="Meiryo" charset="-128"/>
                          <a:cs typeface="Meiryo" charset="-128"/>
                        </a:rPr>
                        <a:t>代表者</a:t>
                      </a:r>
                    </a:p>
                  </a:txBody>
                  <a:tcPr marL="86642" marR="86642" marT="72000" marB="7200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EDEFE"/>
                    </a:solidFill>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900" b="0">
                          <a:solidFill>
                            <a:schemeClr val="tx1"/>
                          </a:solidFill>
                          <a:latin typeface="Meiryo" charset="-128"/>
                          <a:ea typeface="Meiryo" charset="-128"/>
                          <a:cs typeface="Meiryo" charset="-128"/>
                        </a:rPr>
                        <a:t>代表取締役 社長 熊野 哲也</a:t>
                      </a:r>
                      <a:endParaRPr lang="en-US" altLang="ja-JP" sz="900" b="0">
                        <a:solidFill>
                          <a:schemeClr val="tx1"/>
                        </a:solidFill>
                        <a:latin typeface="Meiryo" charset="-128"/>
                        <a:ea typeface="Meiryo" charset="-128"/>
                        <a:cs typeface="Meiryo" charset="-128"/>
                      </a:endParaRPr>
                    </a:p>
                  </a:txBody>
                  <a:tcPr marL="180000" marR="86642" marT="72000" marB="7200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kumimoji="1" lang="ja-JP" altLang="en-US"/>
                    </a:p>
                  </a:txBody>
                  <a:tcPr/>
                </a:tc>
                <a:extLst>
                  <a:ext uri="{0D108BD9-81ED-4DB2-BD59-A6C34878D82A}">
                    <a16:rowId xmlns:a16="http://schemas.microsoft.com/office/drawing/2014/main" val="3908914337"/>
                  </a:ext>
                </a:extLst>
              </a:tr>
              <a:tr h="281160">
                <a:tc>
                  <a:txBody>
                    <a:bodyPr/>
                    <a:lstStyle/>
                    <a:p>
                      <a:r>
                        <a:rPr kumimoji="1" lang="ja-JP" altLang="en-US" sz="900" b="0">
                          <a:solidFill>
                            <a:schemeClr val="tx1"/>
                          </a:solidFill>
                          <a:latin typeface="Meiryo" charset="-128"/>
                          <a:ea typeface="Meiryo" charset="-128"/>
                          <a:cs typeface="Meiryo" charset="-128"/>
                        </a:rPr>
                        <a:t>役員</a:t>
                      </a:r>
                    </a:p>
                  </a:txBody>
                  <a:tcPr marL="86642" marR="86642" marT="72000" marB="7200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EDEFE"/>
                    </a:solidFill>
                  </a:tcPr>
                </a:tc>
                <a:tc gridSpan="2">
                  <a:txBody>
                    <a:bodyPr/>
                    <a:lstStyle/>
                    <a:p>
                      <a:pPr marL="0" marR="0" indent="0" algn="l" rtl="0" eaLnBrk="1" fontAlgn="auto" latinLnBrk="0" hangingPunct="1">
                        <a:lnSpc>
                          <a:spcPct val="100000"/>
                        </a:lnSpc>
                        <a:spcBef>
                          <a:spcPts val="0"/>
                        </a:spcBef>
                        <a:spcAft>
                          <a:spcPts val="0"/>
                        </a:spcAft>
                        <a:buClrTx/>
                        <a:buSzTx/>
                        <a:buFontTx/>
                        <a:buNone/>
                      </a:pPr>
                      <a:r>
                        <a:rPr lang="ja-JP" altLang="en-US" sz="900" b="0">
                          <a:solidFill>
                            <a:schemeClr val="tx1"/>
                          </a:solidFill>
                          <a:latin typeface="Meiryo"/>
                          <a:ea typeface="Meiryo"/>
                          <a:cs typeface="Meiryo" charset="-128"/>
                        </a:rPr>
                        <a:t>取締役 大島俊哉、取締役 遠藤大樹、社外取締役 田丸健三郎（日本マイクロソフト執行役員</a:t>
                      </a:r>
                      <a:r>
                        <a:rPr lang="en-US" altLang="ja-JP" sz="900" b="0">
                          <a:solidFill>
                            <a:schemeClr val="tx1"/>
                          </a:solidFill>
                          <a:latin typeface="Meiryo"/>
                          <a:ea typeface="Meiryo"/>
                          <a:cs typeface="Meiryo" charset="-128"/>
                        </a:rPr>
                        <a:t> NTO)、</a:t>
                      </a:r>
                      <a:r>
                        <a:rPr lang="ja-JP" altLang="en-US" sz="900" b="0" i="0" u="none" strike="noStrike" noProof="0">
                          <a:solidFill>
                            <a:schemeClr val="tx1"/>
                          </a:solidFill>
                          <a:latin typeface="Meiryo"/>
                          <a:ea typeface="Meiryo"/>
                        </a:rPr>
                        <a:t>相談役 下川和男</a:t>
                      </a:r>
                      <a:endParaRPr lang="en-US" altLang="ja-JP" sz="900" b="0">
                        <a:solidFill>
                          <a:schemeClr val="tx1"/>
                        </a:solidFill>
                        <a:latin typeface="Meiryo"/>
                        <a:ea typeface="Meiryo"/>
                        <a:cs typeface="Meiryo" charset="-128"/>
                      </a:endParaRPr>
                    </a:p>
                  </a:txBody>
                  <a:tcPr marL="180000" marR="86642" marT="72000" marB="7200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kumimoji="1" lang="ja-JP" altLang="en-US"/>
                    </a:p>
                  </a:txBody>
                  <a:tcPr/>
                </a:tc>
                <a:extLst>
                  <a:ext uri="{0D108BD9-81ED-4DB2-BD59-A6C34878D82A}">
                    <a16:rowId xmlns:a16="http://schemas.microsoft.com/office/drawing/2014/main" val="1854024022"/>
                  </a:ext>
                </a:extLst>
              </a:tr>
              <a:tr h="281160">
                <a:tc>
                  <a:txBody>
                    <a:bodyPr/>
                    <a:lstStyle/>
                    <a:p>
                      <a:r>
                        <a:rPr lang="ja-JP" altLang="en-US" sz="900" b="0">
                          <a:solidFill>
                            <a:schemeClr val="tx1"/>
                          </a:solidFill>
                          <a:latin typeface="Meiryo" charset="-128"/>
                          <a:ea typeface="Meiryo" charset="-128"/>
                          <a:cs typeface="Meiryo" charset="-128"/>
                        </a:rPr>
                        <a:t>主要株主 </a:t>
                      </a:r>
                      <a:endParaRPr kumimoji="1" lang="ja-JP" altLang="en-US" sz="900" b="0">
                        <a:solidFill>
                          <a:schemeClr val="tx1"/>
                        </a:solidFill>
                        <a:latin typeface="Meiryo" charset="-128"/>
                        <a:ea typeface="Meiryo" charset="-128"/>
                        <a:cs typeface="Meiryo" charset="-128"/>
                      </a:endParaRPr>
                    </a:p>
                  </a:txBody>
                  <a:tcPr marL="86642" marR="86642" marT="72000" marB="7200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EDEFE"/>
                    </a:solidFill>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900" b="0" dirty="0">
                          <a:solidFill>
                            <a:schemeClr val="tx1"/>
                          </a:solidFill>
                          <a:latin typeface="Meiryo"/>
                          <a:ea typeface="Meiryo"/>
                          <a:cs typeface="Meiryo" charset="-128"/>
                        </a:rPr>
                        <a:t>役員、社員、日本マイクロソフト株式会社</a:t>
                      </a:r>
                      <a:r>
                        <a:rPr lang="en-US" altLang="ja-JP" sz="900" b="0" dirty="0">
                          <a:solidFill>
                            <a:schemeClr val="tx1"/>
                          </a:solidFill>
                          <a:latin typeface="Meiryo"/>
                          <a:ea typeface="Meiryo"/>
                          <a:cs typeface="Meiryo" charset="-128"/>
                        </a:rPr>
                        <a:t>(</a:t>
                      </a:r>
                      <a:r>
                        <a:rPr lang="ja-JP" altLang="en-US" sz="900" b="0" dirty="0">
                          <a:solidFill>
                            <a:schemeClr val="tx1"/>
                          </a:solidFill>
                          <a:latin typeface="Meiryo"/>
                          <a:ea typeface="Meiryo"/>
                          <a:cs typeface="Meiryo" charset="-128"/>
                        </a:rPr>
                        <a:t>独立系ソフトハウス</a:t>
                      </a:r>
                      <a:r>
                        <a:rPr lang="en-US" altLang="ja-JP" sz="900" b="0" dirty="0">
                          <a:solidFill>
                            <a:schemeClr val="tx1"/>
                          </a:solidFill>
                          <a:latin typeface="Meiryo"/>
                          <a:ea typeface="Meiryo"/>
                          <a:cs typeface="Meiryo" charset="-128"/>
                        </a:rPr>
                        <a:t>)</a:t>
                      </a:r>
                    </a:p>
                  </a:txBody>
                  <a:tcPr marL="180000" marR="86642" marT="72000" marB="7200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ja-JP" sz="1600"/>
                    </a:p>
                  </a:txBody>
                  <a:tcPr/>
                </a:tc>
                <a:extLst>
                  <a:ext uri="{0D108BD9-81ED-4DB2-BD59-A6C34878D82A}">
                    <a16:rowId xmlns:a16="http://schemas.microsoft.com/office/drawing/2014/main" val="10003"/>
                  </a:ext>
                </a:extLst>
              </a:tr>
              <a:tr h="281160">
                <a:tc>
                  <a:txBody>
                    <a:bodyPr/>
                    <a:lstStyle/>
                    <a:p>
                      <a:r>
                        <a:rPr lang="ja-JP" altLang="en-US" sz="900" b="0">
                          <a:solidFill>
                            <a:schemeClr val="tx1"/>
                          </a:solidFill>
                          <a:latin typeface="Meiryo" charset="-128"/>
                          <a:ea typeface="Meiryo" charset="-128"/>
                          <a:cs typeface="Meiryo" charset="-128"/>
                        </a:rPr>
                        <a:t>従業員数 </a:t>
                      </a:r>
                      <a:endParaRPr kumimoji="1" lang="ja-JP" altLang="en-US" sz="900" b="0">
                        <a:solidFill>
                          <a:schemeClr val="tx1"/>
                        </a:solidFill>
                        <a:latin typeface="Meiryo" charset="-128"/>
                        <a:ea typeface="Meiryo" charset="-128"/>
                        <a:cs typeface="Meiryo" charset="-128"/>
                      </a:endParaRPr>
                    </a:p>
                  </a:txBody>
                  <a:tcPr marL="86642" marR="86642" marT="72000" marB="7200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EDEFE"/>
                    </a:solidFill>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900" b="0" dirty="0">
                          <a:solidFill>
                            <a:schemeClr val="tx1"/>
                          </a:solidFill>
                          <a:latin typeface="Meiryo"/>
                          <a:ea typeface="Meiryo"/>
                          <a:cs typeface="Meiryo" charset="-128"/>
                        </a:rPr>
                        <a:t>120</a:t>
                      </a:r>
                      <a:r>
                        <a:rPr kumimoji="1" lang="ja-JP" altLang="en-US" sz="900" b="0">
                          <a:solidFill>
                            <a:schemeClr val="tx1"/>
                          </a:solidFill>
                          <a:latin typeface="Meiryo"/>
                          <a:ea typeface="Meiryo"/>
                          <a:cs typeface="Meiryo" charset="-128"/>
                        </a:rPr>
                        <a:t>名</a:t>
                      </a:r>
                      <a:endParaRPr kumimoji="1" lang="ja-JP" altLang="en-US" sz="900" b="0" dirty="0">
                        <a:solidFill>
                          <a:schemeClr val="tx1"/>
                        </a:solidFill>
                        <a:latin typeface="Meiryo"/>
                        <a:ea typeface="Meiryo"/>
                        <a:cs typeface="Meiryo" charset="-128"/>
                      </a:endParaRPr>
                    </a:p>
                  </a:txBody>
                  <a:tcPr marL="180000" marR="86642" marT="72000" marB="7200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ja-JP" sz="1600"/>
                    </a:p>
                  </a:txBody>
                  <a:tcPr/>
                </a:tc>
                <a:extLst>
                  <a:ext uri="{0D108BD9-81ED-4DB2-BD59-A6C34878D82A}">
                    <a16:rowId xmlns:a16="http://schemas.microsoft.com/office/drawing/2014/main" val="10004"/>
                  </a:ext>
                </a:extLst>
              </a:tr>
              <a:tr h="696990">
                <a:tc>
                  <a:txBody>
                    <a:bodyPr/>
                    <a:lstStyle/>
                    <a:p>
                      <a:r>
                        <a:rPr lang="ja-JP" altLang="en-US" sz="900" b="0" dirty="0">
                          <a:solidFill>
                            <a:schemeClr val="tx1"/>
                          </a:solidFill>
                          <a:latin typeface="Meiryo" charset="-128"/>
                          <a:ea typeface="Meiryo" charset="-128"/>
                          <a:cs typeface="Meiryo" charset="-128"/>
                        </a:rPr>
                        <a:t>加盟団体</a:t>
                      </a:r>
                      <a:endParaRPr kumimoji="1" lang="ja-JP" altLang="en-US" sz="900" b="0" dirty="0">
                        <a:solidFill>
                          <a:schemeClr val="tx1"/>
                        </a:solidFill>
                        <a:latin typeface="Meiryo" charset="-128"/>
                        <a:ea typeface="Meiryo" charset="-128"/>
                        <a:cs typeface="Meiryo" charset="-128"/>
                      </a:endParaRPr>
                    </a:p>
                  </a:txBody>
                  <a:tcPr marL="86642" marR="86642" marT="72000" marB="7200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EDEFE"/>
                    </a:solidFill>
                  </a:tcPr>
                </a:tc>
                <a:tc>
                  <a:txBody>
                    <a:bodyPr/>
                    <a:lstStyle/>
                    <a:p>
                      <a:pPr marL="182245" marR="0" lvl="0" indent="-182245" algn="l" defTabSz="914400" rtl="0" eaLnBrk="1" fontAlgn="auto" latinLnBrk="0" hangingPunct="1">
                        <a:lnSpc>
                          <a:spcPct val="100000"/>
                        </a:lnSpc>
                        <a:spcBef>
                          <a:spcPts val="0"/>
                        </a:spcBef>
                        <a:spcAft>
                          <a:spcPts val="0"/>
                        </a:spcAft>
                        <a:buClr>
                          <a:schemeClr val="accent1">
                            <a:lumMod val="75000"/>
                          </a:schemeClr>
                        </a:buClr>
                        <a:buSzTx/>
                        <a:buFont typeface="Arial" charset="0"/>
                        <a:buChar char="•"/>
                        <a:tabLst/>
                        <a:defRPr/>
                      </a:pPr>
                      <a:r>
                        <a:rPr kumimoji="1" lang="ja-JP" altLang="en-US" sz="900" b="0" kern="1200" dirty="0">
                          <a:solidFill>
                            <a:schemeClr val="tx1"/>
                          </a:solidFill>
                          <a:latin typeface="Meiryo"/>
                          <a:ea typeface="Meiryo"/>
                          <a:cs typeface="Meiryo" charset="-128"/>
                        </a:rPr>
                        <a:t>ソフトウェア協会（</a:t>
                      </a:r>
                      <a:r>
                        <a:rPr kumimoji="1" lang="en-US" altLang="ja-JP" sz="900" b="0" kern="1200" dirty="0">
                          <a:solidFill>
                            <a:schemeClr val="tx1"/>
                          </a:solidFill>
                          <a:latin typeface="Meiryo"/>
                          <a:ea typeface="Meiryo"/>
                          <a:cs typeface="Meiryo" charset="-128"/>
                        </a:rPr>
                        <a:t>SAJ</a:t>
                      </a:r>
                      <a:r>
                        <a:rPr kumimoji="1" lang="ja-JP" altLang="en-US" sz="900" b="0" kern="1200" dirty="0">
                          <a:solidFill>
                            <a:schemeClr val="tx1"/>
                          </a:solidFill>
                          <a:latin typeface="Meiryo"/>
                          <a:ea typeface="Meiryo"/>
                          <a:cs typeface="Meiryo" charset="-128"/>
                        </a:rPr>
                        <a:t>）</a:t>
                      </a:r>
                      <a:endParaRPr kumimoji="1" lang="en-US" altLang="ja-JP" sz="900" b="0" kern="1200" dirty="0">
                        <a:solidFill>
                          <a:schemeClr val="tx1"/>
                        </a:solidFill>
                        <a:latin typeface="Meiryo"/>
                        <a:ea typeface="Meiryo"/>
                        <a:cs typeface="Meiryo" charset="-128"/>
                      </a:endParaRPr>
                    </a:p>
                    <a:p>
                      <a:pPr marL="182245" indent="-182245">
                        <a:buClr>
                          <a:schemeClr val="accent1">
                            <a:lumMod val="75000"/>
                          </a:schemeClr>
                        </a:buClr>
                        <a:buFont typeface="Arial" charset="0"/>
                        <a:buChar char="•"/>
                      </a:pPr>
                      <a:r>
                        <a:rPr kumimoji="1" lang="ja-JP" altLang="en-US" sz="900" b="0" kern="1200" dirty="0">
                          <a:solidFill>
                            <a:schemeClr val="tx1"/>
                          </a:solidFill>
                          <a:latin typeface="Meiryo"/>
                          <a:ea typeface="Meiryo"/>
                          <a:cs typeface="Meiryo" charset="-128"/>
                        </a:rPr>
                        <a:t>日本コンピュータシステム販売店協会</a:t>
                      </a:r>
                      <a:r>
                        <a:rPr kumimoji="1" lang="en-US" altLang="ja-JP" sz="900" b="0" kern="1200" dirty="0">
                          <a:solidFill>
                            <a:schemeClr val="tx1"/>
                          </a:solidFill>
                          <a:latin typeface="Meiryo"/>
                          <a:ea typeface="Meiryo"/>
                          <a:cs typeface="Meiryo" charset="-128"/>
                        </a:rPr>
                        <a:t>(JCSSA)</a:t>
                      </a:r>
                    </a:p>
                    <a:p>
                      <a:pPr marL="182245" indent="-182245">
                        <a:buClr>
                          <a:schemeClr val="accent1">
                            <a:lumMod val="75000"/>
                          </a:schemeClr>
                        </a:buClr>
                        <a:buFont typeface="Arial" charset="0"/>
                        <a:buChar char="•"/>
                      </a:pPr>
                      <a:r>
                        <a:rPr kumimoji="1" lang="ja-JP" altLang="en-US" sz="900" b="0" kern="1200" dirty="0">
                          <a:solidFill>
                            <a:schemeClr val="tx1"/>
                          </a:solidFill>
                          <a:latin typeface="Meiryo"/>
                          <a:ea typeface="Meiryo"/>
                          <a:cs typeface="Meiryo" charset="-128"/>
                        </a:rPr>
                        <a:t>日本電子出版協会</a:t>
                      </a:r>
                      <a:r>
                        <a:rPr kumimoji="1" lang="en-US" altLang="ja-JP" sz="900" b="0" kern="1200" dirty="0">
                          <a:solidFill>
                            <a:schemeClr val="tx1"/>
                          </a:solidFill>
                          <a:latin typeface="Meiryo"/>
                          <a:ea typeface="Meiryo"/>
                          <a:cs typeface="Meiryo" charset="-128"/>
                        </a:rPr>
                        <a:t>(JEPA)</a:t>
                      </a:r>
                    </a:p>
                    <a:p>
                      <a:pPr marL="182245" indent="-182245">
                        <a:buClr>
                          <a:schemeClr val="accent1">
                            <a:lumMod val="75000"/>
                          </a:schemeClr>
                        </a:buClr>
                        <a:buFont typeface="Arial" charset="0"/>
                        <a:buChar char="•"/>
                      </a:pPr>
                      <a:r>
                        <a:rPr kumimoji="1" lang="ja-JP" altLang="en-US" sz="900" b="0" kern="1200" dirty="0">
                          <a:solidFill>
                            <a:schemeClr val="tx1"/>
                          </a:solidFill>
                          <a:latin typeface="Meiryo"/>
                          <a:ea typeface="Meiryo"/>
                          <a:cs typeface="Meiryo" charset="-128"/>
                        </a:rPr>
                        <a:t>日本教育情報化振興会</a:t>
                      </a:r>
                      <a:r>
                        <a:rPr kumimoji="1" lang="en-US" altLang="ja-JP" sz="900" b="0" kern="1200" dirty="0">
                          <a:solidFill>
                            <a:schemeClr val="tx1"/>
                          </a:solidFill>
                          <a:latin typeface="Meiryo"/>
                          <a:ea typeface="Meiryo"/>
                          <a:cs typeface="Meiryo" charset="-128"/>
                        </a:rPr>
                        <a:t>(JAPET&amp;CEC)</a:t>
                      </a:r>
                    </a:p>
                  </a:txBody>
                  <a:tcPr marL="180000" marR="0" marT="72000" marB="7200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82245" marR="0" lvl="0" indent="-182245" algn="l" defTabSz="914400" rtl="0" eaLnBrk="1" fontAlgn="auto" latinLnBrk="0" hangingPunct="1">
                        <a:lnSpc>
                          <a:spcPct val="100000"/>
                        </a:lnSpc>
                        <a:spcBef>
                          <a:spcPts val="0"/>
                        </a:spcBef>
                        <a:spcAft>
                          <a:spcPts val="0"/>
                        </a:spcAft>
                        <a:buClr>
                          <a:schemeClr val="accent1">
                            <a:lumMod val="75000"/>
                          </a:schemeClr>
                        </a:buClr>
                        <a:buSzTx/>
                        <a:buFont typeface="Arial" charset="0"/>
                        <a:buChar char="•"/>
                        <a:tabLst/>
                        <a:defRPr/>
                      </a:pPr>
                      <a:r>
                        <a:rPr kumimoji="1" lang="en-US" altLang="ja-JP" sz="900" b="0" kern="1200" dirty="0">
                          <a:solidFill>
                            <a:schemeClr val="tx1"/>
                          </a:solidFill>
                          <a:latin typeface="Meiryo"/>
                          <a:ea typeface="Meiryo"/>
                          <a:cs typeface="Meiryo" charset="-128"/>
                        </a:rPr>
                        <a:t>e-Learning Initiative Japan(</a:t>
                      </a:r>
                      <a:r>
                        <a:rPr kumimoji="1" lang="en-US" altLang="ja-JP" sz="900" b="0" kern="1200" dirty="0" err="1">
                          <a:solidFill>
                            <a:schemeClr val="tx1"/>
                          </a:solidFill>
                          <a:latin typeface="Meiryo"/>
                          <a:ea typeface="Meiryo"/>
                          <a:cs typeface="Meiryo" charset="-128"/>
                        </a:rPr>
                        <a:t>eLJ</a:t>
                      </a:r>
                      <a:r>
                        <a:rPr kumimoji="1" lang="en-US" altLang="ja-JP" sz="900" b="0" kern="1200" dirty="0">
                          <a:solidFill>
                            <a:schemeClr val="tx1"/>
                          </a:solidFill>
                          <a:latin typeface="Meiryo"/>
                          <a:ea typeface="Meiryo"/>
                          <a:cs typeface="Meiryo" charset="-128"/>
                        </a:rPr>
                        <a:t>)</a:t>
                      </a:r>
                    </a:p>
                    <a:p>
                      <a:pPr marL="182245" marR="0" indent="-182245" algn="l" defTabSz="914400" rtl="0" eaLnBrk="1" fontAlgn="auto" latinLnBrk="0" hangingPunct="1">
                        <a:lnSpc>
                          <a:spcPct val="100000"/>
                        </a:lnSpc>
                        <a:spcBef>
                          <a:spcPts val="0"/>
                        </a:spcBef>
                        <a:spcAft>
                          <a:spcPts val="0"/>
                        </a:spcAft>
                        <a:buClr>
                          <a:schemeClr val="accent1">
                            <a:lumMod val="75000"/>
                          </a:schemeClr>
                        </a:buClr>
                        <a:buSzTx/>
                        <a:buFont typeface="Arial" charset="0"/>
                        <a:buChar char="•"/>
                        <a:tabLst/>
                        <a:defRPr/>
                      </a:pPr>
                      <a:r>
                        <a:rPr kumimoji="1" lang="en-US" altLang="ja-JP" sz="900" b="0" kern="1200" dirty="0">
                          <a:solidFill>
                            <a:schemeClr val="tx1"/>
                          </a:solidFill>
                          <a:latin typeface="Meiryo"/>
                          <a:ea typeface="Meiryo"/>
                          <a:cs typeface="Meiryo" charset="-128"/>
                        </a:rPr>
                        <a:t>ICT CONNECT 21(ICON)</a:t>
                      </a:r>
                    </a:p>
                    <a:p>
                      <a:pPr marL="182245" marR="0" indent="-182245" algn="l" defTabSz="914400" rtl="0" eaLnBrk="1" fontAlgn="auto" latinLnBrk="0" hangingPunct="1">
                        <a:lnSpc>
                          <a:spcPct val="100000"/>
                        </a:lnSpc>
                        <a:spcBef>
                          <a:spcPts val="0"/>
                        </a:spcBef>
                        <a:spcAft>
                          <a:spcPts val="0"/>
                        </a:spcAft>
                        <a:buClr>
                          <a:schemeClr val="accent1">
                            <a:lumMod val="75000"/>
                          </a:schemeClr>
                        </a:buClr>
                        <a:buSzTx/>
                        <a:buFont typeface="Arial" charset="0"/>
                        <a:buChar char="•"/>
                        <a:tabLst/>
                        <a:defRPr/>
                      </a:pPr>
                      <a:r>
                        <a:rPr kumimoji="1" lang="ja-JP" altLang="en-US" sz="900" b="0" kern="1200" dirty="0">
                          <a:solidFill>
                            <a:schemeClr val="tx1"/>
                          </a:solidFill>
                          <a:latin typeface="Meiryo"/>
                          <a:ea typeface="Meiryo"/>
                          <a:cs typeface="Meiryo" charset="-128"/>
                        </a:rPr>
                        <a:t>日本</a:t>
                      </a:r>
                      <a:r>
                        <a:rPr kumimoji="1" lang="en-US" altLang="ja-JP" sz="900" b="0" kern="1200" dirty="0">
                          <a:solidFill>
                            <a:schemeClr val="tx1"/>
                          </a:solidFill>
                          <a:latin typeface="Meiryo"/>
                          <a:ea typeface="Meiryo"/>
                          <a:cs typeface="Meiryo" charset="-128"/>
                        </a:rPr>
                        <a:t>IMS</a:t>
                      </a:r>
                      <a:r>
                        <a:rPr kumimoji="1" lang="ja-JP" altLang="en-US" sz="900" b="0" kern="1200" dirty="0">
                          <a:solidFill>
                            <a:schemeClr val="tx1"/>
                          </a:solidFill>
                          <a:latin typeface="Meiryo"/>
                          <a:ea typeface="Meiryo"/>
                          <a:cs typeface="Meiryo" charset="-128"/>
                        </a:rPr>
                        <a:t>協会</a:t>
                      </a:r>
                      <a:r>
                        <a:rPr kumimoji="1" lang="en-US" altLang="ja-JP" sz="900" b="0" kern="1200" dirty="0">
                          <a:solidFill>
                            <a:schemeClr val="tx1"/>
                          </a:solidFill>
                          <a:latin typeface="Meiryo"/>
                          <a:ea typeface="Meiryo"/>
                          <a:cs typeface="Meiryo" charset="-128"/>
                        </a:rPr>
                        <a:t>(IMS Japan)</a:t>
                      </a:r>
                    </a:p>
                  </a:txBody>
                  <a:tcPr marL="0" marR="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5"/>
                  </a:ext>
                </a:extLst>
              </a:tr>
              <a:tr h="97518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900" b="0">
                          <a:solidFill>
                            <a:schemeClr val="tx1"/>
                          </a:solidFill>
                          <a:latin typeface="Meiryo" charset="-128"/>
                          <a:ea typeface="Meiryo" charset="-128"/>
                          <a:cs typeface="Meiryo" charset="-128"/>
                        </a:rPr>
                        <a:t>主な取引先</a:t>
                      </a:r>
                    </a:p>
                    <a:p>
                      <a:endParaRPr kumimoji="1" lang="ja-JP" altLang="en-US" sz="900" b="0">
                        <a:solidFill>
                          <a:schemeClr val="tx1"/>
                        </a:solidFill>
                        <a:latin typeface="Meiryo" charset="-128"/>
                        <a:ea typeface="Meiryo" charset="-128"/>
                        <a:cs typeface="Meiryo" charset="-128"/>
                      </a:endParaRPr>
                    </a:p>
                  </a:txBody>
                  <a:tcPr marL="86642" marR="86642" marT="72000" marB="7200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EDEFE"/>
                    </a:solidFill>
                  </a:tcPr>
                </a:tc>
                <a:tc>
                  <a:txBody>
                    <a:bodyPr/>
                    <a:lstStyle/>
                    <a:p>
                      <a:pPr marL="182245" marR="0" lvl="0" indent="-182245" algn="l" defTabSz="914400" rtl="0" eaLnBrk="1" fontAlgn="auto" latinLnBrk="0" hangingPunct="1">
                        <a:lnSpc>
                          <a:spcPct val="100000"/>
                        </a:lnSpc>
                        <a:spcBef>
                          <a:spcPts val="0"/>
                        </a:spcBef>
                        <a:spcAft>
                          <a:spcPts val="0"/>
                        </a:spcAft>
                        <a:buClr>
                          <a:schemeClr val="accent1">
                            <a:lumMod val="75000"/>
                          </a:schemeClr>
                        </a:buClr>
                        <a:buSzTx/>
                        <a:buFont typeface="Arial" charset="0"/>
                        <a:buChar char="•"/>
                        <a:tabLst/>
                        <a:defRPr/>
                      </a:pPr>
                      <a:r>
                        <a:rPr kumimoji="1" lang="ja-JP" altLang="en-US" sz="900" b="0" kern="1200" dirty="0">
                          <a:solidFill>
                            <a:schemeClr val="tx1"/>
                          </a:solidFill>
                          <a:latin typeface="Meiryo" charset="-128"/>
                          <a:ea typeface="Meiryo" charset="-128"/>
                          <a:cs typeface="Meiryo" charset="-128"/>
                        </a:rPr>
                        <a:t>インテージテクノスフィア様</a:t>
                      </a:r>
                      <a:endParaRPr kumimoji="1" lang="en-US" altLang="ja-JP" sz="900" b="0" kern="1200" dirty="0">
                        <a:solidFill>
                          <a:schemeClr val="tx1"/>
                        </a:solidFill>
                        <a:latin typeface="Meiryo"/>
                        <a:ea typeface="Meiryo"/>
                        <a:cs typeface="Meiryo" charset="-128"/>
                      </a:endParaRPr>
                    </a:p>
                    <a:p>
                      <a:pPr marL="182245" indent="-182245">
                        <a:buClr>
                          <a:schemeClr val="accent1">
                            <a:lumMod val="75000"/>
                          </a:schemeClr>
                        </a:buClr>
                        <a:buFont typeface="Arial" charset="0"/>
                        <a:buChar char="•"/>
                      </a:pPr>
                      <a:r>
                        <a:rPr kumimoji="1" lang="en-US" altLang="ja-JP" sz="900" b="0" kern="1200" dirty="0">
                          <a:solidFill>
                            <a:schemeClr val="tx1"/>
                          </a:solidFill>
                          <a:latin typeface="Meiryo" charset="-128"/>
                          <a:ea typeface="Meiryo" charset="-128"/>
                          <a:cs typeface="Meiryo" charset="-128"/>
                        </a:rPr>
                        <a:t>SCSK</a:t>
                      </a:r>
                      <a:r>
                        <a:rPr kumimoji="1" lang="ja-JP" altLang="en-US" sz="900" b="0" kern="1200" dirty="0">
                          <a:solidFill>
                            <a:schemeClr val="tx1"/>
                          </a:solidFill>
                          <a:latin typeface="Meiryo" charset="-128"/>
                          <a:ea typeface="Meiryo" charset="-128"/>
                          <a:cs typeface="Meiryo" charset="-128"/>
                        </a:rPr>
                        <a:t>様</a:t>
                      </a:r>
                    </a:p>
                    <a:p>
                      <a:pPr marL="182245" indent="-182245">
                        <a:buClr>
                          <a:schemeClr val="accent1">
                            <a:lumMod val="75000"/>
                          </a:schemeClr>
                        </a:buClr>
                        <a:buFont typeface="Arial" charset="0"/>
                        <a:buChar char="•"/>
                      </a:pPr>
                      <a:r>
                        <a:rPr kumimoji="1" lang="en-US" altLang="ja-JP" sz="900" b="0" kern="1200" dirty="0">
                          <a:solidFill>
                            <a:schemeClr val="tx1"/>
                          </a:solidFill>
                          <a:latin typeface="Meiryo" charset="-128"/>
                          <a:ea typeface="Meiryo" charset="-128"/>
                          <a:cs typeface="Meiryo" charset="-128"/>
                        </a:rPr>
                        <a:t>NSW</a:t>
                      </a:r>
                      <a:r>
                        <a:rPr kumimoji="1" lang="ja-JP" altLang="en-US" sz="900" b="0" kern="1200" dirty="0">
                          <a:solidFill>
                            <a:schemeClr val="tx1"/>
                          </a:solidFill>
                          <a:latin typeface="Meiryo" charset="-128"/>
                          <a:ea typeface="Meiryo" charset="-128"/>
                          <a:cs typeface="Meiryo" charset="-128"/>
                        </a:rPr>
                        <a:t>様</a:t>
                      </a:r>
                    </a:p>
                    <a:p>
                      <a:pPr marL="182245" indent="-182245">
                        <a:buClr>
                          <a:schemeClr val="accent1">
                            <a:lumMod val="75000"/>
                          </a:schemeClr>
                        </a:buClr>
                        <a:buFont typeface="Arial" charset="0"/>
                        <a:buChar char="•"/>
                      </a:pPr>
                      <a:r>
                        <a:rPr kumimoji="1" lang="ja-JP" altLang="en-US" sz="900" b="0" kern="1200" dirty="0">
                          <a:solidFill>
                            <a:schemeClr val="tx1"/>
                          </a:solidFill>
                          <a:latin typeface="Meiryo"/>
                          <a:ea typeface="Meiryo"/>
                          <a:cs typeface="Meiryo" charset="-128"/>
                        </a:rPr>
                        <a:t>グローブライド様</a:t>
                      </a:r>
                      <a:endParaRPr kumimoji="1" lang="en-US" altLang="ja-JP" sz="900" b="0" kern="1200" dirty="0">
                        <a:solidFill>
                          <a:schemeClr val="tx1"/>
                        </a:solidFill>
                        <a:latin typeface="Meiryo"/>
                        <a:ea typeface="Meiryo"/>
                        <a:cs typeface="Meiryo" charset="-128"/>
                      </a:endParaRPr>
                    </a:p>
                    <a:p>
                      <a:pPr marL="182245" indent="-182245">
                        <a:buClr>
                          <a:schemeClr val="accent1">
                            <a:lumMod val="75000"/>
                          </a:schemeClr>
                        </a:buClr>
                        <a:buFont typeface="Arial" charset="0"/>
                        <a:buChar char="•"/>
                      </a:pPr>
                      <a:r>
                        <a:rPr kumimoji="1" lang="en-US" altLang="ja-JP" sz="900" b="0" kern="1200" dirty="0">
                          <a:solidFill>
                            <a:schemeClr val="tx1"/>
                          </a:solidFill>
                          <a:latin typeface="Meiryo"/>
                          <a:ea typeface="Meiryo"/>
                          <a:cs typeface="Meiryo" charset="-128"/>
                        </a:rPr>
                        <a:t>JTB</a:t>
                      </a:r>
                      <a:r>
                        <a:rPr kumimoji="1" lang="ja-JP" altLang="en-US" sz="900" b="0" kern="1200" dirty="0">
                          <a:solidFill>
                            <a:schemeClr val="tx1"/>
                          </a:solidFill>
                          <a:latin typeface="Meiryo"/>
                          <a:ea typeface="Meiryo"/>
                          <a:cs typeface="Meiryo" charset="-128"/>
                        </a:rPr>
                        <a:t>様</a:t>
                      </a:r>
                    </a:p>
                    <a:p>
                      <a:pPr marL="182245" indent="-182245">
                        <a:buClr>
                          <a:schemeClr val="accent1">
                            <a:lumMod val="75000"/>
                          </a:schemeClr>
                        </a:buClr>
                        <a:buFont typeface="Arial" charset="0"/>
                        <a:buChar char="•"/>
                      </a:pPr>
                      <a:r>
                        <a:rPr kumimoji="1" lang="en-US" altLang="ja-JP" sz="900" b="0" kern="1200" dirty="0">
                          <a:solidFill>
                            <a:schemeClr val="tx1"/>
                          </a:solidFill>
                          <a:latin typeface="Meiryo"/>
                          <a:ea typeface="Meiryo"/>
                          <a:cs typeface="Meiryo" charset="-128"/>
                        </a:rPr>
                        <a:t>JTB</a:t>
                      </a:r>
                      <a:r>
                        <a:rPr kumimoji="1" lang="ja-JP" altLang="en-US" sz="900" b="0" kern="1200" dirty="0">
                          <a:solidFill>
                            <a:schemeClr val="tx1"/>
                          </a:solidFill>
                          <a:latin typeface="Meiryo"/>
                          <a:ea typeface="Meiryo"/>
                          <a:cs typeface="Meiryo" charset="-128"/>
                        </a:rPr>
                        <a:t>グローバルマーケティング＆トラベル様　など</a:t>
                      </a:r>
                      <a:endParaRPr kumimoji="1" lang="en-US" altLang="ja-JP" sz="900" b="0" kern="1200" dirty="0">
                        <a:solidFill>
                          <a:schemeClr val="tx1"/>
                        </a:solidFill>
                        <a:latin typeface="Meiryo"/>
                        <a:ea typeface="Meiryo"/>
                        <a:cs typeface="Meiryo" charset="-128"/>
                      </a:endParaRPr>
                    </a:p>
                  </a:txBody>
                  <a:tcPr marL="180000" marR="0" marT="72000" marB="7200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82245" indent="-182245">
                        <a:buClr>
                          <a:schemeClr val="accent1">
                            <a:lumMod val="75000"/>
                          </a:schemeClr>
                        </a:buClr>
                        <a:buFont typeface="Arial" charset="0"/>
                        <a:buChar char="•"/>
                      </a:pPr>
                      <a:r>
                        <a:rPr kumimoji="1" lang="ja-JP" altLang="en-US" sz="900" b="0" kern="1200" dirty="0">
                          <a:solidFill>
                            <a:schemeClr val="tx1"/>
                          </a:solidFill>
                          <a:latin typeface="Meiryo" charset="-128"/>
                          <a:ea typeface="Meiryo" charset="-128"/>
                          <a:cs typeface="Meiryo" charset="-128"/>
                        </a:rPr>
                        <a:t>ソースネクスト様</a:t>
                      </a:r>
                    </a:p>
                    <a:p>
                      <a:pPr marL="182245" indent="-182245">
                        <a:buClr>
                          <a:schemeClr val="accent1">
                            <a:lumMod val="75000"/>
                          </a:schemeClr>
                        </a:buClr>
                        <a:buFont typeface="Arial" charset="0"/>
                        <a:buChar char="•"/>
                      </a:pPr>
                      <a:r>
                        <a:rPr kumimoji="1" lang="en-US" altLang="ja-JP" sz="900" b="0" kern="1200" dirty="0">
                          <a:solidFill>
                            <a:schemeClr val="tx1"/>
                          </a:solidFill>
                          <a:latin typeface="Meiryo" charset="-128"/>
                          <a:ea typeface="Meiryo" charset="-128"/>
                          <a:cs typeface="Meiryo" charset="-128"/>
                        </a:rPr>
                        <a:t>SB</a:t>
                      </a:r>
                      <a:r>
                        <a:rPr kumimoji="1" lang="ja-JP" altLang="en-US" sz="900" b="0" kern="1200" dirty="0">
                          <a:solidFill>
                            <a:schemeClr val="tx1"/>
                          </a:solidFill>
                          <a:latin typeface="Meiryo" charset="-128"/>
                          <a:ea typeface="Meiryo" charset="-128"/>
                          <a:cs typeface="Meiryo" charset="-128"/>
                        </a:rPr>
                        <a:t>テクノロジー様</a:t>
                      </a:r>
                      <a:endParaRPr kumimoji="1" lang="en-US" altLang="ja-JP" sz="900" b="0" kern="1200" dirty="0">
                        <a:solidFill>
                          <a:schemeClr val="tx1"/>
                        </a:solidFill>
                        <a:latin typeface="Meiryo" charset="-128"/>
                        <a:ea typeface="Meiryo" charset="-128"/>
                        <a:cs typeface="Meiryo" charset="-128"/>
                      </a:endParaRPr>
                    </a:p>
                    <a:p>
                      <a:pPr marL="182245" indent="-182245">
                        <a:buClr>
                          <a:schemeClr val="accent1">
                            <a:lumMod val="75000"/>
                          </a:schemeClr>
                        </a:buClr>
                        <a:buFont typeface="Arial" charset="0"/>
                        <a:buChar char="•"/>
                      </a:pPr>
                      <a:r>
                        <a:rPr kumimoji="1" lang="ja-JP" altLang="en-US" sz="900" b="0" kern="1200" dirty="0">
                          <a:solidFill>
                            <a:schemeClr val="tx1"/>
                          </a:solidFill>
                          <a:latin typeface="Meiryo" charset="-128"/>
                          <a:ea typeface="Meiryo" charset="-128"/>
                          <a:cs typeface="Meiryo" charset="-128"/>
                        </a:rPr>
                        <a:t>大伸社ディライト様</a:t>
                      </a:r>
                    </a:p>
                    <a:p>
                      <a:pPr marL="182245" indent="-182245">
                        <a:buClr>
                          <a:schemeClr val="accent1">
                            <a:lumMod val="75000"/>
                          </a:schemeClr>
                        </a:buClr>
                        <a:buFont typeface="Arial" charset="0"/>
                        <a:buChar char="•"/>
                      </a:pPr>
                      <a:r>
                        <a:rPr kumimoji="1" lang="ja-JP" altLang="en-US" sz="900" b="0" kern="1200" dirty="0">
                          <a:solidFill>
                            <a:schemeClr val="tx1"/>
                          </a:solidFill>
                          <a:latin typeface="Meiryo" charset="-128"/>
                          <a:ea typeface="Meiryo" charset="-128"/>
                          <a:cs typeface="Meiryo" charset="-128"/>
                        </a:rPr>
                        <a:t>ネットラーニング様</a:t>
                      </a:r>
                    </a:p>
                    <a:p>
                      <a:pPr marL="182245" indent="-182245">
                        <a:buClr>
                          <a:schemeClr val="accent1">
                            <a:lumMod val="75000"/>
                          </a:schemeClr>
                        </a:buClr>
                        <a:buFont typeface="Arial" charset="0"/>
                        <a:buChar char="•"/>
                      </a:pPr>
                      <a:r>
                        <a:rPr kumimoji="1" lang="ja-JP" altLang="en-US" sz="900" b="0" kern="1200" dirty="0">
                          <a:solidFill>
                            <a:schemeClr val="tx1"/>
                          </a:solidFill>
                          <a:latin typeface="Meiryo" charset="-128"/>
                          <a:ea typeface="Meiryo" charset="-128"/>
                          <a:cs typeface="Meiryo" charset="-128"/>
                        </a:rPr>
                        <a:t>ピー・シー・エー様</a:t>
                      </a:r>
                      <a:endParaRPr kumimoji="1" lang="en-US" altLang="ja-JP" sz="900" b="0" kern="1200" dirty="0">
                        <a:solidFill>
                          <a:schemeClr val="tx1"/>
                        </a:solidFill>
                        <a:latin typeface="Meiryo" charset="-128"/>
                        <a:ea typeface="Meiryo" charset="-128"/>
                        <a:cs typeface="Meiryo" charset="-128"/>
                      </a:endParaRPr>
                    </a:p>
                    <a:p>
                      <a:pPr marL="182245" indent="-182245">
                        <a:buClr>
                          <a:schemeClr val="accent1">
                            <a:lumMod val="75000"/>
                          </a:schemeClr>
                        </a:buClr>
                        <a:buFont typeface="Arial" charset="0"/>
                        <a:buChar char="•"/>
                      </a:pPr>
                      <a:r>
                        <a:rPr kumimoji="1" lang="zh-CN" altLang="en-US" sz="900" b="0" kern="1200" dirty="0">
                          <a:solidFill>
                            <a:schemeClr val="tx1"/>
                          </a:solidFill>
                          <a:latin typeface="Meiryo" charset="-128"/>
                          <a:ea typeface="Meiryo" charset="-128"/>
                          <a:cs typeface="Meiryo" charset="-128"/>
                        </a:rPr>
                        <a:t>三菱総合研究所</a:t>
                      </a:r>
                      <a:r>
                        <a:rPr kumimoji="1" lang="ja-JP" altLang="en-US" sz="900" b="0" kern="1200" dirty="0">
                          <a:solidFill>
                            <a:schemeClr val="tx1"/>
                          </a:solidFill>
                          <a:latin typeface="Meiryo" charset="-128"/>
                          <a:ea typeface="Meiryo" charset="-128"/>
                          <a:cs typeface="Meiryo" charset="-128"/>
                        </a:rPr>
                        <a:t>様　など</a:t>
                      </a:r>
                      <a:endParaRPr kumimoji="1" lang="en-US" altLang="ja-JP" sz="900" b="0" kern="1200" dirty="0">
                        <a:solidFill>
                          <a:schemeClr val="tx1"/>
                        </a:solidFill>
                        <a:latin typeface="Meiryo" charset="-128"/>
                        <a:ea typeface="Meiryo" charset="-128"/>
                        <a:cs typeface="Meiryo" charset="-128"/>
                      </a:endParaRPr>
                    </a:p>
                  </a:txBody>
                  <a:tcPr marL="0" marR="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r h="97518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900" b="0">
                          <a:solidFill>
                            <a:schemeClr val="tx1"/>
                          </a:solidFill>
                          <a:latin typeface="Meiryo" charset="-128"/>
                          <a:ea typeface="Meiryo" charset="-128"/>
                          <a:cs typeface="Meiryo" charset="-128"/>
                        </a:rPr>
                        <a:t>出版、新聞業界の取引先</a:t>
                      </a:r>
                    </a:p>
                  </a:txBody>
                  <a:tcPr marL="86642" marR="86642" marT="72000" marB="7200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EDEFE"/>
                    </a:solidFill>
                  </a:tcPr>
                </a:tc>
                <a:tc>
                  <a:txBody>
                    <a:bodyPr/>
                    <a:lstStyle/>
                    <a:p>
                      <a:pPr marL="171450" indent="-171450">
                        <a:buClr>
                          <a:schemeClr val="accent1">
                            <a:lumMod val="75000"/>
                          </a:schemeClr>
                        </a:buClr>
                        <a:buFont typeface="Arial" charset="0"/>
                        <a:buChar char="•"/>
                      </a:pPr>
                      <a:r>
                        <a:rPr kumimoji="1" lang="ja-JP" altLang="en-US" sz="900" b="0" kern="1200" dirty="0">
                          <a:solidFill>
                            <a:schemeClr val="tx1"/>
                          </a:solidFill>
                          <a:latin typeface="Meiryo" charset="-128"/>
                          <a:ea typeface="Meiryo" charset="-128"/>
                          <a:cs typeface="Meiryo" charset="-128"/>
                        </a:rPr>
                        <a:t>医学書院様</a:t>
                      </a:r>
                    </a:p>
                    <a:p>
                      <a:pPr marL="171450" indent="-171450">
                        <a:buClr>
                          <a:schemeClr val="accent1">
                            <a:lumMod val="75000"/>
                          </a:schemeClr>
                        </a:buClr>
                        <a:buFont typeface="Arial" charset="0"/>
                        <a:buChar char="•"/>
                      </a:pPr>
                      <a:r>
                        <a:rPr kumimoji="1" lang="ja-JP" altLang="en-US" sz="900" b="0" kern="1200" dirty="0">
                          <a:solidFill>
                            <a:schemeClr val="tx1"/>
                          </a:solidFill>
                          <a:latin typeface="Meiryo" charset="-128"/>
                          <a:ea typeface="Meiryo" charset="-128"/>
                          <a:cs typeface="Meiryo" charset="-128"/>
                        </a:rPr>
                        <a:t>旺文社様</a:t>
                      </a:r>
                    </a:p>
                    <a:p>
                      <a:pPr marL="171450" indent="-171450">
                        <a:buClr>
                          <a:schemeClr val="accent1">
                            <a:lumMod val="75000"/>
                          </a:schemeClr>
                        </a:buClr>
                        <a:buFont typeface="Arial" charset="0"/>
                        <a:buChar char="•"/>
                      </a:pPr>
                      <a:r>
                        <a:rPr kumimoji="1" lang="ja-JP" altLang="en-US" sz="900" b="0" kern="1200" dirty="0">
                          <a:solidFill>
                            <a:schemeClr val="tx1"/>
                          </a:solidFill>
                          <a:latin typeface="Meiryo" charset="-128"/>
                          <a:ea typeface="Meiryo" charset="-128"/>
                          <a:cs typeface="Meiryo" charset="-128"/>
                        </a:rPr>
                        <a:t>三省堂様</a:t>
                      </a:r>
                    </a:p>
                    <a:p>
                      <a:pPr marL="171450" indent="-171450">
                        <a:buClr>
                          <a:schemeClr val="accent1">
                            <a:lumMod val="75000"/>
                          </a:schemeClr>
                        </a:buClr>
                        <a:buFont typeface="Arial" charset="0"/>
                        <a:buChar char="•"/>
                      </a:pPr>
                      <a:r>
                        <a:rPr kumimoji="1" lang="en-US" altLang="ja-JP" sz="900" b="0" kern="1200" dirty="0">
                          <a:solidFill>
                            <a:schemeClr val="tx1"/>
                          </a:solidFill>
                          <a:latin typeface="Meiryo"/>
                          <a:ea typeface="Meiryo"/>
                          <a:cs typeface="Meiryo" charset="-128"/>
                        </a:rPr>
                        <a:t>JTB</a:t>
                      </a:r>
                      <a:r>
                        <a:rPr kumimoji="1" lang="ja-JP" altLang="en-US" sz="900" b="0" kern="1200" dirty="0">
                          <a:solidFill>
                            <a:schemeClr val="tx1"/>
                          </a:solidFill>
                          <a:latin typeface="Meiryo"/>
                          <a:ea typeface="Meiryo"/>
                          <a:cs typeface="Meiryo" charset="-128"/>
                        </a:rPr>
                        <a:t>パブリッシング様</a:t>
                      </a:r>
                      <a:endParaRPr kumimoji="1" lang="en-US" altLang="ja-JP" sz="900" b="0" kern="1200" dirty="0">
                        <a:solidFill>
                          <a:schemeClr val="tx1"/>
                        </a:solidFill>
                        <a:latin typeface="Meiryo"/>
                        <a:ea typeface="Meiryo"/>
                        <a:cs typeface="Meiryo" charset="-128"/>
                      </a:endParaRPr>
                    </a:p>
                    <a:p>
                      <a:pPr marL="182245" lvl="0" indent="-182245">
                        <a:buClr>
                          <a:schemeClr val="accent1">
                            <a:lumMod val="75000"/>
                          </a:schemeClr>
                        </a:buClr>
                        <a:buFont typeface="Arial" charset="0"/>
                        <a:buChar char="•"/>
                      </a:pPr>
                      <a:r>
                        <a:rPr kumimoji="1" lang="ja-JP" altLang="en-US" sz="900" b="0" kern="1200" dirty="0">
                          <a:solidFill>
                            <a:schemeClr val="tx1"/>
                          </a:solidFill>
                          <a:latin typeface="Meiryo" charset="-128"/>
                          <a:ea typeface="Meiryo" charset="-128"/>
                          <a:cs typeface="Meiryo" charset="-128"/>
                        </a:rPr>
                        <a:t>新学社様</a:t>
                      </a:r>
                      <a:endParaRPr kumimoji="1" lang="zh-TW" altLang="en-US" sz="900" b="0" kern="1200" dirty="0">
                        <a:solidFill>
                          <a:schemeClr val="tx1"/>
                        </a:solidFill>
                        <a:latin typeface="Meiryo" charset="-128"/>
                        <a:ea typeface="Meiryo" charset="-128"/>
                        <a:cs typeface="Meiryo" charset="-128"/>
                      </a:endParaRPr>
                    </a:p>
                    <a:p>
                      <a:pPr marL="182245" lvl="0" indent="-182245">
                        <a:buClr>
                          <a:schemeClr val="accent1">
                            <a:lumMod val="75000"/>
                          </a:schemeClr>
                        </a:buClr>
                        <a:buFont typeface="Arial" charset="0"/>
                        <a:buChar char="•"/>
                      </a:pPr>
                      <a:r>
                        <a:rPr kumimoji="1" lang="zh-TW" altLang="en-US" sz="900" b="0" kern="1200" dirty="0">
                          <a:solidFill>
                            <a:schemeClr val="tx1"/>
                          </a:solidFill>
                          <a:latin typeface="Meiryo" charset="-128"/>
                          <a:ea typeface="Meiryo" charset="-128"/>
                          <a:cs typeface="Meiryo" charset="-128"/>
                        </a:rPr>
                        <a:t>山川出版社</a:t>
                      </a:r>
                      <a:r>
                        <a:rPr kumimoji="1" lang="ja-JP" altLang="en-US" sz="900" b="0" kern="1200" dirty="0">
                          <a:solidFill>
                            <a:schemeClr val="tx1"/>
                          </a:solidFill>
                          <a:latin typeface="Meiryo" charset="-128"/>
                          <a:ea typeface="Meiryo" charset="-128"/>
                          <a:cs typeface="Meiryo" charset="-128"/>
                        </a:rPr>
                        <a:t>様　など</a:t>
                      </a:r>
                    </a:p>
                  </a:txBody>
                  <a:tcPr marL="180000" marR="0" marT="72000" marB="7200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82245" indent="-182245">
                        <a:buClr>
                          <a:schemeClr val="accent1">
                            <a:lumMod val="75000"/>
                          </a:schemeClr>
                        </a:buClr>
                        <a:buFont typeface="Arial" charset="0"/>
                        <a:buChar char="•"/>
                      </a:pPr>
                      <a:r>
                        <a:rPr kumimoji="1" lang="ja-JP" altLang="en-US" sz="900" b="0" kern="1200" dirty="0">
                          <a:solidFill>
                            <a:schemeClr val="tx1"/>
                          </a:solidFill>
                          <a:latin typeface="Meiryo" charset="-128"/>
                          <a:ea typeface="Meiryo" charset="-128"/>
                          <a:cs typeface="Meiryo" charset="-128"/>
                        </a:rPr>
                        <a:t>中日新聞社様</a:t>
                      </a:r>
                      <a:endParaRPr kumimoji="1" lang="en-US" altLang="ja-JP" sz="900" b="0" kern="1200" dirty="0">
                        <a:solidFill>
                          <a:schemeClr val="tx1"/>
                        </a:solidFill>
                        <a:latin typeface="Meiryo" charset="-128"/>
                        <a:ea typeface="Meiryo" charset="-128"/>
                        <a:cs typeface="Meiryo" charset="-128"/>
                      </a:endParaRPr>
                    </a:p>
                    <a:p>
                      <a:pPr marL="182245" marR="0" indent="-182245" algn="l" defTabSz="914400" rtl="0" eaLnBrk="1" fontAlgn="auto" latinLnBrk="0" hangingPunct="1">
                        <a:lnSpc>
                          <a:spcPct val="100000"/>
                        </a:lnSpc>
                        <a:spcBef>
                          <a:spcPts val="0"/>
                        </a:spcBef>
                        <a:spcAft>
                          <a:spcPts val="0"/>
                        </a:spcAft>
                        <a:buClr>
                          <a:schemeClr val="accent1">
                            <a:lumMod val="75000"/>
                          </a:schemeClr>
                        </a:buClr>
                        <a:buSzTx/>
                        <a:buFont typeface="Arial" charset="0"/>
                        <a:buChar char="•"/>
                        <a:tabLst/>
                        <a:defRPr/>
                      </a:pPr>
                      <a:r>
                        <a:rPr kumimoji="1" lang="zh-TW" altLang="en-US" sz="900" b="0" kern="1200" dirty="0">
                          <a:solidFill>
                            <a:schemeClr val="tx1"/>
                          </a:solidFill>
                          <a:latin typeface="Meiryo" charset="-128"/>
                          <a:ea typeface="Meiryo" charset="-128"/>
                          <a:cs typeface="Meiryo" charset="-128"/>
                        </a:rPr>
                        <a:t>日本経済新聞社</a:t>
                      </a:r>
                      <a:r>
                        <a:rPr kumimoji="1" lang="ja-JP" altLang="en-US" sz="900" b="0" kern="1200" dirty="0">
                          <a:solidFill>
                            <a:schemeClr val="tx1"/>
                          </a:solidFill>
                          <a:latin typeface="Meiryo" charset="-128"/>
                          <a:ea typeface="Meiryo" charset="-128"/>
                          <a:cs typeface="Meiryo" charset="-128"/>
                        </a:rPr>
                        <a:t>様</a:t>
                      </a:r>
                      <a:endParaRPr kumimoji="1" lang="en-US" altLang="ja-JP" sz="900" b="0" kern="1200" dirty="0">
                        <a:solidFill>
                          <a:schemeClr val="tx1"/>
                        </a:solidFill>
                        <a:latin typeface="Meiryo" charset="-128"/>
                        <a:ea typeface="Meiryo" charset="-128"/>
                        <a:cs typeface="Meiryo" charset="-128"/>
                      </a:endParaRPr>
                    </a:p>
                    <a:p>
                      <a:pPr marL="182245" indent="-182245">
                        <a:buClr>
                          <a:schemeClr val="accent1">
                            <a:lumMod val="75000"/>
                          </a:schemeClr>
                        </a:buClr>
                        <a:buFont typeface="Arial" charset="0"/>
                        <a:buChar char="•"/>
                      </a:pPr>
                      <a:r>
                        <a:rPr kumimoji="1" lang="zh-TW" altLang="en-US" sz="900" b="0" kern="1200" dirty="0">
                          <a:solidFill>
                            <a:schemeClr val="tx1"/>
                          </a:solidFill>
                          <a:latin typeface="Meiryo" charset="-128"/>
                          <a:ea typeface="Meiryo" charset="-128"/>
                          <a:cs typeface="Meiryo" charset="-128"/>
                        </a:rPr>
                        <a:t>日本食糧新聞社</a:t>
                      </a:r>
                      <a:r>
                        <a:rPr kumimoji="1" lang="ja-JP" altLang="en-US" sz="900" b="0" kern="1200" dirty="0">
                          <a:solidFill>
                            <a:schemeClr val="tx1"/>
                          </a:solidFill>
                          <a:latin typeface="Meiryo" charset="-128"/>
                          <a:ea typeface="Meiryo" charset="-128"/>
                          <a:cs typeface="Meiryo" charset="-128"/>
                        </a:rPr>
                        <a:t>様</a:t>
                      </a:r>
                      <a:endParaRPr kumimoji="1" lang="zh-TW" altLang="en-US" sz="900" b="0" kern="1200" dirty="0">
                        <a:solidFill>
                          <a:schemeClr val="tx1"/>
                        </a:solidFill>
                        <a:latin typeface="Meiryo" charset="-128"/>
                        <a:ea typeface="Meiryo" charset="-128"/>
                        <a:cs typeface="Meiryo" charset="-128"/>
                      </a:endParaRPr>
                    </a:p>
                    <a:p>
                      <a:pPr marL="182245" indent="-182245">
                        <a:buClr>
                          <a:schemeClr val="accent1">
                            <a:lumMod val="75000"/>
                          </a:schemeClr>
                        </a:buClr>
                        <a:buFont typeface="Arial" charset="0"/>
                        <a:buChar char="•"/>
                      </a:pPr>
                      <a:r>
                        <a:rPr kumimoji="1" lang="zh-TW" altLang="en-US" sz="900" b="0" kern="1200" dirty="0">
                          <a:solidFill>
                            <a:schemeClr val="tx1"/>
                          </a:solidFill>
                          <a:latin typeface="Meiryo" charset="-128"/>
                          <a:ea typeface="Meiryo" charset="-128"/>
                          <a:cs typeface="Meiryo" charset="-128"/>
                        </a:rPr>
                        <a:t>毎日新聞社</a:t>
                      </a:r>
                      <a:r>
                        <a:rPr kumimoji="1" lang="ja-JP" altLang="en-US" sz="900" b="0" kern="1200" dirty="0">
                          <a:solidFill>
                            <a:schemeClr val="tx1"/>
                          </a:solidFill>
                          <a:latin typeface="Meiryo" charset="-128"/>
                          <a:ea typeface="Meiryo" charset="-128"/>
                          <a:cs typeface="Meiryo" charset="-128"/>
                        </a:rPr>
                        <a:t>様</a:t>
                      </a:r>
                      <a:endParaRPr kumimoji="1" lang="en-US" altLang="ja-JP" sz="900" b="0" kern="1200">
                        <a:solidFill>
                          <a:schemeClr val="tx1"/>
                        </a:solidFill>
                        <a:latin typeface="Meiryo" charset="-128"/>
                        <a:ea typeface="Meiryo" charset="-128"/>
                        <a:cs typeface="Meiryo" charset="-128"/>
                      </a:endParaRPr>
                    </a:p>
                    <a:p>
                      <a:pPr marL="182245" indent="-182245">
                        <a:buClr>
                          <a:schemeClr val="accent1">
                            <a:lumMod val="75000"/>
                          </a:schemeClr>
                        </a:buClr>
                        <a:buFont typeface="Arial" charset="0"/>
                        <a:buChar char="•"/>
                      </a:pPr>
                      <a:endParaRPr kumimoji="1" lang="zh-TW" altLang="en-US" sz="900" b="0" kern="1200">
                        <a:solidFill>
                          <a:schemeClr val="tx1"/>
                        </a:solidFill>
                        <a:latin typeface="Meiryo" charset="-128"/>
                        <a:ea typeface="Meiryo" charset="-128"/>
                        <a:cs typeface="Meiryo" charset="-128"/>
                      </a:endParaRPr>
                    </a:p>
                    <a:p>
                      <a:pPr marL="182245" indent="-182245">
                        <a:buClr>
                          <a:schemeClr val="accent1">
                            <a:lumMod val="75000"/>
                          </a:schemeClr>
                        </a:buClr>
                        <a:buFont typeface="Arial" charset="0"/>
                        <a:buChar char="•"/>
                      </a:pPr>
                      <a:r>
                        <a:rPr kumimoji="1" lang="zh-TW" altLang="en-US" sz="900" b="0" kern="1200" dirty="0">
                          <a:solidFill>
                            <a:schemeClr val="tx1"/>
                          </a:solidFill>
                          <a:latin typeface="Meiryo" charset="-128"/>
                          <a:ea typeface="Meiryo" charset="-128"/>
                          <a:cs typeface="Meiryo" charset="-128"/>
                        </a:rPr>
                        <a:t>読売新聞社</a:t>
                      </a:r>
                      <a:r>
                        <a:rPr kumimoji="1" lang="ja-JP" altLang="en-US" sz="900" b="0" kern="1200" dirty="0">
                          <a:solidFill>
                            <a:schemeClr val="tx1"/>
                          </a:solidFill>
                          <a:latin typeface="Meiryo" charset="-128"/>
                          <a:ea typeface="Meiryo" charset="-128"/>
                          <a:cs typeface="Meiryo" charset="-128"/>
                        </a:rPr>
                        <a:t>様</a:t>
                      </a:r>
                      <a:endParaRPr kumimoji="1" lang="en-US" altLang="ja-JP" sz="900" b="0" kern="1200" dirty="0">
                        <a:solidFill>
                          <a:schemeClr val="tx1"/>
                        </a:solidFill>
                        <a:latin typeface="Meiryo" charset="-128"/>
                        <a:ea typeface="Meiryo" charset="-128"/>
                        <a:cs typeface="Meiryo" charset="-128"/>
                      </a:endParaRPr>
                    </a:p>
                    <a:p>
                      <a:pPr marL="182245" marR="0" indent="-182245" algn="l" defTabSz="914400" rtl="0" eaLnBrk="1" fontAlgn="auto" latinLnBrk="0" hangingPunct="1">
                        <a:lnSpc>
                          <a:spcPct val="100000"/>
                        </a:lnSpc>
                        <a:spcBef>
                          <a:spcPts val="0"/>
                        </a:spcBef>
                        <a:spcAft>
                          <a:spcPts val="0"/>
                        </a:spcAft>
                        <a:buClr>
                          <a:schemeClr val="accent1">
                            <a:lumMod val="75000"/>
                          </a:schemeClr>
                        </a:buClr>
                        <a:buSzTx/>
                        <a:buFont typeface="Arial" charset="0"/>
                        <a:buChar char="•"/>
                        <a:tabLst/>
                        <a:defRPr/>
                      </a:pPr>
                      <a:r>
                        <a:rPr kumimoji="1" lang="ja-JP" altLang="en-US" sz="900" b="0" kern="1200" dirty="0">
                          <a:solidFill>
                            <a:schemeClr val="tx1"/>
                          </a:solidFill>
                          <a:latin typeface="Meiryo" charset="-128"/>
                          <a:ea typeface="Meiryo" charset="-128"/>
                          <a:cs typeface="Meiryo" charset="-128"/>
                        </a:rPr>
                        <a:t>共同通信社様　など</a:t>
                      </a:r>
                      <a:endParaRPr kumimoji="1" lang="en-US" altLang="ja-JP" sz="900" b="0" kern="1200" dirty="0">
                        <a:solidFill>
                          <a:schemeClr val="tx1"/>
                        </a:solidFill>
                        <a:latin typeface="Meiryo" charset="-128"/>
                        <a:ea typeface="Meiryo" charset="-128"/>
                        <a:cs typeface="Meiryo" charset="-128"/>
                      </a:endParaRPr>
                    </a:p>
                  </a:txBody>
                  <a:tcPr marL="0" marR="0" marT="72000" marB="72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40319472"/>
                  </a:ext>
                </a:extLst>
              </a:tr>
              <a:tr h="975184">
                <a:tc>
                  <a:txBody>
                    <a:bodyPr/>
                    <a:lstStyle/>
                    <a:p>
                      <a:r>
                        <a:rPr kumimoji="1" lang="ja-JP" altLang="en-US" sz="900" b="0">
                          <a:solidFill>
                            <a:schemeClr val="tx1"/>
                          </a:solidFill>
                          <a:latin typeface="Meiryo" charset="-128"/>
                          <a:ea typeface="Meiryo" charset="-128"/>
                          <a:cs typeface="Meiryo" charset="-128"/>
                        </a:rPr>
                        <a:t>得意分野</a:t>
                      </a:r>
                    </a:p>
                  </a:txBody>
                  <a:tcPr marL="86642" marR="86642" marT="72000" marB="72000" anchor="ctr">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BEDEFE"/>
                    </a:solidFill>
                  </a:tcPr>
                </a:tc>
                <a:tc gridSpan="2">
                  <a:txBody>
                    <a:bodyPr/>
                    <a:lstStyle/>
                    <a:p>
                      <a:pPr marL="171450" indent="-171450" algn="l">
                        <a:buClr>
                          <a:schemeClr val="accent1">
                            <a:lumMod val="75000"/>
                          </a:schemeClr>
                        </a:buClr>
                        <a:buFont typeface="Arial" charset="0"/>
                        <a:buChar char="•"/>
                      </a:pPr>
                      <a:r>
                        <a:rPr lang="en-US" altLang="ja-JP" sz="900" b="0" dirty="0">
                          <a:solidFill>
                            <a:schemeClr val="tx1"/>
                          </a:solidFill>
                          <a:latin typeface="Meiryo"/>
                          <a:ea typeface="Meiryo"/>
                          <a:cs typeface="Meiryo" charset="-128"/>
                        </a:rPr>
                        <a:t>Windows</a:t>
                      </a:r>
                      <a:r>
                        <a:rPr lang="ja-JP" altLang="en-US" sz="900" b="0" dirty="0">
                          <a:solidFill>
                            <a:schemeClr val="tx1"/>
                          </a:solidFill>
                          <a:latin typeface="Meiryo"/>
                          <a:ea typeface="Meiryo"/>
                          <a:cs typeface="Meiryo" charset="-128"/>
                        </a:rPr>
                        <a:t>製品群を使った業務システムの開発・運用</a:t>
                      </a:r>
                      <a:endParaRPr lang="en-US" altLang="ja-JP" sz="900" b="0" dirty="0">
                        <a:solidFill>
                          <a:schemeClr val="tx1"/>
                        </a:solidFill>
                        <a:latin typeface="Meiryo"/>
                        <a:ea typeface="Meiryo"/>
                        <a:cs typeface="Meiryo" charset="-128"/>
                      </a:endParaRPr>
                    </a:p>
                    <a:p>
                      <a:pPr marL="171450" marR="0" indent="-171450" algn="l" defTabSz="914400" rtl="0" eaLnBrk="1" fontAlgn="auto" latinLnBrk="0" hangingPunct="1">
                        <a:lnSpc>
                          <a:spcPct val="100000"/>
                        </a:lnSpc>
                        <a:spcBef>
                          <a:spcPts val="0"/>
                        </a:spcBef>
                        <a:spcAft>
                          <a:spcPts val="0"/>
                        </a:spcAft>
                        <a:buClr>
                          <a:schemeClr val="accent1">
                            <a:lumMod val="75000"/>
                          </a:schemeClr>
                        </a:buClr>
                        <a:buSzTx/>
                        <a:buFont typeface="Arial" charset="0"/>
                        <a:buChar char="•"/>
                        <a:tabLst/>
                        <a:defRPr/>
                      </a:pPr>
                      <a:r>
                        <a:rPr lang="en-US" altLang="ja-JP" sz="900" b="0" dirty="0">
                          <a:solidFill>
                            <a:schemeClr val="tx1"/>
                          </a:solidFill>
                          <a:latin typeface="Meiryo"/>
                          <a:ea typeface="Meiryo"/>
                          <a:cs typeface="Meiryo" charset="-128"/>
                        </a:rPr>
                        <a:t>XML</a:t>
                      </a:r>
                      <a:r>
                        <a:rPr lang="ja-JP" altLang="en-US" sz="900" b="0" dirty="0">
                          <a:solidFill>
                            <a:schemeClr val="tx1"/>
                          </a:solidFill>
                          <a:latin typeface="Meiryo"/>
                          <a:ea typeface="Meiryo"/>
                          <a:cs typeface="Meiryo" charset="-128"/>
                        </a:rPr>
                        <a:t>コンテンツ作成・検索システムの開発</a:t>
                      </a:r>
                      <a:endParaRPr lang="en-US" altLang="ja-JP" sz="900" b="0" dirty="0">
                        <a:solidFill>
                          <a:schemeClr val="tx1"/>
                        </a:solidFill>
                        <a:latin typeface="Meiryo"/>
                        <a:ea typeface="Meiryo"/>
                        <a:cs typeface="Meiryo" charset="-128"/>
                      </a:endParaRPr>
                    </a:p>
                    <a:p>
                      <a:pPr marL="171450" indent="-171450" algn="l">
                        <a:buClr>
                          <a:schemeClr val="accent1">
                            <a:lumMod val="75000"/>
                          </a:schemeClr>
                        </a:buClr>
                        <a:buFont typeface="Arial" charset="0"/>
                        <a:buChar char="•"/>
                      </a:pPr>
                      <a:r>
                        <a:rPr lang="ja-JP" altLang="en-US" sz="900" b="0" dirty="0">
                          <a:solidFill>
                            <a:schemeClr val="tx1"/>
                          </a:solidFill>
                          <a:latin typeface="Meiryo" charset="-128"/>
                          <a:ea typeface="Meiryo" charset="-128"/>
                          <a:cs typeface="Meiryo" charset="-128"/>
                        </a:rPr>
                        <a:t>日本語関連処理、他国語処理、外字フォントなどの漢字処理 </a:t>
                      </a:r>
                      <a:endParaRPr lang="en-US" altLang="ja-JP" sz="900" b="0" dirty="0">
                        <a:solidFill>
                          <a:schemeClr val="tx1"/>
                        </a:solidFill>
                        <a:latin typeface="Meiryo" charset="-128"/>
                        <a:ea typeface="Meiryo" charset="-128"/>
                        <a:cs typeface="Meiryo" charset="-128"/>
                      </a:endParaRPr>
                    </a:p>
                    <a:p>
                      <a:pPr marL="171450" indent="-171450" algn="l">
                        <a:buClr>
                          <a:schemeClr val="accent1">
                            <a:lumMod val="75000"/>
                          </a:schemeClr>
                        </a:buClr>
                        <a:buFont typeface="Arial" charset="0"/>
                        <a:buChar char="•"/>
                      </a:pPr>
                      <a:r>
                        <a:rPr lang="ja-JP" altLang="en-US" sz="900" b="0" dirty="0">
                          <a:solidFill>
                            <a:schemeClr val="tx1"/>
                          </a:solidFill>
                          <a:latin typeface="Meiryo" charset="-128"/>
                          <a:ea typeface="Meiryo" charset="-128"/>
                          <a:cs typeface="Meiryo" charset="-128"/>
                        </a:rPr>
                        <a:t>スマートデバイス（</a:t>
                      </a:r>
                      <a:r>
                        <a:rPr lang="en-US" altLang="ja-JP" sz="900" b="0" dirty="0" err="1">
                          <a:solidFill>
                            <a:schemeClr val="tx1"/>
                          </a:solidFill>
                          <a:latin typeface="Meiryo" charset="-128"/>
                          <a:ea typeface="Meiryo" charset="-128"/>
                          <a:cs typeface="Meiryo" charset="-128"/>
                        </a:rPr>
                        <a:t>iPhone,Android</a:t>
                      </a:r>
                      <a:r>
                        <a:rPr lang="ja-JP" altLang="en-US" sz="900" b="0" dirty="0">
                          <a:solidFill>
                            <a:schemeClr val="tx1"/>
                          </a:solidFill>
                          <a:latin typeface="Meiryo" charset="-128"/>
                          <a:ea typeface="Meiryo" charset="-128"/>
                          <a:cs typeface="Meiryo" charset="-128"/>
                        </a:rPr>
                        <a:t>）アプリケーションの開発</a:t>
                      </a:r>
                      <a:endParaRPr lang="en-US" altLang="ja-JP" sz="900" b="0" dirty="0">
                        <a:solidFill>
                          <a:schemeClr val="tx1"/>
                        </a:solidFill>
                        <a:latin typeface="Meiryo" charset="-128"/>
                        <a:ea typeface="Meiryo" charset="-128"/>
                        <a:cs typeface="Meiryo" charset="-128"/>
                      </a:endParaRPr>
                    </a:p>
                    <a:p>
                      <a:pPr marL="171450" indent="-171450" algn="l">
                        <a:buClr>
                          <a:schemeClr val="accent1">
                            <a:lumMod val="75000"/>
                          </a:schemeClr>
                        </a:buClr>
                        <a:buFont typeface="Arial" charset="0"/>
                        <a:buChar char="•"/>
                      </a:pPr>
                      <a:r>
                        <a:rPr lang="en-US" altLang="ja-JP" sz="900" b="0" dirty="0">
                          <a:solidFill>
                            <a:schemeClr val="tx1"/>
                          </a:solidFill>
                          <a:latin typeface="Meiryo"/>
                          <a:ea typeface="Meiryo"/>
                          <a:cs typeface="Meiryo" charset="-128"/>
                        </a:rPr>
                        <a:t>EPUB</a:t>
                      </a:r>
                      <a:r>
                        <a:rPr lang="ja-JP" altLang="en-US" sz="900" b="0" dirty="0">
                          <a:solidFill>
                            <a:schemeClr val="tx1"/>
                          </a:solidFill>
                          <a:latin typeface="Meiryo"/>
                          <a:ea typeface="Meiryo"/>
                          <a:cs typeface="Meiryo" charset="-128"/>
                        </a:rPr>
                        <a:t>の推進、及び電子書籍関連システムの開発</a:t>
                      </a:r>
                      <a:endParaRPr lang="en-US" altLang="ja-JP" sz="900" b="0" dirty="0">
                        <a:solidFill>
                          <a:schemeClr val="tx1"/>
                        </a:solidFill>
                        <a:latin typeface="Meiryo"/>
                        <a:ea typeface="Meiryo"/>
                        <a:cs typeface="Meiryo" charset="-128"/>
                      </a:endParaRPr>
                    </a:p>
                    <a:p>
                      <a:pPr marL="171450" indent="-171450" algn="l">
                        <a:buClr>
                          <a:schemeClr val="accent1">
                            <a:lumMod val="75000"/>
                          </a:schemeClr>
                        </a:buClr>
                        <a:buFont typeface="Arial" charset="0"/>
                        <a:buChar char="•"/>
                      </a:pPr>
                      <a:r>
                        <a:rPr lang="ja-JP" altLang="en-US" sz="900" b="0" dirty="0">
                          <a:solidFill>
                            <a:schemeClr val="tx1"/>
                          </a:solidFill>
                          <a:latin typeface="Meiryo"/>
                          <a:ea typeface="Meiryo"/>
                          <a:cs typeface="Meiryo" charset="-128"/>
                        </a:rPr>
                        <a:t>得意言語：</a:t>
                      </a:r>
                      <a:r>
                        <a:rPr lang="en-US" altLang="ja-JP" sz="900" b="0" dirty="0">
                          <a:solidFill>
                            <a:schemeClr val="tx1"/>
                          </a:solidFill>
                          <a:latin typeface="Meiryo"/>
                          <a:ea typeface="Meiryo"/>
                          <a:cs typeface="Meiryo" charset="-128"/>
                        </a:rPr>
                        <a:t>C</a:t>
                      </a:r>
                      <a:r>
                        <a:rPr lang="ja-JP" altLang="en-US" sz="900" b="0" dirty="0">
                          <a:solidFill>
                            <a:schemeClr val="tx1"/>
                          </a:solidFill>
                          <a:latin typeface="Meiryo"/>
                          <a:ea typeface="Meiryo"/>
                          <a:cs typeface="Meiryo" charset="-128"/>
                        </a:rPr>
                        <a:t>♯</a:t>
                      </a:r>
                      <a:endParaRPr lang="en-US" altLang="ja-JP" sz="900" b="0" dirty="0">
                        <a:solidFill>
                          <a:schemeClr val="tx1"/>
                        </a:solidFill>
                        <a:latin typeface="Meiryo"/>
                        <a:ea typeface="Meiryo"/>
                        <a:cs typeface="Meiryo" charset="-128"/>
                      </a:endParaRPr>
                    </a:p>
                  </a:txBody>
                  <a:tcPr marL="180000" marR="86642" marT="72000" marB="72000" anchor="ctr">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altLang="ja-JP" sz="1600"/>
                    </a:p>
                  </a:txBody>
                  <a:tcPr/>
                </a:tc>
                <a:extLst>
                  <a:ext uri="{0D108BD9-81ED-4DB2-BD59-A6C34878D82A}">
                    <a16:rowId xmlns:a16="http://schemas.microsoft.com/office/drawing/2014/main" val="10007"/>
                  </a:ext>
                </a:extLst>
              </a:tr>
            </a:tbl>
          </a:graphicData>
        </a:graphic>
      </p:graphicFrame>
      <p:pic>
        <p:nvPicPr>
          <p:cNvPr id="10" name="図 9">
            <a:extLst>
              <a:ext uri="{FF2B5EF4-FFF2-40B4-BE49-F238E27FC236}">
                <a16:creationId xmlns:a16="http://schemas.microsoft.com/office/drawing/2014/main" id="{263979B3-73BF-4370-9318-29BF721FECE0}"/>
              </a:ext>
            </a:extLst>
          </p:cNvPr>
          <p:cNvPicPr>
            <a:picLocks noChangeAspect="1"/>
          </p:cNvPicPr>
          <p:nvPr/>
        </p:nvPicPr>
        <p:blipFill rotWithShape="1">
          <a:blip r:embed="rId3" cstate="screen">
            <a:extLst>
              <a:ext uri="{28A0092B-C50C-407E-A947-70E740481C1C}">
                <a14:useLocalDpi xmlns:a14="http://schemas.microsoft.com/office/drawing/2010/main" val="0"/>
              </a:ext>
            </a:extLst>
          </a:blip>
          <a:srcRect t="3183" b="6587"/>
          <a:stretch/>
        </p:blipFill>
        <p:spPr>
          <a:xfrm>
            <a:off x="10133828" y="0"/>
            <a:ext cx="2058173" cy="6109453"/>
          </a:xfrm>
          <a:prstGeom prst="rect">
            <a:avLst/>
          </a:prstGeom>
        </p:spPr>
      </p:pic>
      <p:sp>
        <p:nvSpPr>
          <p:cNvPr id="2" name="スライド番号プレースホルダー 1">
            <a:extLst>
              <a:ext uri="{FF2B5EF4-FFF2-40B4-BE49-F238E27FC236}">
                <a16:creationId xmlns:a16="http://schemas.microsoft.com/office/drawing/2014/main" id="{B4F68532-8A76-39AB-0812-FA2F555F46A7}"/>
              </a:ext>
            </a:extLst>
          </p:cNvPr>
          <p:cNvSpPr txBox="1">
            <a:spLocks/>
          </p:cNvSpPr>
          <p:nvPr/>
        </p:nvSpPr>
        <p:spPr>
          <a:xfrm>
            <a:off x="11832000" y="6551708"/>
            <a:ext cx="360000" cy="247650"/>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D8B2CA-0216-482D-9F43-5479A975FC55}" type="slidenum">
              <a:rPr lang="ja-JP" altLang="en-US" smtClean="0"/>
              <a:pPr/>
              <a:t>46</a:t>
            </a:fld>
            <a:endParaRPr lang="ja-JP" altLang="en-US" dirty="0"/>
          </a:p>
        </p:txBody>
      </p:sp>
    </p:spTree>
    <p:extLst>
      <p:ext uri="{BB962C8B-B14F-4D97-AF65-F5344CB8AC3E}">
        <p14:creationId xmlns:p14="http://schemas.microsoft.com/office/powerpoint/2010/main" val="42487206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FA1C96FD-78C4-4BD4-8B14-8C3F643FD42D}"/>
              </a:ext>
            </a:extLst>
          </p:cNvPr>
          <p:cNvSpPr>
            <a:spLocks noGrp="1"/>
          </p:cNvSpPr>
          <p:nvPr>
            <p:ph type="sldNum" sz="quarter" idx="12"/>
          </p:nvPr>
        </p:nvSpPr>
        <p:spPr/>
        <p:txBody>
          <a:bodyPr/>
          <a:lstStyle/>
          <a:p>
            <a:fld id="{31D8B2CA-0216-482D-9F43-5479A975FC55}" type="slidenum">
              <a:rPr kumimoji="1" lang="ja-JP" altLang="en-US" smtClean="0"/>
              <a:t>47</a:t>
            </a:fld>
            <a:endParaRPr kumimoji="1" lang="ja-JP" altLang="en-US"/>
          </a:p>
        </p:txBody>
      </p:sp>
      <p:sp>
        <p:nvSpPr>
          <p:cNvPr id="4" name="タイトル 3">
            <a:extLst>
              <a:ext uri="{FF2B5EF4-FFF2-40B4-BE49-F238E27FC236}">
                <a16:creationId xmlns:a16="http://schemas.microsoft.com/office/drawing/2014/main" id="{CB9CA96B-5394-49BE-B935-0A6F399959CC}"/>
              </a:ext>
            </a:extLst>
          </p:cNvPr>
          <p:cNvSpPr txBox="1">
            <a:spLocks/>
          </p:cNvSpPr>
          <p:nvPr/>
        </p:nvSpPr>
        <p:spPr>
          <a:xfrm>
            <a:off x="576000" y="230485"/>
            <a:ext cx="7984559" cy="556212"/>
          </a:xfrm>
          <a:prstGeom prst="rect">
            <a:avLst/>
          </a:prstGeom>
        </p:spPr>
        <p:txBody>
          <a:bodyPr vert="horz" lIns="0" tIns="0" rIns="0" bIns="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3200" b="1">
                <a:latin typeface="メイリオ" panose="020B0604030504040204" pitchFamily="50" charset="-128"/>
                <a:ea typeface="メイリオ" panose="020B0604030504040204" pitchFamily="50" charset="-128"/>
              </a:rPr>
              <a:t>沿革</a:t>
            </a:r>
          </a:p>
        </p:txBody>
      </p:sp>
      <p:sp>
        <p:nvSpPr>
          <p:cNvPr id="6" name="正方形/長方形 5">
            <a:extLst>
              <a:ext uri="{FF2B5EF4-FFF2-40B4-BE49-F238E27FC236}">
                <a16:creationId xmlns:a16="http://schemas.microsoft.com/office/drawing/2014/main" id="{C527E5C2-56D8-4EDE-8053-3D2C125C3DBB}"/>
              </a:ext>
            </a:extLst>
          </p:cNvPr>
          <p:cNvSpPr/>
          <p:nvPr/>
        </p:nvSpPr>
        <p:spPr>
          <a:xfrm>
            <a:off x="360000" y="1"/>
            <a:ext cx="72000" cy="684000"/>
          </a:xfrm>
          <a:prstGeom prst="rect">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C8BB9FC7-58F3-40A8-8518-1F4354F80C68}"/>
              </a:ext>
            </a:extLst>
          </p:cNvPr>
          <p:cNvCxnSpPr/>
          <p:nvPr/>
        </p:nvCxnSpPr>
        <p:spPr>
          <a:xfrm>
            <a:off x="0" y="3429000"/>
            <a:ext cx="12192000" cy="0"/>
          </a:xfrm>
          <a:prstGeom prst="line">
            <a:avLst/>
          </a:prstGeom>
          <a:ln w="28575">
            <a:solidFill>
              <a:srgbClr val="0380F8"/>
            </a:solidFill>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43E4C781-CB5D-42E8-B05B-AF0B740F3094}"/>
              </a:ext>
            </a:extLst>
          </p:cNvPr>
          <p:cNvSpPr txBox="1"/>
          <p:nvPr/>
        </p:nvSpPr>
        <p:spPr>
          <a:xfrm>
            <a:off x="410259" y="2781444"/>
            <a:ext cx="1356119" cy="430887"/>
          </a:xfrm>
          <a:prstGeom prst="rect">
            <a:avLst/>
          </a:prstGeom>
          <a:noFill/>
        </p:spPr>
        <p:txBody>
          <a:bodyPr wrap="square" lIns="0" tIns="0" rIns="0" bIns="0" rtlCol="0">
            <a:spAutoFit/>
          </a:bodyPr>
          <a:lstStyle/>
          <a:p>
            <a:r>
              <a:rPr kumimoji="1"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rPr>
              <a:t>1985</a:t>
            </a:r>
          </a:p>
        </p:txBody>
      </p:sp>
      <p:sp>
        <p:nvSpPr>
          <p:cNvPr id="17" name="テキスト ボックス 16">
            <a:extLst>
              <a:ext uri="{FF2B5EF4-FFF2-40B4-BE49-F238E27FC236}">
                <a16:creationId xmlns:a16="http://schemas.microsoft.com/office/drawing/2014/main" id="{E339188D-9C3E-46DA-88B7-E23C9A85D243}"/>
              </a:ext>
            </a:extLst>
          </p:cNvPr>
          <p:cNvSpPr txBox="1"/>
          <p:nvPr/>
        </p:nvSpPr>
        <p:spPr>
          <a:xfrm>
            <a:off x="426567" y="1087211"/>
            <a:ext cx="1071635" cy="397801"/>
          </a:xfrm>
          <a:prstGeom prst="rect">
            <a:avLst/>
          </a:prstGeom>
          <a:noFill/>
        </p:spPr>
        <p:txBody>
          <a:bodyPr wrap="square" lIns="0" tIns="0" rIns="0" bIns="0" rtlCol="0">
            <a:spAutoFit/>
          </a:bodyPr>
          <a:lstStyle/>
          <a:p>
            <a:pPr>
              <a:lnSpc>
                <a:spcPct val="120000"/>
              </a:lnSpc>
            </a:pPr>
            <a:r>
              <a:rPr kumimoji="1" lang="ja-JP" altLang="en-US" sz="1100">
                <a:latin typeface="メイリオ" panose="020B0604030504040204" pitchFamily="50" charset="-128"/>
                <a:ea typeface="メイリオ" panose="020B0604030504040204" pitchFamily="50" charset="-128"/>
              </a:rPr>
              <a:t>渋谷区神宮前で創業</a:t>
            </a:r>
            <a:endParaRPr kumimoji="1" lang="en-US" altLang="ja-JP" sz="1100">
              <a:latin typeface="メイリオ" panose="020B0604030504040204" pitchFamily="50" charset="-128"/>
              <a:ea typeface="メイリオ" panose="020B0604030504040204" pitchFamily="50" charset="-128"/>
            </a:endParaRPr>
          </a:p>
        </p:txBody>
      </p:sp>
      <p:grpSp>
        <p:nvGrpSpPr>
          <p:cNvPr id="71" name="グループ化 70">
            <a:extLst>
              <a:ext uri="{FF2B5EF4-FFF2-40B4-BE49-F238E27FC236}">
                <a16:creationId xmlns:a16="http://schemas.microsoft.com/office/drawing/2014/main" id="{DF9EE8C9-2A9E-4319-A283-92D77E9B393F}"/>
              </a:ext>
            </a:extLst>
          </p:cNvPr>
          <p:cNvGrpSpPr/>
          <p:nvPr/>
        </p:nvGrpSpPr>
        <p:grpSpPr>
          <a:xfrm>
            <a:off x="219705" y="1080000"/>
            <a:ext cx="252000" cy="2475000"/>
            <a:chOff x="570371" y="1080000"/>
            <a:chExt cx="252000" cy="2475000"/>
          </a:xfrm>
        </p:grpSpPr>
        <p:sp>
          <p:nvSpPr>
            <p:cNvPr id="13" name="楕円 12">
              <a:extLst>
                <a:ext uri="{FF2B5EF4-FFF2-40B4-BE49-F238E27FC236}">
                  <a16:creationId xmlns:a16="http://schemas.microsoft.com/office/drawing/2014/main" id="{A22F34E9-08AB-4377-B3C3-005E4271558B}"/>
                </a:ext>
              </a:extLst>
            </p:cNvPr>
            <p:cNvSpPr/>
            <p:nvPr/>
          </p:nvSpPr>
          <p:spPr>
            <a:xfrm>
              <a:off x="570371" y="3303000"/>
              <a:ext cx="252000" cy="252000"/>
            </a:xfrm>
            <a:prstGeom prst="ellipse">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1" name="直線コネクタ 30">
              <a:extLst>
                <a:ext uri="{FF2B5EF4-FFF2-40B4-BE49-F238E27FC236}">
                  <a16:creationId xmlns:a16="http://schemas.microsoft.com/office/drawing/2014/main" id="{B434EC5C-7CD2-4124-8D04-7D6DB6D200DD}"/>
                </a:ext>
              </a:extLst>
            </p:cNvPr>
            <p:cNvCxnSpPr>
              <a:cxnSpLocks/>
            </p:cNvCxnSpPr>
            <p:nvPr/>
          </p:nvCxnSpPr>
          <p:spPr>
            <a:xfrm flipV="1">
              <a:off x="696371" y="1080000"/>
              <a:ext cx="0" cy="2224669"/>
            </a:xfrm>
            <a:prstGeom prst="line">
              <a:avLst/>
            </a:prstGeom>
            <a:ln>
              <a:solidFill>
                <a:srgbClr val="0380F8"/>
              </a:solidFill>
            </a:ln>
          </p:spPr>
          <p:style>
            <a:lnRef idx="1">
              <a:schemeClr val="accent1"/>
            </a:lnRef>
            <a:fillRef idx="0">
              <a:schemeClr val="accent1"/>
            </a:fillRef>
            <a:effectRef idx="0">
              <a:schemeClr val="accent1"/>
            </a:effectRef>
            <a:fontRef idx="minor">
              <a:schemeClr val="tx1"/>
            </a:fontRef>
          </p:style>
        </p:cxnSp>
      </p:grpSp>
      <p:grpSp>
        <p:nvGrpSpPr>
          <p:cNvPr id="72" name="グループ化 71">
            <a:extLst>
              <a:ext uri="{FF2B5EF4-FFF2-40B4-BE49-F238E27FC236}">
                <a16:creationId xmlns:a16="http://schemas.microsoft.com/office/drawing/2014/main" id="{23C9C835-7E1C-4335-A510-CB6130B842A0}"/>
              </a:ext>
            </a:extLst>
          </p:cNvPr>
          <p:cNvGrpSpPr/>
          <p:nvPr/>
        </p:nvGrpSpPr>
        <p:grpSpPr>
          <a:xfrm>
            <a:off x="1029098" y="3303000"/>
            <a:ext cx="252000" cy="2464637"/>
            <a:chOff x="1379764" y="3303000"/>
            <a:chExt cx="252000" cy="2464637"/>
          </a:xfrm>
        </p:grpSpPr>
        <p:sp>
          <p:nvSpPr>
            <p:cNvPr id="18" name="楕円 17">
              <a:extLst>
                <a:ext uri="{FF2B5EF4-FFF2-40B4-BE49-F238E27FC236}">
                  <a16:creationId xmlns:a16="http://schemas.microsoft.com/office/drawing/2014/main" id="{B6F633CB-9C92-40EA-B014-067245F59415}"/>
                </a:ext>
              </a:extLst>
            </p:cNvPr>
            <p:cNvSpPr/>
            <p:nvPr/>
          </p:nvSpPr>
          <p:spPr>
            <a:xfrm>
              <a:off x="1379764" y="3303000"/>
              <a:ext cx="252000" cy="252000"/>
            </a:xfrm>
            <a:prstGeom prst="ellipse">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4" name="直線コネクタ 33">
              <a:extLst>
                <a:ext uri="{FF2B5EF4-FFF2-40B4-BE49-F238E27FC236}">
                  <a16:creationId xmlns:a16="http://schemas.microsoft.com/office/drawing/2014/main" id="{F980C61D-DD8F-4DA7-B952-C05F65D821D6}"/>
                </a:ext>
              </a:extLst>
            </p:cNvPr>
            <p:cNvCxnSpPr>
              <a:cxnSpLocks/>
            </p:cNvCxnSpPr>
            <p:nvPr/>
          </p:nvCxnSpPr>
          <p:spPr>
            <a:xfrm flipV="1">
              <a:off x="1505764" y="3542968"/>
              <a:ext cx="0" cy="2224669"/>
            </a:xfrm>
            <a:prstGeom prst="line">
              <a:avLst/>
            </a:prstGeom>
            <a:ln>
              <a:solidFill>
                <a:srgbClr val="0380F8"/>
              </a:solidFill>
            </a:ln>
          </p:spPr>
          <p:style>
            <a:lnRef idx="1">
              <a:schemeClr val="accent1"/>
            </a:lnRef>
            <a:fillRef idx="0">
              <a:schemeClr val="accent1"/>
            </a:fillRef>
            <a:effectRef idx="0">
              <a:schemeClr val="accent1"/>
            </a:effectRef>
            <a:fontRef idx="minor">
              <a:schemeClr val="tx1"/>
            </a:fontRef>
          </p:style>
        </p:cxnSp>
      </p:grpSp>
      <p:sp>
        <p:nvSpPr>
          <p:cNvPr id="35" name="テキスト ボックス 34">
            <a:extLst>
              <a:ext uri="{FF2B5EF4-FFF2-40B4-BE49-F238E27FC236}">
                <a16:creationId xmlns:a16="http://schemas.microsoft.com/office/drawing/2014/main" id="{4098FBB4-072C-48C2-AFED-BE82556507A6}"/>
              </a:ext>
            </a:extLst>
          </p:cNvPr>
          <p:cNvSpPr txBox="1"/>
          <p:nvPr/>
        </p:nvSpPr>
        <p:spPr>
          <a:xfrm>
            <a:off x="1227747" y="3678629"/>
            <a:ext cx="1356119" cy="430887"/>
          </a:xfrm>
          <a:prstGeom prst="rect">
            <a:avLst/>
          </a:prstGeom>
          <a:noFill/>
        </p:spPr>
        <p:txBody>
          <a:bodyPr wrap="square" lIns="0" tIns="0" rIns="0" bIns="0" rtlCol="0">
            <a:spAutoFit/>
          </a:bodyPr>
          <a:lstStyle/>
          <a:p>
            <a:r>
              <a:rPr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rPr>
              <a:t>1989</a:t>
            </a:r>
            <a:endParaRPr kumimoji="1"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endParaRPr>
          </a:p>
        </p:txBody>
      </p:sp>
      <p:sp>
        <p:nvSpPr>
          <p:cNvPr id="36" name="テキスト ボックス 35">
            <a:extLst>
              <a:ext uri="{FF2B5EF4-FFF2-40B4-BE49-F238E27FC236}">
                <a16:creationId xmlns:a16="http://schemas.microsoft.com/office/drawing/2014/main" id="{6F9BA4BB-B24D-4E34-8E57-3E238CE0C1A7}"/>
              </a:ext>
            </a:extLst>
          </p:cNvPr>
          <p:cNvSpPr txBox="1"/>
          <p:nvPr/>
        </p:nvSpPr>
        <p:spPr>
          <a:xfrm>
            <a:off x="1245271" y="4467478"/>
            <a:ext cx="1402605" cy="397801"/>
          </a:xfrm>
          <a:prstGeom prst="rect">
            <a:avLst/>
          </a:prstGeom>
          <a:noFill/>
        </p:spPr>
        <p:txBody>
          <a:bodyPr wrap="square" lIns="0" tIns="0" rIns="0" bIns="0" rtlCol="0">
            <a:spAutoFit/>
          </a:bodyPr>
          <a:lstStyle/>
          <a:p>
            <a:pPr>
              <a:lnSpc>
                <a:spcPct val="120000"/>
              </a:lnSpc>
            </a:pPr>
            <a:r>
              <a:rPr lang="en-US" altLang="ja-JP" sz="1100">
                <a:latin typeface="メイリオ" panose="020B0604030504040204" pitchFamily="50" charset="-128"/>
                <a:ea typeface="メイリオ" panose="020B0604030504040204" pitchFamily="50" charset="-128"/>
              </a:rPr>
              <a:t>Windows</a:t>
            </a:r>
            <a:r>
              <a:rPr lang="ja-JP" altLang="en-US" sz="1100">
                <a:latin typeface="メイリオ" panose="020B0604030504040204" pitchFamily="50" charset="-128"/>
                <a:ea typeface="メイリオ" panose="020B0604030504040204" pitchFamily="50" charset="-128"/>
              </a:rPr>
              <a:t> </a:t>
            </a:r>
            <a:r>
              <a:rPr lang="en-US" altLang="ja-JP" sz="1100">
                <a:latin typeface="メイリオ" panose="020B0604030504040204" pitchFamily="50" charset="-128"/>
                <a:ea typeface="メイリオ" panose="020B0604030504040204" pitchFamily="50" charset="-128"/>
              </a:rPr>
              <a:t>Printer</a:t>
            </a:r>
            <a:r>
              <a:rPr lang="ja-JP" altLang="en-US" sz="1100">
                <a:latin typeface="メイリオ" panose="020B0604030504040204" pitchFamily="50" charset="-128"/>
                <a:ea typeface="メイリオ" panose="020B0604030504040204" pitchFamily="50" charset="-128"/>
              </a:rPr>
              <a:t> </a:t>
            </a:r>
            <a:r>
              <a:rPr lang="en-US" altLang="ja-JP" sz="1100">
                <a:latin typeface="メイリオ" panose="020B0604030504040204" pitchFamily="50" charset="-128"/>
                <a:ea typeface="メイリオ" panose="020B0604030504040204" pitchFamily="50" charset="-128"/>
              </a:rPr>
              <a:t>Driver</a:t>
            </a:r>
            <a:r>
              <a:rPr lang="ja-JP" altLang="en-US" sz="1100">
                <a:latin typeface="メイリオ" panose="020B0604030504040204" pitchFamily="50" charset="-128"/>
                <a:ea typeface="メイリオ" panose="020B0604030504040204" pitchFamily="50" charset="-128"/>
              </a:rPr>
              <a:t>独占開発</a:t>
            </a:r>
            <a:endParaRPr kumimoji="1" lang="en-US" altLang="ja-JP" sz="1100">
              <a:latin typeface="メイリオ" panose="020B0604030504040204" pitchFamily="50" charset="-128"/>
              <a:ea typeface="メイリオ" panose="020B0604030504040204" pitchFamily="50" charset="-128"/>
            </a:endParaRPr>
          </a:p>
        </p:txBody>
      </p:sp>
      <p:grpSp>
        <p:nvGrpSpPr>
          <p:cNvPr id="73" name="グループ化 72">
            <a:extLst>
              <a:ext uri="{FF2B5EF4-FFF2-40B4-BE49-F238E27FC236}">
                <a16:creationId xmlns:a16="http://schemas.microsoft.com/office/drawing/2014/main" id="{1580440F-DFD9-49BC-83AB-15B628E69CE0}"/>
              </a:ext>
            </a:extLst>
          </p:cNvPr>
          <p:cNvGrpSpPr/>
          <p:nvPr/>
        </p:nvGrpSpPr>
        <p:grpSpPr>
          <a:xfrm>
            <a:off x="1838491" y="1080000"/>
            <a:ext cx="252000" cy="2475000"/>
            <a:chOff x="2189157" y="1080000"/>
            <a:chExt cx="252000" cy="2475000"/>
          </a:xfrm>
        </p:grpSpPr>
        <p:sp>
          <p:nvSpPr>
            <p:cNvPr id="19" name="楕円 18">
              <a:extLst>
                <a:ext uri="{FF2B5EF4-FFF2-40B4-BE49-F238E27FC236}">
                  <a16:creationId xmlns:a16="http://schemas.microsoft.com/office/drawing/2014/main" id="{998D7457-33BC-4DE0-90ED-DF8312113DFE}"/>
                </a:ext>
              </a:extLst>
            </p:cNvPr>
            <p:cNvSpPr/>
            <p:nvPr/>
          </p:nvSpPr>
          <p:spPr>
            <a:xfrm>
              <a:off x="2189157" y="3303000"/>
              <a:ext cx="252000" cy="252000"/>
            </a:xfrm>
            <a:prstGeom prst="ellipse">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9" name="直線コネクタ 38">
              <a:extLst>
                <a:ext uri="{FF2B5EF4-FFF2-40B4-BE49-F238E27FC236}">
                  <a16:creationId xmlns:a16="http://schemas.microsoft.com/office/drawing/2014/main" id="{6D403C03-1060-40DB-A659-6A7FF85DB141}"/>
                </a:ext>
              </a:extLst>
            </p:cNvPr>
            <p:cNvCxnSpPr>
              <a:cxnSpLocks/>
            </p:cNvCxnSpPr>
            <p:nvPr/>
          </p:nvCxnSpPr>
          <p:spPr>
            <a:xfrm flipV="1">
              <a:off x="2315157" y="1080000"/>
              <a:ext cx="0" cy="2224669"/>
            </a:xfrm>
            <a:prstGeom prst="line">
              <a:avLst/>
            </a:prstGeom>
            <a:ln>
              <a:solidFill>
                <a:srgbClr val="0380F8"/>
              </a:solidFill>
            </a:ln>
          </p:spPr>
          <p:style>
            <a:lnRef idx="1">
              <a:schemeClr val="accent1"/>
            </a:lnRef>
            <a:fillRef idx="0">
              <a:schemeClr val="accent1"/>
            </a:fillRef>
            <a:effectRef idx="0">
              <a:schemeClr val="accent1"/>
            </a:effectRef>
            <a:fontRef idx="minor">
              <a:schemeClr val="tx1"/>
            </a:fontRef>
          </p:style>
        </p:cxnSp>
      </p:grpSp>
      <p:grpSp>
        <p:nvGrpSpPr>
          <p:cNvPr id="74" name="グループ化 73">
            <a:extLst>
              <a:ext uri="{FF2B5EF4-FFF2-40B4-BE49-F238E27FC236}">
                <a16:creationId xmlns:a16="http://schemas.microsoft.com/office/drawing/2014/main" id="{53EEEF2E-D09D-4203-81D9-6989E7F51AF8}"/>
              </a:ext>
            </a:extLst>
          </p:cNvPr>
          <p:cNvGrpSpPr/>
          <p:nvPr/>
        </p:nvGrpSpPr>
        <p:grpSpPr>
          <a:xfrm>
            <a:off x="2647884" y="3303000"/>
            <a:ext cx="252000" cy="2464637"/>
            <a:chOff x="2998550" y="3303000"/>
            <a:chExt cx="252000" cy="2464637"/>
          </a:xfrm>
        </p:grpSpPr>
        <p:sp>
          <p:nvSpPr>
            <p:cNvPr id="20" name="楕円 19">
              <a:extLst>
                <a:ext uri="{FF2B5EF4-FFF2-40B4-BE49-F238E27FC236}">
                  <a16:creationId xmlns:a16="http://schemas.microsoft.com/office/drawing/2014/main" id="{17437842-867C-4EAB-994E-B321A14E0D80}"/>
                </a:ext>
              </a:extLst>
            </p:cNvPr>
            <p:cNvSpPr/>
            <p:nvPr/>
          </p:nvSpPr>
          <p:spPr>
            <a:xfrm>
              <a:off x="2998550" y="3303000"/>
              <a:ext cx="252000" cy="252000"/>
            </a:xfrm>
            <a:prstGeom prst="ellipse">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0" name="直線コネクタ 39">
              <a:extLst>
                <a:ext uri="{FF2B5EF4-FFF2-40B4-BE49-F238E27FC236}">
                  <a16:creationId xmlns:a16="http://schemas.microsoft.com/office/drawing/2014/main" id="{6EA5F78B-D453-48B9-9A03-6EEE4A7CE900}"/>
                </a:ext>
              </a:extLst>
            </p:cNvPr>
            <p:cNvCxnSpPr>
              <a:cxnSpLocks/>
            </p:cNvCxnSpPr>
            <p:nvPr/>
          </p:nvCxnSpPr>
          <p:spPr>
            <a:xfrm flipV="1">
              <a:off x="3124550" y="3542968"/>
              <a:ext cx="0" cy="2224669"/>
            </a:xfrm>
            <a:prstGeom prst="line">
              <a:avLst/>
            </a:prstGeom>
            <a:ln>
              <a:solidFill>
                <a:srgbClr val="0380F8"/>
              </a:solidFill>
            </a:ln>
          </p:spPr>
          <p:style>
            <a:lnRef idx="1">
              <a:schemeClr val="accent1"/>
            </a:lnRef>
            <a:fillRef idx="0">
              <a:schemeClr val="accent1"/>
            </a:fillRef>
            <a:effectRef idx="0">
              <a:schemeClr val="accent1"/>
            </a:effectRef>
            <a:fontRef idx="minor">
              <a:schemeClr val="tx1"/>
            </a:fontRef>
          </p:style>
        </p:cxnSp>
      </p:grpSp>
      <p:sp>
        <p:nvSpPr>
          <p:cNvPr id="42" name="テキスト ボックス 41">
            <a:extLst>
              <a:ext uri="{FF2B5EF4-FFF2-40B4-BE49-F238E27FC236}">
                <a16:creationId xmlns:a16="http://schemas.microsoft.com/office/drawing/2014/main" id="{1427D20F-2BEA-4BFA-8A32-543AC1C0D4ED}"/>
              </a:ext>
            </a:extLst>
          </p:cNvPr>
          <p:cNvSpPr txBox="1"/>
          <p:nvPr/>
        </p:nvSpPr>
        <p:spPr>
          <a:xfrm>
            <a:off x="2054672" y="1078572"/>
            <a:ext cx="1402605" cy="600934"/>
          </a:xfrm>
          <a:prstGeom prst="rect">
            <a:avLst/>
          </a:prstGeom>
          <a:noFill/>
        </p:spPr>
        <p:txBody>
          <a:bodyPr wrap="square" lIns="0" tIns="0" rIns="0" bIns="0" rtlCol="0">
            <a:spAutoFit/>
          </a:bodyPr>
          <a:lstStyle/>
          <a:p>
            <a:pPr>
              <a:lnSpc>
                <a:spcPct val="120000"/>
              </a:lnSpc>
            </a:pPr>
            <a:r>
              <a:rPr lang="ja-JP" altLang="en-US" sz="1100">
                <a:latin typeface="メイリオ" panose="020B0604030504040204" pitchFamily="50" charset="-128"/>
                <a:ea typeface="メイリオ" panose="020B0604030504040204" pitchFamily="50" charset="-128"/>
              </a:rPr>
              <a:t>大蔵省印刷局</a:t>
            </a:r>
            <a:endParaRPr lang="en-US" altLang="ja-JP" sz="1100">
              <a:latin typeface="メイリオ" panose="020B0604030504040204" pitchFamily="50" charset="-128"/>
              <a:ea typeface="メイリオ" panose="020B0604030504040204" pitchFamily="50" charset="-128"/>
            </a:endParaRPr>
          </a:p>
          <a:p>
            <a:pPr>
              <a:lnSpc>
                <a:spcPct val="120000"/>
              </a:lnSpc>
            </a:pPr>
            <a:r>
              <a:rPr lang="ja-JP" altLang="en-US" sz="1100">
                <a:latin typeface="メイリオ" panose="020B0604030504040204" pitchFamily="50" charset="-128"/>
                <a:ea typeface="メイリオ" panose="020B0604030504040204" pitchFamily="50" charset="-128"/>
              </a:rPr>
              <a:t>官報</a:t>
            </a:r>
            <a:r>
              <a:rPr lang="en-US" altLang="ja-JP" sz="1100">
                <a:latin typeface="メイリオ" panose="020B0604030504040204" pitchFamily="50" charset="-128"/>
                <a:ea typeface="メイリオ" panose="020B0604030504040204" pitchFamily="50" charset="-128"/>
              </a:rPr>
              <a:t>XML</a:t>
            </a:r>
            <a:r>
              <a:rPr lang="ja-JP" altLang="en-US" sz="1100">
                <a:latin typeface="メイリオ" panose="020B0604030504040204" pitchFamily="50" charset="-128"/>
                <a:ea typeface="メイリオ" panose="020B0604030504040204" pitchFamily="50" charset="-128"/>
              </a:rPr>
              <a:t>で</a:t>
            </a:r>
            <a:r>
              <a:rPr lang="en-US" altLang="ja-JP" sz="1100">
                <a:latin typeface="メイリオ" panose="020B0604030504040204" pitchFamily="50" charset="-128"/>
                <a:ea typeface="メイリオ" panose="020B0604030504040204" pitchFamily="50" charset="-128"/>
              </a:rPr>
              <a:t>12</a:t>
            </a:r>
            <a:r>
              <a:rPr lang="ja-JP" altLang="en-US" sz="1100">
                <a:latin typeface="メイリオ" panose="020B0604030504040204" pitchFamily="50" charset="-128"/>
                <a:ea typeface="メイリオ" panose="020B0604030504040204" pitchFamily="50" charset="-128"/>
              </a:rPr>
              <a:t>万頁を担当</a:t>
            </a:r>
          </a:p>
        </p:txBody>
      </p:sp>
      <p:grpSp>
        <p:nvGrpSpPr>
          <p:cNvPr id="75" name="グループ化 74">
            <a:extLst>
              <a:ext uri="{FF2B5EF4-FFF2-40B4-BE49-F238E27FC236}">
                <a16:creationId xmlns:a16="http://schemas.microsoft.com/office/drawing/2014/main" id="{57626FB4-FB48-4E9D-A65C-45948EDCB5D3}"/>
              </a:ext>
            </a:extLst>
          </p:cNvPr>
          <p:cNvGrpSpPr/>
          <p:nvPr/>
        </p:nvGrpSpPr>
        <p:grpSpPr>
          <a:xfrm>
            <a:off x="3457277" y="1080000"/>
            <a:ext cx="252000" cy="2475000"/>
            <a:chOff x="3807943" y="1080000"/>
            <a:chExt cx="252000" cy="2475000"/>
          </a:xfrm>
        </p:grpSpPr>
        <p:sp>
          <p:nvSpPr>
            <p:cNvPr id="21" name="楕円 20">
              <a:extLst>
                <a:ext uri="{FF2B5EF4-FFF2-40B4-BE49-F238E27FC236}">
                  <a16:creationId xmlns:a16="http://schemas.microsoft.com/office/drawing/2014/main" id="{807F205D-CDC0-4CF4-9002-F16819F23E9A}"/>
                </a:ext>
              </a:extLst>
            </p:cNvPr>
            <p:cNvSpPr/>
            <p:nvPr/>
          </p:nvSpPr>
          <p:spPr>
            <a:xfrm>
              <a:off x="3807943" y="3303000"/>
              <a:ext cx="252000" cy="252000"/>
            </a:xfrm>
            <a:prstGeom prst="ellipse">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2498B90-F3DC-4ACD-A99D-8C17D7C54BB5}"/>
                </a:ext>
              </a:extLst>
            </p:cNvPr>
            <p:cNvCxnSpPr>
              <a:cxnSpLocks/>
            </p:cNvCxnSpPr>
            <p:nvPr/>
          </p:nvCxnSpPr>
          <p:spPr>
            <a:xfrm flipV="1">
              <a:off x="3933943" y="1080000"/>
              <a:ext cx="0" cy="2224669"/>
            </a:xfrm>
            <a:prstGeom prst="line">
              <a:avLst/>
            </a:prstGeom>
            <a:ln>
              <a:solidFill>
                <a:srgbClr val="0380F8"/>
              </a:solidFill>
            </a:ln>
          </p:spPr>
          <p:style>
            <a:lnRef idx="1">
              <a:schemeClr val="accent1"/>
            </a:lnRef>
            <a:fillRef idx="0">
              <a:schemeClr val="accent1"/>
            </a:fillRef>
            <a:effectRef idx="0">
              <a:schemeClr val="accent1"/>
            </a:effectRef>
            <a:fontRef idx="minor">
              <a:schemeClr val="tx1"/>
            </a:fontRef>
          </p:style>
        </p:cxnSp>
      </p:grpSp>
      <p:grpSp>
        <p:nvGrpSpPr>
          <p:cNvPr id="76" name="グループ化 75">
            <a:extLst>
              <a:ext uri="{FF2B5EF4-FFF2-40B4-BE49-F238E27FC236}">
                <a16:creationId xmlns:a16="http://schemas.microsoft.com/office/drawing/2014/main" id="{E746BF8B-BF7A-40CF-950A-58C62532E0F2}"/>
              </a:ext>
            </a:extLst>
          </p:cNvPr>
          <p:cNvGrpSpPr/>
          <p:nvPr/>
        </p:nvGrpSpPr>
        <p:grpSpPr>
          <a:xfrm>
            <a:off x="4266670" y="3303000"/>
            <a:ext cx="252000" cy="2464637"/>
            <a:chOff x="4617336" y="3303000"/>
            <a:chExt cx="252000" cy="2464637"/>
          </a:xfrm>
        </p:grpSpPr>
        <p:sp>
          <p:nvSpPr>
            <p:cNvPr id="22" name="楕円 21">
              <a:extLst>
                <a:ext uri="{FF2B5EF4-FFF2-40B4-BE49-F238E27FC236}">
                  <a16:creationId xmlns:a16="http://schemas.microsoft.com/office/drawing/2014/main" id="{0B35EBC8-DF7D-4938-BF3B-2617D8BCA925}"/>
                </a:ext>
              </a:extLst>
            </p:cNvPr>
            <p:cNvSpPr/>
            <p:nvPr/>
          </p:nvSpPr>
          <p:spPr>
            <a:xfrm>
              <a:off x="4617336" y="3303000"/>
              <a:ext cx="252000" cy="252000"/>
            </a:xfrm>
            <a:prstGeom prst="ellipse">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直線コネクタ 45">
              <a:extLst>
                <a:ext uri="{FF2B5EF4-FFF2-40B4-BE49-F238E27FC236}">
                  <a16:creationId xmlns:a16="http://schemas.microsoft.com/office/drawing/2014/main" id="{AFC9DDC1-4F83-4E8A-BD8A-4184EFA6A0A6}"/>
                </a:ext>
              </a:extLst>
            </p:cNvPr>
            <p:cNvCxnSpPr>
              <a:cxnSpLocks/>
            </p:cNvCxnSpPr>
            <p:nvPr/>
          </p:nvCxnSpPr>
          <p:spPr>
            <a:xfrm flipV="1">
              <a:off x="4743336" y="3542968"/>
              <a:ext cx="0" cy="2224669"/>
            </a:xfrm>
            <a:prstGeom prst="line">
              <a:avLst/>
            </a:prstGeom>
            <a:ln>
              <a:solidFill>
                <a:srgbClr val="0380F8"/>
              </a:solidFill>
            </a:ln>
          </p:spPr>
          <p:style>
            <a:lnRef idx="1">
              <a:schemeClr val="accent1"/>
            </a:lnRef>
            <a:fillRef idx="0">
              <a:schemeClr val="accent1"/>
            </a:fillRef>
            <a:effectRef idx="0">
              <a:schemeClr val="accent1"/>
            </a:effectRef>
            <a:fontRef idx="minor">
              <a:schemeClr val="tx1"/>
            </a:fontRef>
          </p:style>
        </p:cxnSp>
      </p:grpSp>
      <p:sp>
        <p:nvSpPr>
          <p:cNvPr id="48" name="テキスト ボックス 47">
            <a:extLst>
              <a:ext uri="{FF2B5EF4-FFF2-40B4-BE49-F238E27FC236}">
                <a16:creationId xmlns:a16="http://schemas.microsoft.com/office/drawing/2014/main" id="{37696E3B-093B-4EEB-BF32-50C608659195}"/>
              </a:ext>
            </a:extLst>
          </p:cNvPr>
          <p:cNvSpPr txBox="1"/>
          <p:nvPr/>
        </p:nvSpPr>
        <p:spPr>
          <a:xfrm>
            <a:off x="3666731" y="1078572"/>
            <a:ext cx="1492753" cy="804066"/>
          </a:xfrm>
          <a:prstGeom prst="rect">
            <a:avLst/>
          </a:prstGeom>
          <a:noFill/>
        </p:spPr>
        <p:txBody>
          <a:bodyPr wrap="square" lIns="0" tIns="0" rIns="0" bIns="0" rtlCol="0" anchor="t">
            <a:spAutoFit/>
          </a:bodyPr>
          <a:lstStyle/>
          <a:p>
            <a:pPr>
              <a:lnSpc>
                <a:spcPct val="120000"/>
              </a:lnSpc>
            </a:pPr>
            <a:r>
              <a:rPr lang="en-US" altLang="ja-JP" sz="1100" dirty="0">
                <a:latin typeface="メイリオ"/>
                <a:ea typeface="メイリオ"/>
              </a:rPr>
              <a:t>Adobe</a:t>
            </a:r>
            <a:r>
              <a:rPr lang="ja-JP" altLang="en-US" sz="1100" dirty="0">
                <a:latin typeface="メイリオ"/>
                <a:ea typeface="メイリオ"/>
              </a:rPr>
              <a:t>本社と</a:t>
            </a:r>
            <a:endParaRPr lang="en-US" altLang="ja-JP" sz="1100" dirty="0">
              <a:latin typeface="メイリオ"/>
              <a:ea typeface="メイリオ"/>
            </a:endParaRPr>
          </a:p>
          <a:p>
            <a:pPr>
              <a:lnSpc>
                <a:spcPct val="120000"/>
              </a:lnSpc>
            </a:pPr>
            <a:r>
              <a:rPr lang="ja-JP" altLang="en-US" sz="1100" dirty="0">
                <a:latin typeface="メイリオ"/>
                <a:ea typeface="メイリオ"/>
              </a:rPr>
              <a:t>連携し</a:t>
            </a:r>
            <a:endParaRPr lang="en-US" altLang="ja-JP" sz="1100" dirty="0">
              <a:latin typeface="メイリオ"/>
              <a:ea typeface="メイリオ"/>
            </a:endParaRPr>
          </a:p>
          <a:p>
            <a:pPr>
              <a:lnSpc>
                <a:spcPct val="120000"/>
              </a:lnSpc>
            </a:pPr>
            <a:r>
              <a:rPr lang="ja-JP" altLang="en-US" sz="1100" dirty="0">
                <a:latin typeface="メイリオ"/>
                <a:ea typeface="メイリオ"/>
              </a:rPr>
              <a:t>「</a:t>
            </a:r>
            <a:r>
              <a:rPr lang="en-US" altLang="ja-JP" sz="1100" dirty="0">
                <a:latin typeface="メイリオ"/>
                <a:ea typeface="メイリオ"/>
              </a:rPr>
              <a:t>PDF Library</a:t>
            </a:r>
            <a:r>
              <a:rPr lang="ja-JP" altLang="en-US" sz="1100" dirty="0">
                <a:latin typeface="メイリオ"/>
                <a:ea typeface="メイリオ"/>
              </a:rPr>
              <a:t>」</a:t>
            </a:r>
            <a:endParaRPr lang="en-US" altLang="ja-JP" sz="1100" dirty="0">
              <a:latin typeface="メイリオ"/>
              <a:ea typeface="メイリオ"/>
            </a:endParaRPr>
          </a:p>
          <a:p>
            <a:pPr>
              <a:lnSpc>
                <a:spcPct val="120000"/>
              </a:lnSpc>
            </a:pPr>
            <a:r>
              <a:rPr lang="ja-JP" altLang="en-US" sz="1100" dirty="0">
                <a:latin typeface="メイリオ"/>
                <a:ea typeface="メイリオ"/>
              </a:rPr>
              <a:t>販売</a:t>
            </a:r>
          </a:p>
        </p:txBody>
      </p:sp>
      <p:grpSp>
        <p:nvGrpSpPr>
          <p:cNvPr id="77" name="グループ化 76">
            <a:extLst>
              <a:ext uri="{FF2B5EF4-FFF2-40B4-BE49-F238E27FC236}">
                <a16:creationId xmlns:a16="http://schemas.microsoft.com/office/drawing/2014/main" id="{A8F16369-8069-4253-A093-F4BA421C4D46}"/>
              </a:ext>
            </a:extLst>
          </p:cNvPr>
          <p:cNvGrpSpPr/>
          <p:nvPr/>
        </p:nvGrpSpPr>
        <p:grpSpPr>
          <a:xfrm>
            <a:off x="5076063" y="1080000"/>
            <a:ext cx="252000" cy="2475000"/>
            <a:chOff x="5426729" y="1080000"/>
            <a:chExt cx="252000" cy="2475000"/>
          </a:xfrm>
        </p:grpSpPr>
        <p:sp>
          <p:nvSpPr>
            <p:cNvPr id="23" name="楕円 22">
              <a:extLst>
                <a:ext uri="{FF2B5EF4-FFF2-40B4-BE49-F238E27FC236}">
                  <a16:creationId xmlns:a16="http://schemas.microsoft.com/office/drawing/2014/main" id="{DF3D06B4-F6F7-4682-95C7-3F65E19F374D}"/>
                </a:ext>
              </a:extLst>
            </p:cNvPr>
            <p:cNvSpPr/>
            <p:nvPr/>
          </p:nvSpPr>
          <p:spPr>
            <a:xfrm>
              <a:off x="5426729" y="3303000"/>
              <a:ext cx="252000" cy="252000"/>
            </a:xfrm>
            <a:prstGeom prst="ellipse">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A4C674D8-08E0-4A11-ACD6-71E20CC01C30}"/>
                </a:ext>
              </a:extLst>
            </p:cNvPr>
            <p:cNvCxnSpPr>
              <a:cxnSpLocks/>
            </p:cNvCxnSpPr>
            <p:nvPr/>
          </p:nvCxnSpPr>
          <p:spPr>
            <a:xfrm flipV="1">
              <a:off x="5552729" y="1080000"/>
              <a:ext cx="0" cy="2224669"/>
            </a:xfrm>
            <a:prstGeom prst="line">
              <a:avLst/>
            </a:prstGeom>
            <a:ln>
              <a:solidFill>
                <a:srgbClr val="0380F8"/>
              </a:solidFill>
            </a:ln>
          </p:spPr>
          <p:style>
            <a:lnRef idx="1">
              <a:schemeClr val="accent1"/>
            </a:lnRef>
            <a:fillRef idx="0">
              <a:schemeClr val="accent1"/>
            </a:fillRef>
            <a:effectRef idx="0">
              <a:schemeClr val="accent1"/>
            </a:effectRef>
            <a:fontRef idx="minor">
              <a:schemeClr val="tx1"/>
            </a:fontRef>
          </p:style>
        </p:cxnSp>
      </p:grpSp>
      <p:grpSp>
        <p:nvGrpSpPr>
          <p:cNvPr id="78" name="グループ化 77">
            <a:extLst>
              <a:ext uri="{FF2B5EF4-FFF2-40B4-BE49-F238E27FC236}">
                <a16:creationId xmlns:a16="http://schemas.microsoft.com/office/drawing/2014/main" id="{B0B268D9-5C20-4743-88DA-9CE9A85D9F57}"/>
              </a:ext>
            </a:extLst>
          </p:cNvPr>
          <p:cNvGrpSpPr/>
          <p:nvPr/>
        </p:nvGrpSpPr>
        <p:grpSpPr>
          <a:xfrm>
            <a:off x="5885456" y="3303000"/>
            <a:ext cx="252000" cy="2464637"/>
            <a:chOff x="6236122" y="3303000"/>
            <a:chExt cx="252000" cy="2464637"/>
          </a:xfrm>
        </p:grpSpPr>
        <p:sp>
          <p:nvSpPr>
            <p:cNvPr id="24" name="楕円 23">
              <a:extLst>
                <a:ext uri="{FF2B5EF4-FFF2-40B4-BE49-F238E27FC236}">
                  <a16:creationId xmlns:a16="http://schemas.microsoft.com/office/drawing/2014/main" id="{D26A416F-BDA1-478A-89D6-80C50D97A498}"/>
                </a:ext>
              </a:extLst>
            </p:cNvPr>
            <p:cNvSpPr/>
            <p:nvPr/>
          </p:nvSpPr>
          <p:spPr>
            <a:xfrm>
              <a:off x="6236122" y="3303000"/>
              <a:ext cx="252000" cy="252000"/>
            </a:xfrm>
            <a:prstGeom prst="ellipse">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直線コネクタ 51">
              <a:extLst>
                <a:ext uri="{FF2B5EF4-FFF2-40B4-BE49-F238E27FC236}">
                  <a16:creationId xmlns:a16="http://schemas.microsoft.com/office/drawing/2014/main" id="{2A737B4D-32BA-43BC-A18A-1B7B80A082AC}"/>
                </a:ext>
              </a:extLst>
            </p:cNvPr>
            <p:cNvCxnSpPr>
              <a:cxnSpLocks/>
            </p:cNvCxnSpPr>
            <p:nvPr/>
          </p:nvCxnSpPr>
          <p:spPr>
            <a:xfrm flipV="1">
              <a:off x="6362122" y="3542968"/>
              <a:ext cx="0" cy="2224669"/>
            </a:xfrm>
            <a:prstGeom prst="line">
              <a:avLst/>
            </a:prstGeom>
            <a:ln>
              <a:solidFill>
                <a:srgbClr val="0380F8"/>
              </a:solidFill>
            </a:ln>
          </p:spPr>
          <p:style>
            <a:lnRef idx="1">
              <a:schemeClr val="accent1"/>
            </a:lnRef>
            <a:fillRef idx="0">
              <a:schemeClr val="accent1"/>
            </a:fillRef>
            <a:effectRef idx="0">
              <a:schemeClr val="accent1"/>
            </a:effectRef>
            <a:fontRef idx="minor">
              <a:schemeClr val="tx1"/>
            </a:fontRef>
          </p:style>
        </p:cxnSp>
      </p:grpSp>
      <p:sp>
        <p:nvSpPr>
          <p:cNvPr id="54" name="テキスト ボックス 53">
            <a:extLst>
              <a:ext uri="{FF2B5EF4-FFF2-40B4-BE49-F238E27FC236}">
                <a16:creationId xmlns:a16="http://schemas.microsoft.com/office/drawing/2014/main" id="{FCFEAB6B-CEAC-4BB0-B9C4-1D88CB087CEA}"/>
              </a:ext>
            </a:extLst>
          </p:cNvPr>
          <p:cNvSpPr txBox="1"/>
          <p:nvPr/>
        </p:nvSpPr>
        <p:spPr>
          <a:xfrm>
            <a:off x="5289288" y="1078572"/>
            <a:ext cx="1402605" cy="1413464"/>
          </a:xfrm>
          <a:prstGeom prst="rect">
            <a:avLst/>
          </a:prstGeom>
          <a:noFill/>
        </p:spPr>
        <p:txBody>
          <a:bodyPr wrap="square" lIns="0" tIns="0" rIns="0" bIns="0" rtlCol="0" anchor="t">
            <a:spAutoFit/>
          </a:bodyPr>
          <a:lstStyle/>
          <a:p>
            <a:pPr>
              <a:lnSpc>
                <a:spcPct val="120000"/>
              </a:lnSpc>
            </a:pPr>
            <a:r>
              <a:rPr lang="ja-JP" altLang="en-US" sz="1100" dirty="0">
                <a:latin typeface="メイリオ"/>
                <a:ea typeface="メイリオ"/>
              </a:rPr>
              <a:t>「</a:t>
            </a:r>
            <a:r>
              <a:rPr lang="en-US" altLang="ja-JP" sz="1100" dirty="0">
                <a:latin typeface="メイリオ"/>
                <a:ea typeface="メイリオ"/>
              </a:rPr>
              <a:t>Windows</a:t>
            </a:r>
            <a:r>
              <a:rPr lang="ja-JP" altLang="en-US" sz="1100" dirty="0">
                <a:latin typeface="メイリオ"/>
                <a:ea typeface="メイリオ"/>
              </a:rPr>
              <a:t> </a:t>
            </a:r>
            <a:r>
              <a:rPr lang="en-US" altLang="ja-JP" sz="1100" dirty="0">
                <a:latin typeface="メイリオ"/>
                <a:ea typeface="メイリオ"/>
              </a:rPr>
              <a:t>Azure</a:t>
            </a:r>
            <a:r>
              <a:rPr lang="ja-JP" altLang="en-US" sz="1100" dirty="0">
                <a:latin typeface="メイリオ"/>
                <a:ea typeface="メイリオ"/>
              </a:rPr>
              <a:t>入門」の出版に執筆で参加</a:t>
            </a:r>
            <a:endParaRPr lang="en-US" altLang="ja-JP" sz="1100" dirty="0">
              <a:highlight>
                <a:srgbClr val="FFFF00"/>
              </a:highlight>
              <a:latin typeface="メイリオ" panose="020B0604030504040204" pitchFamily="50" charset="-128"/>
              <a:ea typeface="メイリオ" panose="020B0604030504040204" pitchFamily="50" charset="-128"/>
            </a:endParaRPr>
          </a:p>
          <a:p>
            <a:pPr>
              <a:lnSpc>
                <a:spcPct val="120000"/>
              </a:lnSpc>
            </a:pPr>
            <a:br>
              <a:rPr kumimoji="1" lang="en-US" altLang="ja-JP" sz="1100" dirty="0">
                <a:latin typeface="メイリオ"/>
                <a:ea typeface="メイリオ"/>
              </a:rPr>
            </a:br>
            <a:r>
              <a:rPr kumimoji="1" lang="ja-JP" altLang="en-US" sz="1100" dirty="0">
                <a:latin typeface="メイリオ"/>
                <a:ea typeface="メイリオ"/>
              </a:rPr>
              <a:t>スマートフォン</a:t>
            </a:r>
            <a:endParaRPr lang="en-US" altLang="ja-JP" sz="1100" dirty="0">
              <a:latin typeface="メイリオ"/>
              <a:ea typeface="メイリオ"/>
            </a:endParaRPr>
          </a:p>
          <a:p>
            <a:pPr>
              <a:lnSpc>
                <a:spcPct val="120000"/>
              </a:lnSpc>
            </a:pPr>
            <a:r>
              <a:rPr kumimoji="1" lang="ja-JP" altLang="en-US" sz="1100" dirty="0">
                <a:latin typeface="メイリオ"/>
                <a:ea typeface="メイリオ"/>
              </a:rPr>
              <a:t>アプリ開発に着手</a:t>
            </a:r>
            <a:endParaRPr lang="ja-JP" altLang="en-US" sz="1100" dirty="0">
              <a:latin typeface="メイリオ"/>
              <a:ea typeface="メイリオ"/>
            </a:endParaRPr>
          </a:p>
          <a:p>
            <a:pPr>
              <a:lnSpc>
                <a:spcPct val="120000"/>
              </a:lnSpc>
              <a:spcAft>
                <a:spcPts val="500"/>
              </a:spcAft>
            </a:pPr>
            <a:endParaRPr lang="ja-JP" altLang="en-US" sz="1100" dirty="0">
              <a:latin typeface="メイリオ"/>
              <a:ea typeface="メイリオ"/>
            </a:endParaRPr>
          </a:p>
        </p:txBody>
      </p:sp>
      <p:grpSp>
        <p:nvGrpSpPr>
          <p:cNvPr id="79" name="グループ化 78">
            <a:extLst>
              <a:ext uri="{FF2B5EF4-FFF2-40B4-BE49-F238E27FC236}">
                <a16:creationId xmlns:a16="http://schemas.microsoft.com/office/drawing/2014/main" id="{8D99B9D8-7A2F-4DEE-9DF9-7725788C6D3B}"/>
              </a:ext>
            </a:extLst>
          </p:cNvPr>
          <p:cNvGrpSpPr/>
          <p:nvPr/>
        </p:nvGrpSpPr>
        <p:grpSpPr>
          <a:xfrm>
            <a:off x="6694849" y="1080000"/>
            <a:ext cx="252000" cy="2475000"/>
            <a:chOff x="7045515" y="1080000"/>
            <a:chExt cx="252000" cy="2475000"/>
          </a:xfrm>
        </p:grpSpPr>
        <p:sp>
          <p:nvSpPr>
            <p:cNvPr id="25" name="楕円 24">
              <a:extLst>
                <a:ext uri="{FF2B5EF4-FFF2-40B4-BE49-F238E27FC236}">
                  <a16:creationId xmlns:a16="http://schemas.microsoft.com/office/drawing/2014/main" id="{542A4B5F-2FC6-4B83-9C6E-C3BF0B7BA7DC}"/>
                </a:ext>
              </a:extLst>
            </p:cNvPr>
            <p:cNvSpPr/>
            <p:nvPr/>
          </p:nvSpPr>
          <p:spPr>
            <a:xfrm>
              <a:off x="7045515" y="3303000"/>
              <a:ext cx="252000" cy="252000"/>
            </a:xfrm>
            <a:prstGeom prst="ellipse">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7" name="直線コネクタ 56">
              <a:extLst>
                <a:ext uri="{FF2B5EF4-FFF2-40B4-BE49-F238E27FC236}">
                  <a16:creationId xmlns:a16="http://schemas.microsoft.com/office/drawing/2014/main" id="{E28F33BD-2EC4-4466-8308-99F1F72D6492}"/>
                </a:ext>
              </a:extLst>
            </p:cNvPr>
            <p:cNvCxnSpPr>
              <a:cxnSpLocks/>
            </p:cNvCxnSpPr>
            <p:nvPr/>
          </p:nvCxnSpPr>
          <p:spPr>
            <a:xfrm flipV="1">
              <a:off x="7171515" y="1080000"/>
              <a:ext cx="0" cy="2224669"/>
            </a:xfrm>
            <a:prstGeom prst="line">
              <a:avLst/>
            </a:prstGeom>
            <a:ln>
              <a:solidFill>
                <a:srgbClr val="0380F8"/>
              </a:solidFill>
            </a:ln>
          </p:spPr>
          <p:style>
            <a:lnRef idx="1">
              <a:schemeClr val="accent1"/>
            </a:lnRef>
            <a:fillRef idx="0">
              <a:schemeClr val="accent1"/>
            </a:fillRef>
            <a:effectRef idx="0">
              <a:schemeClr val="accent1"/>
            </a:effectRef>
            <a:fontRef idx="minor">
              <a:schemeClr val="tx1"/>
            </a:fontRef>
          </p:style>
        </p:cxnSp>
      </p:grpSp>
      <p:grpSp>
        <p:nvGrpSpPr>
          <p:cNvPr id="80" name="グループ化 79">
            <a:extLst>
              <a:ext uri="{FF2B5EF4-FFF2-40B4-BE49-F238E27FC236}">
                <a16:creationId xmlns:a16="http://schemas.microsoft.com/office/drawing/2014/main" id="{16301E31-A49F-4E6E-8C1D-854374E514DB}"/>
              </a:ext>
            </a:extLst>
          </p:cNvPr>
          <p:cNvGrpSpPr/>
          <p:nvPr/>
        </p:nvGrpSpPr>
        <p:grpSpPr>
          <a:xfrm>
            <a:off x="7504242" y="3303000"/>
            <a:ext cx="252000" cy="2464637"/>
            <a:chOff x="7854908" y="3303000"/>
            <a:chExt cx="252000" cy="2464637"/>
          </a:xfrm>
        </p:grpSpPr>
        <p:sp>
          <p:nvSpPr>
            <p:cNvPr id="26" name="楕円 25">
              <a:extLst>
                <a:ext uri="{FF2B5EF4-FFF2-40B4-BE49-F238E27FC236}">
                  <a16:creationId xmlns:a16="http://schemas.microsoft.com/office/drawing/2014/main" id="{73DD5F11-5DD8-46F6-8EC0-96F0C98C6229}"/>
                </a:ext>
              </a:extLst>
            </p:cNvPr>
            <p:cNvSpPr/>
            <p:nvPr/>
          </p:nvSpPr>
          <p:spPr>
            <a:xfrm>
              <a:off x="7854908" y="3303000"/>
              <a:ext cx="252000" cy="252000"/>
            </a:xfrm>
            <a:prstGeom prst="ellipse">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8" name="直線コネクタ 57">
              <a:extLst>
                <a:ext uri="{FF2B5EF4-FFF2-40B4-BE49-F238E27FC236}">
                  <a16:creationId xmlns:a16="http://schemas.microsoft.com/office/drawing/2014/main" id="{764CFBFC-EAA8-4950-9777-08EBD7F2D505}"/>
                </a:ext>
              </a:extLst>
            </p:cNvPr>
            <p:cNvCxnSpPr>
              <a:cxnSpLocks/>
            </p:cNvCxnSpPr>
            <p:nvPr/>
          </p:nvCxnSpPr>
          <p:spPr>
            <a:xfrm flipV="1">
              <a:off x="7980908" y="3542968"/>
              <a:ext cx="0" cy="2224669"/>
            </a:xfrm>
            <a:prstGeom prst="line">
              <a:avLst/>
            </a:prstGeom>
            <a:ln>
              <a:solidFill>
                <a:srgbClr val="0380F8"/>
              </a:solidFill>
            </a:ln>
          </p:spPr>
          <p:style>
            <a:lnRef idx="1">
              <a:schemeClr val="accent1"/>
            </a:lnRef>
            <a:fillRef idx="0">
              <a:schemeClr val="accent1"/>
            </a:fillRef>
            <a:effectRef idx="0">
              <a:schemeClr val="accent1"/>
            </a:effectRef>
            <a:fontRef idx="minor">
              <a:schemeClr val="tx1"/>
            </a:fontRef>
          </p:style>
        </p:cxnSp>
      </p:grpSp>
      <p:sp>
        <p:nvSpPr>
          <p:cNvPr id="60" name="テキスト ボックス 59">
            <a:extLst>
              <a:ext uri="{FF2B5EF4-FFF2-40B4-BE49-F238E27FC236}">
                <a16:creationId xmlns:a16="http://schemas.microsoft.com/office/drawing/2014/main" id="{28EFD72E-ECA3-4DF6-A723-048A468A8755}"/>
              </a:ext>
            </a:extLst>
          </p:cNvPr>
          <p:cNvSpPr txBox="1"/>
          <p:nvPr/>
        </p:nvSpPr>
        <p:spPr>
          <a:xfrm>
            <a:off x="6927502" y="1078572"/>
            <a:ext cx="1465417" cy="600934"/>
          </a:xfrm>
          <a:prstGeom prst="rect">
            <a:avLst/>
          </a:prstGeom>
          <a:noFill/>
        </p:spPr>
        <p:txBody>
          <a:bodyPr wrap="square" lIns="0" tIns="0" rIns="0" bIns="0" rtlCol="0" anchor="t">
            <a:spAutoFit/>
          </a:bodyPr>
          <a:lstStyle/>
          <a:p>
            <a:pPr>
              <a:lnSpc>
                <a:spcPct val="120000"/>
              </a:lnSpc>
            </a:pPr>
            <a:r>
              <a:rPr lang="ja-JP" altLang="en-US" sz="1100">
                <a:latin typeface="メイリオ"/>
                <a:ea typeface="メイリオ"/>
              </a:rPr>
              <a:t>佐賀県立高校</a:t>
            </a:r>
            <a:r>
              <a:rPr lang="en-US" altLang="ja-JP" sz="1100">
                <a:latin typeface="メイリオ"/>
                <a:ea typeface="メイリオ"/>
              </a:rPr>
              <a:t>7</a:t>
            </a:r>
            <a:r>
              <a:rPr lang="ja-JP" altLang="en-US" sz="1100">
                <a:latin typeface="メイリオ"/>
                <a:ea typeface="メイリオ"/>
              </a:rPr>
              <a:t>千名に「辞書アプリ」</a:t>
            </a:r>
            <a:endParaRPr lang="en-US" altLang="ja-JP" sz="1100">
              <a:latin typeface="メイリオ"/>
              <a:ea typeface="メイリオ"/>
            </a:endParaRPr>
          </a:p>
          <a:p>
            <a:pPr>
              <a:lnSpc>
                <a:spcPct val="120000"/>
              </a:lnSpc>
            </a:pPr>
            <a:r>
              <a:rPr lang="ja-JP" altLang="en-US" sz="1100">
                <a:latin typeface="メイリオ"/>
                <a:ea typeface="メイリオ"/>
              </a:rPr>
              <a:t>提供</a:t>
            </a:r>
          </a:p>
        </p:txBody>
      </p:sp>
      <p:grpSp>
        <p:nvGrpSpPr>
          <p:cNvPr id="81" name="グループ化 80">
            <a:extLst>
              <a:ext uri="{FF2B5EF4-FFF2-40B4-BE49-F238E27FC236}">
                <a16:creationId xmlns:a16="http://schemas.microsoft.com/office/drawing/2014/main" id="{2992A1B7-F636-45E8-B472-00B94CD46537}"/>
              </a:ext>
            </a:extLst>
          </p:cNvPr>
          <p:cNvGrpSpPr/>
          <p:nvPr/>
        </p:nvGrpSpPr>
        <p:grpSpPr>
          <a:xfrm>
            <a:off x="8313635" y="1080000"/>
            <a:ext cx="252000" cy="2475000"/>
            <a:chOff x="8664301" y="1080000"/>
            <a:chExt cx="252000" cy="2475000"/>
          </a:xfrm>
        </p:grpSpPr>
        <p:sp>
          <p:nvSpPr>
            <p:cNvPr id="27" name="楕円 26">
              <a:extLst>
                <a:ext uri="{FF2B5EF4-FFF2-40B4-BE49-F238E27FC236}">
                  <a16:creationId xmlns:a16="http://schemas.microsoft.com/office/drawing/2014/main" id="{45D8F782-4ADF-4960-BC2D-4EC94D50E264}"/>
                </a:ext>
              </a:extLst>
            </p:cNvPr>
            <p:cNvSpPr/>
            <p:nvPr/>
          </p:nvSpPr>
          <p:spPr>
            <a:xfrm>
              <a:off x="8664301" y="3303000"/>
              <a:ext cx="252000" cy="252000"/>
            </a:xfrm>
            <a:prstGeom prst="ellipse">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3" name="直線コネクタ 62">
              <a:extLst>
                <a:ext uri="{FF2B5EF4-FFF2-40B4-BE49-F238E27FC236}">
                  <a16:creationId xmlns:a16="http://schemas.microsoft.com/office/drawing/2014/main" id="{C61CDE7E-3F69-40FF-874F-BFD863EF2CBC}"/>
                </a:ext>
              </a:extLst>
            </p:cNvPr>
            <p:cNvCxnSpPr>
              <a:cxnSpLocks/>
            </p:cNvCxnSpPr>
            <p:nvPr/>
          </p:nvCxnSpPr>
          <p:spPr>
            <a:xfrm flipV="1">
              <a:off x="8790301" y="1080000"/>
              <a:ext cx="0" cy="2224669"/>
            </a:xfrm>
            <a:prstGeom prst="line">
              <a:avLst/>
            </a:prstGeom>
            <a:ln>
              <a:solidFill>
                <a:srgbClr val="0380F8"/>
              </a:solidFill>
            </a:ln>
          </p:spPr>
          <p:style>
            <a:lnRef idx="1">
              <a:schemeClr val="accent1"/>
            </a:lnRef>
            <a:fillRef idx="0">
              <a:schemeClr val="accent1"/>
            </a:fillRef>
            <a:effectRef idx="0">
              <a:schemeClr val="accent1"/>
            </a:effectRef>
            <a:fontRef idx="minor">
              <a:schemeClr val="tx1"/>
            </a:fontRef>
          </p:style>
        </p:cxnSp>
      </p:grpSp>
      <p:grpSp>
        <p:nvGrpSpPr>
          <p:cNvPr id="82" name="グループ化 81">
            <a:extLst>
              <a:ext uri="{FF2B5EF4-FFF2-40B4-BE49-F238E27FC236}">
                <a16:creationId xmlns:a16="http://schemas.microsoft.com/office/drawing/2014/main" id="{3236893A-8F07-4EBF-BB42-A72DCB3C69A1}"/>
              </a:ext>
            </a:extLst>
          </p:cNvPr>
          <p:cNvGrpSpPr/>
          <p:nvPr/>
        </p:nvGrpSpPr>
        <p:grpSpPr>
          <a:xfrm>
            <a:off x="9123028" y="3303000"/>
            <a:ext cx="252000" cy="2464637"/>
            <a:chOff x="9473694" y="3303000"/>
            <a:chExt cx="252000" cy="2464637"/>
          </a:xfrm>
        </p:grpSpPr>
        <p:sp>
          <p:nvSpPr>
            <p:cNvPr id="28" name="楕円 27">
              <a:extLst>
                <a:ext uri="{FF2B5EF4-FFF2-40B4-BE49-F238E27FC236}">
                  <a16:creationId xmlns:a16="http://schemas.microsoft.com/office/drawing/2014/main" id="{50E533EB-FA9A-4D26-B17C-C03C2FD3AC07}"/>
                </a:ext>
              </a:extLst>
            </p:cNvPr>
            <p:cNvSpPr/>
            <p:nvPr/>
          </p:nvSpPr>
          <p:spPr>
            <a:xfrm>
              <a:off x="9473694" y="3303000"/>
              <a:ext cx="252000" cy="252000"/>
            </a:xfrm>
            <a:prstGeom prst="ellipse">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4" name="直線コネクタ 63">
              <a:extLst>
                <a:ext uri="{FF2B5EF4-FFF2-40B4-BE49-F238E27FC236}">
                  <a16:creationId xmlns:a16="http://schemas.microsoft.com/office/drawing/2014/main" id="{97DC110F-6764-43D0-A43E-78763244EE77}"/>
                </a:ext>
              </a:extLst>
            </p:cNvPr>
            <p:cNvCxnSpPr>
              <a:cxnSpLocks/>
            </p:cNvCxnSpPr>
            <p:nvPr/>
          </p:nvCxnSpPr>
          <p:spPr>
            <a:xfrm flipV="1">
              <a:off x="9599694" y="3542968"/>
              <a:ext cx="0" cy="2224669"/>
            </a:xfrm>
            <a:prstGeom prst="line">
              <a:avLst/>
            </a:prstGeom>
            <a:ln>
              <a:solidFill>
                <a:srgbClr val="0380F8"/>
              </a:solidFill>
            </a:ln>
          </p:spPr>
          <p:style>
            <a:lnRef idx="1">
              <a:schemeClr val="accent1"/>
            </a:lnRef>
            <a:fillRef idx="0">
              <a:schemeClr val="accent1"/>
            </a:fillRef>
            <a:effectRef idx="0">
              <a:schemeClr val="accent1"/>
            </a:effectRef>
            <a:fontRef idx="minor">
              <a:schemeClr val="tx1"/>
            </a:fontRef>
          </p:style>
        </p:cxnSp>
      </p:grpSp>
      <p:sp>
        <p:nvSpPr>
          <p:cNvPr id="66" name="テキスト ボックス 65">
            <a:extLst>
              <a:ext uri="{FF2B5EF4-FFF2-40B4-BE49-F238E27FC236}">
                <a16:creationId xmlns:a16="http://schemas.microsoft.com/office/drawing/2014/main" id="{28C0BA62-7BB6-4C7E-B2CC-94930BF21D57}"/>
              </a:ext>
            </a:extLst>
          </p:cNvPr>
          <p:cNvSpPr txBox="1"/>
          <p:nvPr/>
        </p:nvSpPr>
        <p:spPr>
          <a:xfrm>
            <a:off x="8519955" y="1078572"/>
            <a:ext cx="1412461" cy="1541704"/>
          </a:xfrm>
          <a:prstGeom prst="rect">
            <a:avLst/>
          </a:prstGeom>
          <a:noFill/>
        </p:spPr>
        <p:txBody>
          <a:bodyPr wrap="square" lIns="0" tIns="0" rIns="0" bIns="0" rtlCol="0" anchor="t">
            <a:spAutoFit/>
          </a:bodyPr>
          <a:lstStyle/>
          <a:p>
            <a:pPr>
              <a:lnSpc>
                <a:spcPct val="120000"/>
              </a:lnSpc>
              <a:spcAft>
                <a:spcPts val="500"/>
              </a:spcAft>
              <a:buClr>
                <a:srgbClr val="0380F8"/>
              </a:buClr>
            </a:pPr>
            <a:r>
              <a:rPr lang="ja-JP" altLang="en-US" sz="1100" dirty="0">
                <a:latin typeface="メイリオ"/>
                <a:ea typeface="メイリオ"/>
              </a:rPr>
              <a:t>辞書アプリ</a:t>
            </a:r>
            <a:r>
              <a:rPr lang="en-US" altLang="ja-JP" sz="1100" dirty="0">
                <a:latin typeface="メイリオ"/>
                <a:ea typeface="メイリオ"/>
              </a:rPr>
              <a:t>DONGRI®</a:t>
            </a:r>
            <a:r>
              <a:rPr lang="ja-JP" altLang="en-US" sz="1100" dirty="0">
                <a:latin typeface="メイリオ"/>
                <a:ea typeface="メイリオ"/>
              </a:rPr>
              <a:t>で</a:t>
            </a:r>
            <a:r>
              <a:rPr lang="ja-JP" altLang="en-US" sz="1100">
                <a:latin typeface="メイリオ"/>
                <a:ea typeface="メイリオ"/>
              </a:rPr>
              <a:t>「マルチプラットフォームライセンス」を</a:t>
            </a:r>
            <a:r>
              <a:rPr lang="ja-JP" altLang="en-US" sz="1100" dirty="0">
                <a:latin typeface="メイリオ"/>
                <a:ea typeface="メイリオ"/>
              </a:rPr>
              <a:t>開始</a:t>
            </a:r>
            <a:endParaRPr lang="en-US" altLang="ja-JP" sz="1100" dirty="0">
              <a:latin typeface="メイリオ"/>
              <a:ea typeface="メイリオ"/>
            </a:endParaRPr>
          </a:p>
          <a:p>
            <a:pPr>
              <a:lnSpc>
                <a:spcPct val="120000"/>
              </a:lnSpc>
              <a:spcAft>
                <a:spcPts val="500"/>
              </a:spcAft>
              <a:buClr>
                <a:srgbClr val="0380F8"/>
              </a:buClr>
            </a:pPr>
            <a:endParaRPr lang="ja-JP" altLang="en-US" sz="1100" dirty="0">
              <a:latin typeface="メイリオ"/>
              <a:ea typeface="メイリオ"/>
            </a:endParaRPr>
          </a:p>
          <a:p>
            <a:pPr>
              <a:lnSpc>
                <a:spcPct val="120000"/>
              </a:lnSpc>
              <a:spcAft>
                <a:spcPts val="500"/>
              </a:spcAft>
              <a:buClr>
                <a:srgbClr val="0380F8"/>
              </a:buClr>
            </a:pPr>
            <a:r>
              <a:rPr lang="en-US" altLang="ja-JP" sz="1100" dirty="0">
                <a:latin typeface="メイリオ"/>
                <a:ea typeface="メイリオ"/>
              </a:rPr>
              <a:t>Sitecore Gold Partner</a:t>
            </a:r>
            <a:r>
              <a:rPr lang="ja-JP" altLang="en-US" sz="1100" dirty="0">
                <a:latin typeface="メイリオ"/>
                <a:ea typeface="メイリオ"/>
              </a:rPr>
              <a:t>認定</a:t>
            </a:r>
          </a:p>
        </p:txBody>
      </p:sp>
      <p:grpSp>
        <p:nvGrpSpPr>
          <p:cNvPr id="83" name="グループ化 82">
            <a:extLst>
              <a:ext uri="{FF2B5EF4-FFF2-40B4-BE49-F238E27FC236}">
                <a16:creationId xmlns:a16="http://schemas.microsoft.com/office/drawing/2014/main" id="{17C6FBF8-56EA-421F-A0F5-D29617E37AC5}"/>
              </a:ext>
            </a:extLst>
          </p:cNvPr>
          <p:cNvGrpSpPr/>
          <p:nvPr/>
        </p:nvGrpSpPr>
        <p:grpSpPr>
          <a:xfrm>
            <a:off x="9932416" y="1080000"/>
            <a:ext cx="252000" cy="2475000"/>
            <a:chOff x="10283082" y="1080000"/>
            <a:chExt cx="252000" cy="2475000"/>
          </a:xfrm>
        </p:grpSpPr>
        <p:sp>
          <p:nvSpPr>
            <p:cNvPr id="29" name="楕円 28">
              <a:extLst>
                <a:ext uri="{FF2B5EF4-FFF2-40B4-BE49-F238E27FC236}">
                  <a16:creationId xmlns:a16="http://schemas.microsoft.com/office/drawing/2014/main" id="{C99201E1-296C-4C81-839B-79EBD037A83F}"/>
                </a:ext>
              </a:extLst>
            </p:cNvPr>
            <p:cNvSpPr/>
            <p:nvPr/>
          </p:nvSpPr>
          <p:spPr>
            <a:xfrm>
              <a:off x="10283082" y="3303000"/>
              <a:ext cx="252000" cy="252000"/>
            </a:xfrm>
            <a:prstGeom prst="ellipse">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9" name="直線コネクタ 68">
              <a:extLst>
                <a:ext uri="{FF2B5EF4-FFF2-40B4-BE49-F238E27FC236}">
                  <a16:creationId xmlns:a16="http://schemas.microsoft.com/office/drawing/2014/main" id="{8459C004-F621-43F6-971B-DF7AF74C0BF7}"/>
                </a:ext>
              </a:extLst>
            </p:cNvPr>
            <p:cNvCxnSpPr>
              <a:cxnSpLocks/>
            </p:cNvCxnSpPr>
            <p:nvPr/>
          </p:nvCxnSpPr>
          <p:spPr>
            <a:xfrm flipV="1">
              <a:off x="10409082" y="1080000"/>
              <a:ext cx="0" cy="2224669"/>
            </a:xfrm>
            <a:prstGeom prst="line">
              <a:avLst/>
            </a:prstGeom>
            <a:ln>
              <a:solidFill>
                <a:srgbClr val="0380F8"/>
              </a:solidFill>
            </a:ln>
          </p:spPr>
          <p:style>
            <a:lnRef idx="1">
              <a:schemeClr val="accent1"/>
            </a:lnRef>
            <a:fillRef idx="0">
              <a:schemeClr val="accent1"/>
            </a:fillRef>
            <a:effectRef idx="0">
              <a:schemeClr val="accent1"/>
            </a:effectRef>
            <a:fontRef idx="minor">
              <a:schemeClr val="tx1"/>
            </a:fontRef>
          </p:style>
        </p:cxnSp>
      </p:grpSp>
      <p:sp>
        <p:nvSpPr>
          <p:cNvPr id="3" name="テキスト ボックス 2">
            <a:extLst>
              <a:ext uri="{FF2B5EF4-FFF2-40B4-BE49-F238E27FC236}">
                <a16:creationId xmlns:a16="http://schemas.microsoft.com/office/drawing/2014/main" id="{0098F2CF-5EC6-0DF4-94B9-44BB7FCF9823}"/>
              </a:ext>
            </a:extLst>
          </p:cNvPr>
          <p:cNvSpPr txBox="1"/>
          <p:nvPr/>
        </p:nvSpPr>
        <p:spPr>
          <a:xfrm>
            <a:off x="2116633" y="2733751"/>
            <a:ext cx="1356119" cy="430887"/>
          </a:xfrm>
          <a:prstGeom prst="rect">
            <a:avLst/>
          </a:prstGeom>
          <a:noFill/>
        </p:spPr>
        <p:txBody>
          <a:bodyPr wrap="square" lIns="0" tIns="0" rIns="0" bIns="0" rtlCol="0">
            <a:spAutoFit/>
          </a:bodyPr>
          <a:lstStyle/>
          <a:p>
            <a:r>
              <a:rPr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rPr>
              <a:t>2000</a:t>
            </a:r>
            <a:endParaRPr kumimoji="1"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endParaRPr>
          </a:p>
        </p:txBody>
      </p:sp>
      <p:sp>
        <p:nvSpPr>
          <p:cNvPr id="5" name="テキスト ボックス 4">
            <a:extLst>
              <a:ext uri="{FF2B5EF4-FFF2-40B4-BE49-F238E27FC236}">
                <a16:creationId xmlns:a16="http://schemas.microsoft.com/office/drawing/2014/main" id="{8FB401E7-74AD-16C5-0959-65B6111BB42A}"/>
              </a:ext>
            </a:extLst>
          </p:cNvPr>
          <p:cNvSpPr txBox="1"/>
          <p:nvPr/>
        </p:nvSpPr>
        <p:spPr>
          <a:xfrm>
            <a:off x="3740724" y="2733751"/>
            <a:ext cx="1356119" cy="430887"/>
          </a:xfrm>
          <a:prstGeom prst="rect">
            <a:avLst/>
          </a:prstGeom>
          <a:noFill/>
        </p:spPr>
        <p:txBody>
          <a:bodyPr wrap="square" lIns="0" tIns="0" rIns="0" bIns="0" rtlCol="0">
            <a:spAutoFit/>
          </a:bodyPr>
          <a:lstStyle/>
          <a:p>
            <a:r>
              <a:rPr kumimoji="1"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rPr>
              <a:t>2004</a:t>
            </a:r>
          </a:p>
        </p:txBody>
      </p:sp>
      <p:sp>
        <p:nvSpPr>
          <p:cNvPr id="7" name="テキスト ボックス 6">
            <a:extLst>
              <a:ext uri="{FF2B5EF4-FFF2-40B4-BE49-F238E27FC236}">
                <a16:creationId xmlns:a16="http://schemas.microsoft.com/office/drawing/2014/main" id="{BB8C5C58-D273-CA22-0BCC-9FA18B66F02E}"/>
              </a:ext>
            </a:extLst>
          </p:cNvPr>
          <p:cNvSpPr txBox="1"/>
          <p:nvPr/>
        </p:nvSpPr>
        <p:spPr>
          <a:xfrm>
            <a:off x="5363281" y="2733751"/>
            <a:ext cx="1356119" cy="430887"/>
          </a:xfrm>
          <a:prstGeom prst="rect">
            <a:avLst/>
          </a:prstGeom>
          <a:noFill/>
        </p:spPr>
        <p:txBody>
          <a:bodyPr wrap="square" lIns="0" tIns="0" rIns="0" bIns="0" rtlCol="0">
            <a:spAutoFit/>
          </a:bodyPr>
          <a:lstStyle/>
          <a:p>
            <a:r>
              <a:rPr lang="en-US" altLang="ja-JP" sz="2800" dirty="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rPr>
              <a:t>2009</a:t>
            </a:r>
            <a:endParaRPr kumimoji="1" lang="en-US" altLang="ja-JP" sz="2800" dirty="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endParaRPr>
          </a:p>
        </p:txBody>
      </p:sp>
      <p:sp>
        <p:nvSpPr>
          <p:cNvPr id="8" name="テキスト ボックス 7">
            <a:extLst>
              <a:ext uri="{FF2B5EF4-FFF2-40B4-BE49-F238E27FC236}">
                <a16:creationId xmlns:a16="http://schemas.microsoft.com/office/drawing/2014/main" id="{0AE71B48-58E3-DE85-0E6D-FD16DD06F900}"/>
              </a:ext>
            </a:extLst>
          </p:cNvPr>
          <p:cNvSpPr txBox="1"/>
          <p:nvPr/>
        </p:nvSpPr>
        <p:spPr>
          <a:xfrm>
            <a:off x="6977431" y="2733751"/>
            <a:ext cx="1356119" cy="430887"/>
          </a:xfrm>
          <a:prstGeom prst="rect">
            <a:avLst/>
          </a:prstGeom>
          <a:noFill/>
        </p:spPr>
        <p:txBody>
          <a:bodyPr wrap="square" lIns="0" tIns="0" rIns="0" bIns="0" rtlCol="0">
            <a:spAutoFit/>
          </a:bodyPr>
          <a:lstStyle/>
          <a:p>
            <a:r>
              <a:rPr kumimoji="1"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rPr>
              <a:t>2014</a:t>
            </a:r>
          </a:p>
        </p:txBody>
      </p:sp>
      <p:sp>
        <p:nvSpPr>
          <p:cNvPr id="9" name="テキスト ボックス 8">
            <a:extLst>
              <a:ext uri="{FF2B5EF4-FFF2-40B4-BE49-F238E27FC236}">
                <a16:creationId xmlns:a16="http://schemas.microsoft.com/office/drawing/2014/main" id="{F34FA9FC-0801-2DFB-F5BF-92A067C2FC4E}"/>
              </a:ext>
            </a:extLst>
          </p:cNvPr>
          <p:cNvSpPr txBox="1"/>
          <p:nvPr/>
        </p:nvSpPr>
        <p:spPr>
          <a:xfrm>
            <a:off x="8593948" y="2733751"/>
            <a:ext cx="1356119" cy="430887"/>
          </a:xfrm>
          <a:prstGeom prst="rect">
            <a:avLst/>
          </a:prstGeom>
          <a:noFill/>
        </p:spPr>
        <p:txBody>
          <a:bodyPr wrap="square" lIns="0" tIns="0" rIns="0" bIns="0" rtlCol="0">
            <a:spAutoFit/>
          </a:bodyPr>
          <a:lstStyle/>
          <a:p>
            <a:r>
              <a:rPr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rPr>
              <a:t>2019</a:t>
            </a:r>
            <a:endParaRPr kumimoji="1"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endParaRPr>
          </a:p>
        </p:txBody>
      </p:sp>
      <p:sp>
        <p:nvSpPr>
          <p:cNvPr id="33" name="テキスト ボックス 32">
            <a:extLst>
              <a:ext uri="{FF2B5EF4-FFF2-40B4-BE49-F238E27FC236}">
                <a16:creationId xmlns:a16="http://schemas.microsoft.com/office/drawing/2014/main" id="{28C13328-5AB1-9018-A391-D74FEED8EAEF}"/>
              </a:ext>
            </a:extLst>
          </p:cNvPr>
          <p:cNvSpPr txBox="1"/>
          <p:nvPr/>
        </p:nvSpPr>
        <p:spPr>
          <a:xfrm>
            <a:off x="2899884" y="3678629"/>
            <a:ext cx="1356119" cy="430887"/>
          </a:xfrm>
          <a:prstGeom prst="rect">
            <a:avLst/>
          </a:prstGeom>
          <a:noFill/>
        </p:spPr>
        <p:txBody>
          <a:bodyPr wrap="square" lIns="0" tIns="0" rIns="0" bIns="0" rtlCol="0">
            <a:spAutoFit/>
          </a:bodyPr>
          <a:lstStyle/>
          <a:p>
            <a:r>
              <a:rPr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rPr>
              <a:t>2002</a:t>
            </a:r>
            <a:endParaRPr kumimoji="1"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endParaRPr>
          </a:p>
        </p:txBody>
      </p:sp>
      <p:sp>
        <p:nvSpPr>
          <p:cNvPr id="70" name="テキスト ボックス 69">
            <a:extLst>
              <a:ext uri="{FF2B5EF4-FFF2-40B4-BE49-F238E27FC236}">
                <a16:creationId xmlns:a16="http://schemas.microsoft.com/office/drawing/2014/main" id="{1925E3FF-E681-1743-4363-96D096BEE4A6}"/>
              </a:ext>
            </a:extLst>
          </p:cNvPr>
          <p:cNvSpPr txBox="1"/>
          <p:nvPr/>
        </p:nvSpPr>
        <p:spPr>
          <a:xfrm>
            <a:off x="4522441" y="3678629"/>
            <a:ext cx="1356119" cy="430887"/>
          </a:xfrm>
          <a:prstGeom prst="rect">
            <a:avLst/>
          </a:prstGeom>
          <a:noFill/>
        </p:spPr>
        <p:txBody>
          <a:bodyPr wrap="square" lIns="0" tIns="0" rIns="0" bIns="0" rtlCol="0">
            <a:spAutoFit/>
          </a:bodyPr>
          <a:lstStyle/>
          <a:p>
            <a:r>
              <a:rPr kumimoji="1" lang="en-US" altLang="ja-JP" sz="2800" dirty="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rPr>
              <a:t>2008</a:t>
            </a:r>
          </a:p>
        </p:txBody>
      </p:sp>
      <p:sp>
        <p:nvSpPr>
          <p:cNvPr id="84" name="テキスト ボックス 83">
            <a:extLst>
              <a:ext uri="{FF2B5EF4-FFF2-40B4-BE49-F238E27FC236}">
                <a16:creationId xmlns:a16="http://schemas.microsoft.com/office/drawing/2014/main" id="{C88F745A-9DDA-4E7F-4F69-1478DE356A0A}"/>
              </a:ext>
            </a:extLst>
          </p:cNvPr>
          <p:cNvSpPr txBox="1"/>
          <p:nvPr/>
        </p:nvSpPr>
        <p:spPr>
          <a:xfrm>
            <a:off x="6148623" y="3678629"/>
            <a:ext cx="1356119" cy="430887"/>
          </a:xfrm>
          <a:prstGeom prst="rect">
            <a:avLst/>
          </a:prstGeom>
          <a:noFill/>
        </p:spPr>
        <p:txBody>
          <a:bodyPr wrap="square" lIns="0" tIns="0" rIns="0" bIns="0" rtlCol="0">
            <a:spAutoFit/>
          </a:bodyPr>
          <a:lstStyle/>
          <a:p>
            <a:r>
              <a:rPr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rPr>
              <a:t>2011</a:t>
            </a:r>
            <a:endParaRPr kumimoji="1"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endParaRPr>
          </a:p>
        </p:txBody>
      </p:sp>
      <p:sp>
        <p:nvSpPr>
          <p:cNvPr id="85" name="テキスト ボックス 84">
            <a:extLst>
              <a:ext uri="{FF2B5EF4-FFF2-40B4-BE49-F238E27FC236}">
                <a16:creationId xmlns:a16="http://schemas.microsoft.com/office/drawing/2014/main" id="{F6AC3C67-DDD4-57EA-07F1-1603A50091CC}"/>
              </a:ext>
            </a:extLst>
          </p:cNvPr>
          <p:cNvSpPr txBox="1"/>
          <p:nvPr/>
        </p:nvSpPr>
        <p:spPr>
          <a:xfrm>
            <a:off x="7777172" y="3678629"/>
            <a:ext cx="1356119" cy="430887"/>
          </a:xfrm>
          <a:prstGeom prst="rect">
            <a:avLst/>
          </a:prstGeom>
          <a:noFill/>
        </p:spPr>
        <p:txBody>
          <a:bodyPr wrap="square" lIns="0" tIns="0" rIns="0" bIns="0" rtlCol="0">
            <a:spAutoFit/>
          </a:bodyPr>
          <a:lstStyle/>
          <a:p>
            <a:r>
              <a:rPr kumimoji="1"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rPr>
              <a:t>2018</a:t>
            </a:r>
          </a:p>
        </p:txBody>
      </p:sp>
      <p:sp>
        <p:nvSpPr>
          <p:cNvPr id="86" name="テキスト ボックス 85">
            <a:extLst>
              <a:ext uri="{FF2B5EF4-FFF2-40B4-BE49-F238E27FC236}">
                <a16:creationId xmlns:a16="http://schemas.microsoft.com/office/drawing/2014/main" id="{20EE1821-C693-D619-4D6D-5E06681B2E1D}"/>
              </a:ext>
            </a:extLst>
          </p:cNvPr>
          <p:cNvSpPr txBox="1"/>
          <p:nvPr/>
        </p:nvSpPr>
        <p:spPr>
          <a:xfrm>
            <a:off x="9389404" y="3678629"/>
            <a:ext cx="1356119" cy="430887"/>
          </a:xfrm>
          <a:prstGeom prst="rect">
            <a:avLst/>
          </a:prstGeom>
          <a:noFill/>
        </p:spPr>
        <p:txBody>
          <a:bodyPr wrap="square" lIns="0" tIns="0" rIns="0" bIns="0" rtlCol="0">
            <a:spAutoFit/>
          </a:bodyPr>
          <a:lstStyle/>
          <a:p>
            <a:r>
              <a:rPr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rPr>
              <a:t>2021</a:t>
            </a:r>
            <a:endParaRPr kumimoji="1"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endParaRPr>
          </a:p>
        </p:txBody>
      </p:sp>
      <p:sp>
        <p:nvSpPr>
          <p:cNvPr id="87" name="テキスト ボックス 86">
            <a:extLst>
              <a:ext uri="{FF2B5EF4-FFF2-40B4-BE49-F238E27FC236}">
                <a16:creationId xmlns:a16="http://schemas.microsoft.com/office/drawing/2014/main" id="{0484C7AA-5C34-F7C3-4FF1-8A8CF38EC6CF}"/>
              </a:ext>
            </a:extLst>
          </p:cNvPr>
          <p:cNvSpPr txBox="1"/>
          <p:nvPr/>
        </p:nvSpPr>
        <p:spPr>
          <a:xfrm>
            <a:off x="2908152" y="4462946"/>
            <a:ext cx="1354748" cy="804066"/>
          </a:xfrm>
          <a:prstGeom prst="rect">
            <a:avLst/>
          </a:prstGeom>
          <a:noFill/>
        </p:spPr>
        <p:txBody>
          <a:bodyPr wrap="square" lIns="0" tIns="0" rIns="0" bIns="0" rtlCol="0">
            <a:spAutoFit/>
          </a:bodyPr>
          <a:lstStyle/>
          <a:p>
            <a:pPr>
              <a:lnSpc>
                <a:spcPct val="120000"/>
              </a:lnSpc>
            </a:pPr>
            <a:r>
              <a:rPr kumimoji="1" lang="ja-JP" altLang="en-US" sz="1100">
                <a:latin typeface="メイリオ" panose="020B0604030504040204" pitchFamily="50" charset="-128"/>
                <a:ea typeface="メイリオ" panose="020B0604030504040204" pitchFamily="50" charset="-128"/>
              </a:rPr>
              <a:t>新聞ニュース編集</a:t>
            </a:r>
            <a:endParaRPr kumimoji="1" lang="en-US" altLang="ja-JP" sz="1100">
              <a:latin typeface="メイリオ" panose="020B0604030504040204" pitchFamily="50" charset="-128"/>
              <a:ea typeface="メイリオ" panose="020B0604030504040204" pitchFamily="50" charset="-128"/>
            </a:endParaRPr>
          </a:p>
          <a:p>
            <a:pPr>
              <a:lnSpc>
                <a:spcPct val="120000"/>
              </a:lnSpc>
            </a:pPr>
            <a:r>
              <a:rPr kumimoji="1" lang="ja-JP" altLang="en-US" sz="1100">
                <a:latin typeface="メイリオ" panose="020B0604030504040204" pitchFamily="50" charset="-128"/>
                <a:ea typeface="メイリオ" panose="020B0604030504040204" pitchFamily="50" charset="-128"/>
              </a:rPr>
              <a:t>システム「</a:t>
            </a:r>
            <a:r>
              <a:rPr kumimoji="1" lang="en-US" altLang="ja-JP" sz="1100" err="1">
                <a:latin typeface="メイリオ" panose="020B0604030504040204" pitchFamily="50" charset="-128"/>
                <a:ea typeface="メイリオ" panose="020B0604030504040204" pitchFamily="50" charset="-128"/>
              </a:rPr>
              <a:t>NewsBox</a:t>
            </a:r>
            <a:r>
              <a:rPr kumimoji="1" lang="ja-JP" altLang="en-US" sz="1100">
                <a:latin typeface="メイリオ" panose="020B0604030504040204" pitchFamily="50" charset="-128"/>
                <a:ea typeface="メイリオ" panose="020B0604030504040204" pitchFamily="50" charset="-128"/>
              </a:rPr>
              <a:t>」開発、販売</a:t>
            </a:r>
          </a:p>
        </p:txBody>
      </p:sp>
      <p:sp>
        <p:nvSpPr>
          <p:cNvPr id="88" name="テキスト ボックス 87">
            <a:extLst>
              <a:ext uri="{FF2B5EF4-FFF2-40B4-BE49-F238E27FC236}">
                <a16:creationId xmlns:a16="http://schemas.microsoft.com/office/drawing/2014/main" id="{25409BDF-F16E-13DB-EEAE-FDAEFFB23D0E}"/>
              </a:ext>
            </a:extLst>
          </p:cNvPr>
          <p:cNvSpPr txBox="1"/>
          <p:nvPr/>
        </p:nvSpPr>
        <p:spPr>
          <a:xfrm>
            <a:off x="4541366" y="4462946"/>
            <a:ext cx="1400911" cy="729174"/>
          </a:xfrm>
          <a:prstGeom prst="rect">
            <a:avLst/>
          </a:prstGeom>
          <a:noFill/>
        </p:spPr>
        <p:txBody>
          <a:bodyPr wrap="square" lIns="0" tIns="0" rIns="0" bIns="0" rtlCol="0" anchor="t">
            <a:spAutoFit/>
          </a:bodyPr>
          <a:lstStyle/>
          <a:p>
            <a:pPr>
              <a:lnSpc>
                <a:spcPct val="120000"/>
              </a:lnSpc>
              <a:spcAft>
                <a:spcPts val="500"/>
              </a:spcAft>
            </a:pPr>
            <a:r>
              <a:rPr lang="en-US" altLang="ja-JP" sz="1100" dirty="0">
                <a:latin typeface="メイリオ"/>
                <a:ea typeface="メイリオ"/>
              </a:rPr>
              <a:t>Azure/AWS</a:t>
            </a:r>
          </a:p>
          <a:p>
            <a:pPr>
              <a:lnSpc>
                <a:spcPct val="120000"/>
              </a:lnSpc>
              <a:spcAft>
                <a:spcPts val="500"/>
              </a:spcAft>
            </a:pPr>
            <a:r>
              <a:rPr lang="ja-JP" altLang="en-US" sz="1100" dirty="0">
                <a:latin typeface="メイリオ"/>
                <a:ea typeface="メイリオ"/>
              </a:rPr>
              <a:t>クラウド開発に着手</a:t>
            </a:r>
            <a:endParaRPr lang="en-US" altLang="ja-JP" sz="1100" dirty="0">
              <a:latin typeface="メイリオ"/>
              <a:ea typeface="メイリオ"/>
            </a:endParaRPr>
          </a:p>
          <a:p>
            <a:pPr>
              <a:lnSpc>
                <a:spcPct val="120000"/>
              </a:lnSpc>
            </a:pPr>
            <a:endParaRPr lang="ja-JP" altLang="en-US" sz="1100" dirty="0">
              <a:latin typeface="メイリオ"/>
              <a:ea typeface="メイリオ"/>
            </a:endParaRPr>
          </a:p>
        </p:txBody>
      </p:sp>
      <p:sp>
        <p:nvSpPr>
          <p:cNvPr id="89" name="テキスト ボックス 88">
            <a:extLst>
              <a:ext uri="{FF2B5EF4-FFF2-40B4-BE49-F238E27FC236}">
                <a16:creationId xmlns:a16="http://schemas.microsoft.com/office/drawing/2014/main" id="{525A1E4F-C3CC-2A74-837E-E19D666F5EFF}"/>
              </a:ext>
            </a:extLst>
          </p:cNvPr>
          <p:cNvSpPr txBox="1"/>
          <p:nvPr/>
        </p:nvSpPr>
        <p:spPr>
          <a:xfrm>
            <a:off x="6099976" y="4462946"/>
            <a:ext cx="1315747" cy="932307"/>
          </a:xfrm>
          <a:prstGeom prst="rect">
            <a:avLst/>
          </a:prstGeom>
          <a:noFill/>
        </p:spPr>
        <p:txBody>
          <a:bodyPr wrap="square" lIns="0" tIns="0" rIns="0" bIns="0" rtlCol="0">
            <a:spAutoFit/>
          </a:bodyPr>
          <a:lstStyle/>
          <a:p>
            <a:pPr>
              <a:lnSpc>
                <a:spcPct val="120000"/>
              </a:lnSpc>
              <a:spcAft>
                <a:spcPts val="500"/>
              </a:spcAft>
            </a:pPr>
            <a:r>
              <a:rPr kumimoji="1" lang="zh-TW" altLang="en-US" sz="1100">
                <a:latin typeface="メイリオ" panose="020B0604030504040204" pitchFamily="50" charset="-128"/>
                <a:ea typeface="メイリオ" panose="020B0604030504040204" pitchFamily="50" charset="-128"/>
              </a:rPr>
              <a:t>総務省「</a:t>
            </a:r>
            <a:r>
              <a:rPr kumimoji="1" lang="en-US" altLang="zh-TW" sz="1100">
                <a:latin typeface="メイリオ" panose="020B0604030504040204" pitchFamily="50" charset="-128"/>
                <a:ea typeface="メイリオ" panose="020B0604030504040204" pitchFamily="50" charset="-128"/>
              </a:rPr>
              <a:t>EPUB</a:t>
            </a:r>
            <a:r>
              <a:rPr kumimoji="1" lang="zh-TW" altLang="en-US" sz="1100">
                <a:latin typeface="メイリオ" panose="020B0604030504040204" pitchFamily="50" charset="-128"/>
                <a:ea typeface="メイリオ" panose="020B0604030504040204" pitchFamily="50" charset="-128"/>
              </a:rPr>
              <a:t>日本語拡張」受託</a:t>
            </a:r>
            <a:endParaRPr lang="en-US" altLang="zh-TW" sz="1100">
              <a:latin typeface="メイリオ" panose="020B0604030504040204" pitchFamily="50" charset="-128"/>
              <a:ea typeface="メイリオ" panose="020B0604030504040204" pitchFamily="50" charset="-128"/>
            </a:endParaRPr>
          </a:p>
          <a:p>
            <a:pPr>
              <a:lnSpc>
                <a:spcPct val="120000"/>
              </a:lnSpc>
              <a:spcAft>
                <a:spcPts val="500"/>
              </a:spcAft>
            </a:pPr>
            <a:endParaRPr lang="en-US" altLang="ja-JP" sz="1100">
              <a:solidFill>
                <a:srgbClr val="0380F8"/>
              </a:solidFill>
              <a:latin typeface="メイリオ" panose="020B0604030504040204" pitchFamily="50" charset="-128"/>
              <a:ea typeface="メイリオ" panose="020B0604030504040204" pitchFamily="50" charset="-128"/>
            </a:endParaRPr>
          </a:p>
          <a:p>
            <a:pPr>
              <a:lnSpc>
                <a:spcPct val="120000"/>
              </a:lnSpc>
              <a:spcAft>
                <a:spcPts val="500"/>
              </a:spcAft>
            </a:pPr>
            <a:r>
              <a:rPr lang="en-US" altLang="ja-JP" sz="1100" i="0" u="none" strike="noStrike">
                <a:solidFill>
                  <a:srgbClr val="000000"/>
                </a:solidFill>
                <a:effectLst/>
                <a:latin typeface="メイリオ" panose="020B0604030504040204" pitchFamily="50" charset="-128"/>
              </a:rPr>
              <a:t>Sitecore</a:t>
            </a:r>
            <a:r>
              <a:rPr lang="ja-JP" altLang="ja-JP" sz="1100" i="0" u="none" strike="noStrike">
                <a:solidFill>
                  <a:srgbClr val="000000"/>
                </a:solidFill>
                <a:effectLst/>
                <a:ea typeface="メイリオ" panose="020B0604030504040204" pitchFamily="50" charset="-128"/>
              </a:rPr>
              <a:t>開発に着手</a:t>
            </a:r>
            <a:endParaRPr kumimoji="1" lang="ja-JP" altLang="en-US" sz="1100">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B4692747-BAFE-8C6B-212C-9B9C5441D1EB}"/>
              </a:ext>
            </a:extLst>
          </p:cNvPr>
          <p:cNvSpPr txBox="1"/>
          <p:nvPr/>
        </p:nvSpPr>
        <p:spPr>
          <a:xfrm>
            <a:off x="7755743" y="4462946"/>
            <a:ext cx="1440517" cy="600934"/>
          </a:xfrm>
          <a:prstGeom prst="rect">
            <a:avLst/>
          </a:prstGeom>
          <a:noFill/>
        </p:spPr>
        <p:txBody>
          <a:bodyPr wrap="square" lIns="0" tIns="0" rIns="0" bIns="0" rtlCol="0">
            <a:spAutoFit/>
          </a:bodyPr>
          <a:lstStyle/>
          <a:p>
            <a:pPr>
              <a:lnSpc>
                <a:spcPct val="120000"/>
              </a:lnSpc>
            </a:pPr>
            <a:r>
              <a:rPr kumimoji="1" lang="ja-JP" altLang="en-US" sz="1100" dirty="0">
                <a:latin typeface="メイリオ" panose="020B0604030504040204" pitchFamily="50" charset="-128"/>
                <a:ea typeface="メイリオ" panose="020B0604030504040204" pitchFamily="50" charset="-128"/>
              </a:rPr>
              <a:t>「縦書き</a:t>
            </a:r>
            <a:r>
              <a:rPr kumimoji="1" lang="en-US" altLang="ja-JP" sz="1100" dirty="0">
                <a:latin typeface="メイリオ" panose="020B0604030504040204" pitchFamily="50" charset="-128"/>
                <a:ea typeface="メイリオ" panose="020B0604030504040204" pitchFamily="50" charset="-128"/>
              </a:rPr>
              <a:t>Web</a:t>
            </a:r>
            <a:r>
              <a:rPr kumimoji="1" lang="ja-JP" altLang="en-US" sz="1100" dirty="0">
                <a:latin typeface="メイリオ" panose="020B0604030504040204" pitchFamily="50" charset="-128"/>
                <a:ea typeface="メイリオ" panose="020B0604030504040204" pitchFamily="50" charset="-128"/>
              </a:rPr>
              <a:t>」</a:t>
            </a:r>
            <a:endParaRPr kumimoji="1" lang="en-US" altLang="ja-JP" sz="1100" dirty="0">
              <a:latin typeface="メイリオ" panose="020B0604030504040204" pitchFamily="50" charset="-128"/>
              <a:ea typeface="メイリオ" panose="020B0604030504040204" pitchFamily="50" charset="-128"/>
            </a:endParaRPr>
          </a:p>
          <a:p>
            <a:pPr>
              <a:lnSpc>
                <a:spcPct val="120000"/>
              </a:lnSpc>
            </a:pPr>
            <a:r>
              <a:rPr kumimoji="1" lang="ja-JP" altLang="en-US" sz="1100" dirty="0">
                <a:latin typeface="メイリオ" panose="020B0604030504040204" pitchFamily="50" charset="-128"/>
                <a:ea typeface="メイリオ" panose="020B0604030504040204" pitchFamily="50" charset="-128"/>
              </a:rPr>
              <a:t>グッドデザイン賞</a:t>
            </a:r>
            <a:endParaRPr kumimoji="1" lang="en-US" altLang="ja-JP" sz="1100" dirty="0">
              <a:latin typeface="メイリオ" panose="020B0604030504040204" pitchFamily="50" charset="-128"/>
              <a:ea typeface="メイリオ" panose="020B0604030504040204" pitchFamily="50" charset="-128"/>
            </a:endParaRPr>
          </a:p>
          <a:p>
            <a:pPr>
              <a:lnSpc>
                <a:spcPct val="120000"/>
              </a:lnSpc>
            </a:pPr>
            <a:r>
              <a:rPr kumimoji="1" lang="ja-JP" altLang="en-US" sz="1100" dirty="0">
                <a:latin typeface="メイリオ" panose="020B0604030504040204" pitchFamily="50" charset="-128"/>
                <a:ea typeface="メイリオ" panose="020B0604030504040204" pitchFamily="50" charset="-128"/>
              </a:rPr>
              <a:t>受賞</a:t>
            </a:r>
          </a:p>
        </p:txBody>
      </p:sp>
      <p:sp>
        <p:nvSpPr>
          <p:cNvPr id="92" name="テキスト ボックス 91">
            <a:extLst>
              <a:ext uri="{FF2B5EF4-FFF2-40B4-BE49-F238E27FC236}">
                <a16:creationId xmlns:a16="http://schemas.microsoft.com/office/drawing/2014/main" id="{9B6CAB91-8619-E138-0085-377BD67D5CE8}"/>
              </a:ext>
            </a:extLst>
          </p:cNvPr>
          <p:cNvSpPr txBox="1"/>
          <p:nvPr/>
        </p:nvSpPr>
        <p:spPr>
          <a:xfrm>
            <a:off x="10236725" y="2775303"/>
            <a:ext cx="1356119" cy="430887"/>
          </a:xfrm>
          <a:prstGeom prst="rect">
            <a:avLst/>
          </a:prstGeom>
          <a:noFill/>
        </p:spPr>
        <p:txBody>
          <a:bodyPr wrap="square" lIns="0" tIns="0" rIns="0" bIns="0" rtlCol="0">
            <a:spAutoFit/>
          </a:bodyPr>
          <a:lstStyle/>
          <a:p>
            <a:r>
              <a:rPr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rPr>
              <a:t>2022</a:t>
            </a:r>
            <a:endParaRPr kumimoji="1" lang="en-US" altLang="ja-JP" sz="2800">
              <a:solidFill>
                <a:schemeClr val="bg1">
                  <a:lumMod val="75000"/>
                </a:schemeClr>
              </a:solidFill>
              <a:latin typeface="Arial" panose="020B0604020202020204" pitchFamily="34" charset="0"/>
              <a:ea typeface="メイリオ" panose="020B0604030504040204" pitchFamily="50" charset="-128"/>
              <a:cs typeface="Arial" panose="020B0604020202020204" pitchFamily="34" charset="0"/>
            </a:endParaRPr>
          </a:p>
        </p:txBody>
      </p:sp>
      <p:sp>
        <p:nvSpPr>
          <p:cNvPr id="94" name="テキスト ボックス 93">
            <a:extLst>
              <a:ext uri="{FF2B5EF4-FFF2-40B4-BE49-F238E27FC236}">
                <a16:creationId xmlns:a16="http://schemas.microsoft.com/office/drawing/2014/main" id="{9FB10B8E-3897-9C7B-8C71-C13D7E331E84}"/>
              </a:ext>
            </a:extLst>
          </p:cNvPr>
          <p:cNvSpPr txBox="1"/>
          <p:nvPr/>
        </p:nvSpPr>
        <p:spPr>
          <a:xfrm>
            <a:off x="9280179" y="4467477"/>
            <a:ext cx="1440517" cy="1210331"/>
          </a:xfrm>
          <a:prstGeom prst="rect">
            <a:avLst/>
          </a:prstGeom>
          <a:noFill/>
        </p:spPr>
        <p:txBody>
          <a:bodyPr wrap="square" lIns="0" tIns="0" rIns="0" bIns="0" rtlCol="0">
            <a:spAutoFit/>
          </a:bodyPr>
          <a:lstStyle/>
          <a:p>
            <a:pPr>
              <a:lnSpc>
                <a:spcPct val="120000"/>
              </a:lnSpc>
            </a:pPr>
            <a:r>
              <a:rPr kumimoji="1" lang="ja-JP" altLang="en-US" sz="1100" dirty="0">
                <a:latin typeface="メイリオ" panose="020B0604030504040204" pitchFamily="50" charset="-128"/>
                <a:ea typeface="メイリオ" panose="020B0604030504040204" pitchFamily="50" charset="-128"/>
              </a:rPr>
              <a:t>「</a:t>
            </a:r>
            <a:r>
              <a:rPr kumimoji="1" lang="en-US" altLang="ja-JP" sz="1100" dirty="0">
                <a:latin typeface="メイリオ" panose="020B0604030504040204" pitchFamily="50" charset="-128"/>
                <a:ea typeface="メイリオ" panose="020B0604030504040204" pitchFamily="50" charset="-128"/>
              </a:rPr>
              <a:t>Power</a:t>
            </a:r>
            <a:r>
              <a:rPr kumimoji="1" lang="ja-JP" altLang="en-US" sz="1100" dirty="0">
                <a:latin typeface="メイリオ" panose="020B0604030504040204" pitchFamily="50" charset="-128"/>
                <a:ea typeface="メイリオ" panose="020B0604030504040204" pitchFamily="50" charset="-128"/>
              </a:rPr>
              <a:t> </a:t>
            </a:r>
            <a:r>
              <a:rPr kumimoji="1" lang="en-US" altLang="ja-JP" sz="1100" dirty="0">
                <a:latin typeface="メイリオ" panose="020B0604030504040204" pitchFamily="50" charset="-128"/>
                <a:ea typeface="メイリオ" panose="020B0604030504040204" pitchFamily="50" charset="-128"/>
              </a:rPr>
              <a:t>BI </a:t>
            </a:r>
            <a:r>
              <a:rPr kumimoji="1" lang="ja-JP" altLang="en-US" sz="1100" dirty="0">
                <a:latin typeface="メイリオ" panose="020B0604030504040204" pitchFamily="50" charset="-128"/>
                <a:ea typeface="メイリオ" panose="020B0604030504040204" pitchFamily="50" charset="-128"/>
              </a:rPr>
              <a:t>データ活用ソリューション」を開始</a:t>
            </a:r>
            <a:endParaRPr kumimoji="1" lang="en-US" altLang="ja-JP" sz="1100" dirty="0">
              <a:latin typeface="メイリオ" panose="020B0604030504040204" pitchFamily="50" charset="-128"/>
              <a:ea typeface="メイリオ" panose="020B0604030504040204" pitchFamily="50" charset="-128"/>
            </a:endParaRPr>
          </a:p>
          <a:p>
            <a:pPr>
              <a:lnSpc>
                <a:spcPct val="120000"/>
              </a:lnSpc>
            </a:pPr>
            <a:endParaRPr lang="en-US" altLang="ja-JP" sz="1100" dirty="0">
              <a:latin typeface="メイリオ" panose="020B0604030504040204" pitchFamily="50" charset="-128"/>
              <a:ea typeface="メイリオ" panose="020B0604030504040204" pitchFamily="50" charset="-128"/>
            </a:endParaRPr>
          </a:p>
          <a:p>
            <a:pPr>
              <a:lnSpc>
                <a:spcPct val="120000"/>
              </a:lnSpc>
            </a:pPr>
            <a:r>
              <a:rPr kumimoji="1" lang="ja-JP" altLang="en-US" sz="1100" dirty="0">
                <a:latin typeface="メイリオ" panose="020B0604030504040204" pitchFamily="50" charset="-128"/>
                <a:ea typeface="メイリオ" panose="020B0604030504040204" pitchFamily="50" charset="-128"/>
              </a:rPr>
              <a:t>「</a:t>
            </a:r>
            <a:r>
              <a:rPr kumimoji="1" lang="en-US" altLang="ja-JP" sz="1100" dirty="0">
                <a:latin typeface="メイリオ" panose="020B0604030504040204" pitchFamily="50" charset="-128"/>
                <a:ea typeface="メイリオ" panose="020B0604030504040204" pitchFamily="50" charset="-128"/>
              </a:rPr>
              <a:t>DONGRI</a:t>
            </a:r>
            <a:r>
              <a:rPr kumimoji="1" lang="ja-JP" altLang="en-US" sz="1100" dirty="0">
                <a:latin typeface="メイリオ" panose="020B0604030504040204" pitchFamily="50" charset="-128"/>
                <a:ea typeface="メイリオ" panose="020B0604030504040204" pitchFamily="50" charset="-128"/>
              </a:rPr>
              <a:t>」の導入校が</a:t>
            </a:r>
            <a:r>
              <a:rPr kumimoji="1" lang="en-US" altLang="ja-JP" sz="1100" dirty="0">
                <a:latin typeface="メイリオ" panose="020B0604030504040204" pitchFamily="50" charset="-128"/>
                <a:ea typeface="メイリオ" panose="020B0604030504040204" pitchFamily="50" charset="-128"/>
              </a:rPr>
              <a:t>200</a:t>
            </a:r>
            <a:r>
              <a:rPr kumimoji="1" lang="ja-JP" altLang="en-US" sz="1100" dirty="0">
                <a:latin typeface="メイリオ" panose="020B0604030504040204" pitchFamily="50" charset="-128"/>
                <a:ea typeface="メイリオ" panose="020B0604030504040204" pitchFamily="50" charset="-128"/>
              </a:rPr>
              <a:t>校以上に</a:t>
            </a:r>
          </a:p>
        </p:txBody>
      </p:sp>
      <p:sp>
        <p:nvSpPr>
          <p:cNvPr id="95" name="テキスト ボックス 94">
            <a:extLst>
              <a:ext uri="{FF2B5EF4-FFF2-40B4-BE49-F238E27FC236}">
                <a16:creationId xmlns:a16="http://schemas.microsoft.com/office/drawing/2014/main" id="{71AE7CE0-E532-501E-4BAC-4793180C9773}"/>
              </a:ext>
            </a:extLst>
          </p:cNvPr>
          <p:cNvSpPr txBox="1"/>
          <p:nvPr/>
        </p:nvSpPr>
        <p:spPr>
          <a:xfrm>
            <a:off x="10139700" y="1093332"/>
            <a:ext cx="1944447" cy="600934"/>
          </a:xfrm>
          <a:prstGeom prst="rect">
            <a:avLst/>
          </a:prstGeom>
          <a:noFill/>
        </p:spPr>
        <p:txBody>
          <a:bodyPr wrap="square" lIns="0" tIns="0" rIns="0" bIns="0" rtlCol="0">
            <a:spAutoFit/>
          </a:bodyPr>
          <a:lstStyle/>
          <a:p>
            <a:pPr>
              <a:lnSpc>
                <a:spcPct val="120000"/>
              </a:lnSpc>
            </a:pPr>
            <a:r>
              <a:rPr kumimoji="1" lang="ja-JP" altLang="en-US" sz="1100">
                <a:latin typeface="メイリオ" panose="020B0604030504040204" pitchFamily="50" charset="-128"/>
                <a:ea typeface="メイリオ" panose="020B0604030504040204" pitchFamily="50" charset="-128"/>
              </a:rPr>
              <a:t>「</a:t>
            </a:r>
            <a:r>
              <a:rPr kumimoji="1" lang="en-US" altLang="ja-JP" sz="1100">
                <a:latin typeface="メイリオ" panose="020B0604030504040204" pitchFamily="50" charset="-128"/>
                <a:ea typeface="メイリオ" panose="020B0604030504040204" pitchFamily="50" charset="-128"/>
              </a:rPr>
              <a:t>Sitecore Partner Awards</a:t>
            </a:r>
            <a:r>
              <a:rPr kumimoji="1" lang="ja-JP" altLang="en-US" sz="1100">
                <a:latin typeface="メイリオ" panose="020B0604030504040204" pitchFamily="50" charset="-128"/>
                <a:ea typeface="メイリオ" panose="020B0604030504040204" pitchFamily="50" charset="-128"/>
              </a:rPr>
              <a:t>」において、日本国内で唯一</a:t>
            </a:r>
            <a:r>
              <a:rPr kumimoji="1" lang="en-US" altLang="ja-JP" sz="1100">
                <a:latin typeface="メイリオ" panose="020B0604030504040204" pitchFamily="50" charset="-128"/>
                <a:ea typeface="メイリオ" panose="020B0604030504040204" pitchFamily="50" charset="-128"/>
              </a:rPr>
              <a:t>Rising Star</a:t>
            </a:r>
            <a:r>
              <a:rPr kumimoji="1" lang="ja-JP" altLang="en-US" sz="1100">
                <a:latin typeface="メイリオ" panose="020B0604030504040204" pitchFamily="50" charset="-128"/>
                <a:ea typeface="メイリオ" panose="020B0604030504040204" pitchFamily="50" charset="-128"/>
              </a:rPr>
              <a:t>賞を受賞</a:t>
            </a:r>
          </a:p>
        </p:txBody>
      </p:sp>
      <p:sp>
        <p:nvSpPr>
          <p:cNvPr id="10" name="スライド番号プレースホルダー 1">
            <a:extLst>
              <a:ext uri="{FF2B5EF4-FFF2-40B4-BE49-F238E27FC236}">
                <a16:creationId xmlns:a16="http://schemas.microsoft.com/office/drawing/2014/main" id="{B0916590-D67E-56B7-10B3-3A872C504E2F}"/>
              </a:ext>
            </a:extLst>
          </p:cNvPr>
          <p:cNvSpPr txBox="1">
            <a:spLocks/>
          </p:cNvSpPr>
          <p:nvPr/>
        </p:nvSpPr>
        <p:spPr>
          <a:xfrm>
            <a:off x="11832000" y="6551708"/>
            <a:ext cx="360000" cy="247650"/>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D8B2CA-0216-482D-9F43-5479A975FC55}" type="slidenum">
              <a:rPr lang="ja-JP" altLang="en-US" smtClean="0"/>
              <a:pPr/>
              <a:t>47</a:t>
            </a:fld>
            <a:endParaRPr lang="ja-JP" altLang="en-US" dirty="0"/>
          </a:p>
        </p:txBody>
      </p:sp>
    </p:spTree>
    <p:extLst>
      <p:ext uri="{BB962C8B-B14F-4D97-AF65-F5344CB8AC3E}">
        <p14:creationId xmlns:p14="http://schemas.microsoft.com/office/powerpoint/2010/main" val="13091161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6E48D-7FB9-6295-494D-E17B36A2B683}"/>
            </a:ext>
          </a:extLst>
        </p:cNvPr>
        <p:cNvGrpSpPr/>
        <p:nvPr/>
      </p:nvGrpSpPr>
      <p:grpSpPr>
        <a:xfrm>
          <a:off x="0" y="0"/>
          <a:ext cx="0" cy="0"/>
          <a:chOff x="0" y="0"/>
          <a:chExt cx="0" cy="0"/>
        </a:xfrm>
      </p:grpSpPr>
      <p:sp>
        <p:nvSpPr>
          <p:cNvPr id="25" name="正方形/長方形 24">
            <a:extLst>
              <a:ext uri="{FF2B5EF4-FFF2-40B4-BE49-F238E27FC236}">
                <a16:creationId xmlns:a16="http://schemas.microsoft.com/office/drawing/2014/main" id="{4239EAB9-CA5B-F9B9-D9BF-0C1BB85E8B1C}"/>
              </a:ext>
            </a:extLst>
          </p:cNvPr>
          <p:cNvSpPr/>
          <p:nvPr/>
        </p:nvSpPr>
        <p:spPr>
          <a:xfrm>
            <a:off x="1" y="992385"/>
            <a:ext cx="5958986" cy="5484938"/>
          </a:xfrm>
          <a:prstGeom prst="rect">
            <a:avLst/>
          </a:prstGeom>
          <a:solidFill>
            <a:srgbClr val="1688F7"/>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15633536-03A0-959E-BA7A-B6D89B41F8B0}"/>
              </a:ext>
            </a:extLst>
          </p:cNvPr>
          <p:cNvSpPr>
            <a:spLocks noGrp="1"/>
          </p:cNvSpPr>
          <p:nvPr>
            <p:ph type="sldNum" sz="quarter" idx="12"/>
          </p:nvPr>
        </p:nvSpPr>
        <p:spPr>
          <a:xfrm>
            <a:off x="11832000" y="6551708"/>
            <a:ext cx="360000" cy="247650"/>
          </a:xfrm>
        </p:spPr>
        <p:txBody>
          <a:bodyPr/>
          <a:lstStyle/>
          <a:p>
            <a:fld id="{31D8B2CA-0216-482D-9F43-5479A975FC55}" type="slidenum">
              <a:rPr lang="ja-JP" altLang="en-US" smtClean="0"/>
              <a:pPr/>
              <a:t>48</a:t>
            </a:fld>
            <a:endParaRPr lang="ja-JP" altLang="en-US" dirty="0"/>
          </a:p>
        </p:txBody>
      </p:sp>
      <p:sp>
        <p:nvSpPr>
          <p:cNvPr id="4" name="タイトル 3">
            <a:extLst>
              <a:ext uri="{FF2B5EF4-FFF2-40B4-BE49-F238E27FC236}">
                <a16:creationId xmlns:a16="http://schemas.microsoft.com/office/drawing/2014/main" id="{0096E0F5-7D1D-8F51-0648-9148DDB14CED}"/>
              </a:ext>
            </a:extLst>
          </p:cNvPr>
          <p:cNvSpPr txBox="1">
            <a:spLocks/>
          </p:cNvSpPr>
          <p:nvPr/>
        </p:nvSpPr>
        <p:spPr>
          <a:xfrm>
            <a:off x="576000" y="230485"/>
            <a:ext cx="7984559" cy="556212"/>
          </a:xfrm>
          <a:prstGeom prst="rect">
            <a:avLst/>
          </a:prstGeom>
        </p:spPr>
        <p:txBody>
          <a:bodyPr vert="horz" lIns="0" tIns="0" rIns="0" bIns="0" rtlCol="0" anchor="b">
            <a:norm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ja-JP" altLang="en-US" sz="3200" b="1" dirty="0">
                <a:latin typeface="メイリオ" panose="020B0604030504040204" pitchFamily="50" charset="-128"/>
                <a:ea typeface="メイリオ" panose="020B0604030504040204" pitchFamily="50" charset="-128"/>
              </a:rPr>
              <a:t>イースト事業案内</a:t>
            </a:r>
          </a:p>
        </p:txBody>
      </p:sp>
      <p:sp>
        <p:nvSpPr>
          <p:cNvPr id="6" name="正方形/長方形 5">
            <a:extLst>
              <a:ext uri="{FF2B5EF4-FFF2-40B4-BE49-F238E27FC236}">
                <a16:creationId xmlns:a16="http://schemas.microsoft.com/office/drawing/2014/main" id="{81DCD914-7B11-924B-E957-E92CE650F241}"/>
              </a:ext>
            </a:extLst>
          </p:cNvPr>
          <p:cNvSpPr/>
          <p:nvPr/>
        </p:nvSpPr>
        <p:spPr>
          <a:xfrm>
            <a:off x="360000" y="1"/>
            <a:ext cx="72000" cy="684000"/>
          </a:xfrm>
          <a:prstGeom prst="rect">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6EF9815D-DAEE-80FC-CA45-C5AAFFCED5FD}"/>
              </a:ext>
            </a:extLst>
          </p:cNvPr>
          <p:cNvSpPr txBox="1"/>
          <p:nvPr/>
        </p:nvSpPr>
        <p:spPr>
          <a:xfrm>
            <a:off x="935054" y="2828239"/>
            <a:ext cx="4605600" cy="2462213"/>
          </a:xfrm>
          <a:prstGeom prst="rect">
            <a:avLst/>
          </a:prstGeom>
          <a:noFill/>
          <a:ln w="28575">
            <a:noFill/>
          </a:ln>
        </p:spPr>
        <p:txBody>
          <a:bodyPr wrap="square" rtlCol="0">
            <a:spAutoFit/>
          </a:bodyPr>
          <a:lstStyle/>
          <a:p>
            <a:r>
              <a:rPr lang="ja-JP" altLang="en-US" sz="1400">
                <a:solidFill>
                  <a:schemeClr val="bg1"/>
                </a:solidFill>
                <a:latin typeface="メイリオ" panose="020B0604030504040204" pitchFamily="50" charset="-128"/>
                <a:ea typeface="メイリオ" panose="020B0604030504040204" pitchFamily="50" charset="-128"/>
              </a:rPr>
              <a:t>約</a:t>
            </a:r>
            <a:r>
              <a:rPr lang="en-US" altLang="ja-JP" sz="1400" dirty="0">
                <a:solidFill>
                  <a:schemeClr val="bg1"/>
                </a:solidFill>
                <a:latin typeface="メイリオ" panose="020B0604030504040204" pitchFamily="50" charset="-128"/>
                <a:ea typeface="メイリオ" panose="020B0604030504040204" pitchFamily="50" charset="-128"/>
              </a:rPr>
              <a:t>40</a:t>
            </a:r>
            <a:r>
              <a:rPr lang="ja-JP" altLang="en-US" sz="1400" dirty="0">
                <a:solidFill>
                  <a:schemeClr val="bg1"/>
                </a:solidFill>
                <a:latin typeface="メイリオ" panose="020B0604030504040204" pitchFamily="50" charset="-128"/>
                <a:ea typeface="メイリオ" panose="020B0604030504040204" pitchFamily="50" charset="-128"/>
              </a:rPr>
              <a:t>年の実績と経験を</a:t>
            </a:r>
            <a:r>
              <a:rPr lang="ja-JP" altLang="en-US" sz="1400">
                <a:solidFill>
                  <a:schemeClr val="bg1"/>
                </a:solidFill>
                <a:latin typeface="メイリオ" panose="020B0604030504040204" pitchFamily="50" charset="-128"/>
                <a:ea typeface="メイリオ" panose="020B0604030504040204" pitchFamily="50" charset="-128"/>
              </a:rPr>
              <a:t>もとに</a:t>
            </a:r>
            <a:endParaRPr lang="en-US" altLang="ja-JP" sz="1400" dirty="0">
              <a:solidFill>
                <a:schemeClr val="bg1"/>
              </a:solidFill>
              <a:latin typeface="メイリオ" panose="020B0604030504040204" pitchFamily="50" charset="-128"/>
              <a:ea typeface="メイリオ" panose="020B0604030504040204" pitchFamily="50" charset="-128"/>
            </a:endParaRPr>
          </a:p>
          <a:p>
            <a:r>
              <a:rPr lang="en-US" altLang="ja-JP" sz="1400" dirty="0">
                <a:solidFill>
                  <a:schemeClr val="bg1"/>
                </a:solidFill>
                <a:latin typeface="メイリオ" panose="020B0604030504040204" pitchFamily="50" charset="-128"/>
                <a:ea typeface="メイリオ" panose="020B0604030504040204" pitchFamily="50" charset="-128"/>
              </a:rPr>
              <a:t>Microsoft </a:t>
            </a:r>
            <a:r>
              <a:rPr lang="ja-JP" altLang="en-US" sz="1400" dirty="0">
                <a:solidFill>
                  <a:schemeClr val="bg1"/>
                </a:solidFill>
                <a:latin typeface="メイリオ" panose="020B0604030504040204" pitchFamily="50" charset="-128"/>
                <a:ea typeface="メイリオ" panose="020B0604030504040204" pitchFamily="50" charset="-128"/>
              </a:rPr>
              <a:t>テクノロジーを</a:t>
            </a:r>
            <a:r>
              <a:rPr lang="ja-JP" altLang="en-US" sz="1400">
                <a:solidFill>
                  <a:schemeClr val="bg1"/>
                </a:solidFill>
                <a:latin typeface="メイリオ" panose="020B0604030504040204" pitchFamily="50" charset="-128"/>
                <a:ea typeface="メイリオ" panose="020B0604030504040204" pitchFamily="50" charset="-128"/>
              </a:rPr>
              <a:t>活用して</a:t>
            </a:r>
            <a:endParaRPr lang="en-US" altLang="ja-JP" sz="1400" dirty="0">
              <a:solidFill>
                <a:schemeClr val="bg1"/>
              </a:solidFill>
              <a:latin typeface="メイリオ" panose="020B0604030504040204" pitchFamily="50" charset="-128"/>
              <a:ea typeface="メイリオ" panose="020B0604030504040204" pitchFamily="50" charset="-128"/>
            </a:endParaRPr>
          </a:p>
          <a:p>
            <a:r>
              <a:rPr lang="ja-JP" altLang="en-US" sz="1400">
                <a:solidFill>
                  <a:schemeClr val="bg1"/>
                </a:solidFill>
                <a:latin typeface="メイリオ" panose="020B0604030504040204" pitchFamily="50" charset="-128"/>
                <a:ea typeface="メイリオ" panose="020B0604030504040204" pitchFamily="50" charset="-128"/>
              </a:rPr>
              <a:t>堅牢</a:t>
            </a:r>
            <a:r>
              <a:rPr lang="ja-JP" altLang="en-US" sz="1400" dirty="0">
                <a:solidFill>
                  <a:schemeClr val="bg1"/>
                </a:solidFill>
                <a:latin typeface="メイリオ" panose="020B0604030504040204" pitchFamily="50" charset="-128"/>
                <a:ea typeface="メイリオ" panose="020B0604030504040204" pitchFamily="50" charset="-128"/>
              </a:rPr>
              <a:t>・安心・安全な</a:t>
            </a:r>
            <a:r>
              <a:rPr lang="en-US" altLang="ja-JP" sz="1400" dirty="0">
                <a:solidFill>
                  <a:schemeClr val="bg1"/>
                </a:solidFill>
                <a:latin typeface="メイリオ" panose="020B0604030504040204" pitchFamily="50" charset="-128"/>
                <a:ea typeface="メイリオ" panose="020B0604030504040204" pitchFamily="50" charset="-128"/>
              </a:rPr>
              <a:t>Web</a:t>
            </a:r>
            <a:r>
              <a:rPr lang="ja-JP" altLang="en-US" sz="1400" dirty="0">
                <a:solidFill>
                  <a:schemeClr val="bg1"/>
                </a:solidFill>
                <a:latin typeface="メイリオ" panose="020B0604030504040204" pitchFamily="50" charset="-128"/>
                <a:ea typeface="メイリオ" panose="020B0604030504040204" pitchFamily="50" charset="-128"/>
              </a:rPr>
              <a:t>システムを</a:t>
            </a:r>
            <a:r>
              <a:rPr lang="ja-JP" altLang="en-US" sz="1400">
                <a:solidFill>
                  <a:schemeClr val="bg1"/>
                </a:solidFill>
                <a:latin typeface="メイリオ" panose="020B0604030504040204" pitchFamily="50" charset="-128"/>
                <a:ea typeface="メイリオ" panose="020B0604030504040204" pitchFamily="50" charset="-128"/>
              </a:rPr>
              <a:t>構築します。</a:t>
            </a:r>
            <a:endParaRPr lang="en-US" altLang="ja-JP" sz="1400" dirty="0">
              <a:solidFill>
                <a:schemeClr val="bg1"/>
              </a:solidFill>
              <a:latin typeface="メイリオ" panose="020B0604030504040204" pitchFamily="50" charset="-128"/>
              <a:ea typeface="メイリオ" panose="020B0604030504040204" pitchFamily="50" charset="-128"/>
            </a:endParaRPr>
          </a:p>
          <a:p>
            <a:endParaRPr lang="ja-JP" altLang="en-US" sz="1400" dirty="0">
              <a:solidFill>
                <a:schemeClr val="bg1"/>
              </a:solidFill>
              <a:latin typeface="メイリオ" panose="020B0604030504040204" pitchFamily="50" charset="-128"/>
              <a:ea typeface="メイリオ" panose="020B0604030504040204" pitchFamily="50" charset="-128"/>
            </a:endParaRPr>
          </a:p>
          <a:p>
            <a:r>
              <a:rPr lang="ja-JP" altLang="en-US" sz="1400">
                <a:solidFill>
                  <a:schemeClr val="bg1"/>
                </a:solidFill>
                <a:latin typeface="メイリオ" panose="020B0604030504040204" pitchFamily="50" charset="-128"/>
                <a:ea typeface="メイリオ" panose="020B0604030504040204" pitchFamily="50" charset="-128"/>
              </a:rPr>
              <a:t>フロントエンド</a:t>
            </a:r>
            <a:r>
              <a:rPr lang="ja-JP" altLang="en-US" sz="1400" dirty="0">
                <a:solidFill>
                  <a:schemeClr val="bg1"/>
                </a:solidFill>
                <a:latin typeface="メイリオ" panose="020B0604030504040204" pitchFamily="50" charset="-128"/>
                <a:ea typeface="メイリオ" panose="020B0604030504040204" pitchFamily="50" charset="-128"/>
              </a:rPr>
              <a:t>から</a:t>
            </a:r>
            <a:r>
              <a:rPr lang="ja-JP" altLang="en-US" sz="1400">
                <a:solidFill>
                  <a:schemeClr val="bg1"/>
                </a:solidFill>
                <a:latin typeface="メイリオ" panose="020B0604030504040204" pitchFamily="50" charset="-128"/>
                <a:ea typeface="メイリオ" panose="020B0604030504040204" pitchFamily="50" charset="-128"/>
              </a:rPr>
              <a:t>バックエンドまで</a:t>
            </a:r>
            <a:endParaRPr lang="en-US" altLang="ja-JP" sz="1400" dirty="0">
              <a:solidFill>
                <a:schemeClr val="bg1"/>
              </a:solidFill>
              <a:latin typeface="メイリオ" panose="020B0604030504040204" pitchFamily="50" charset="-128"/>
              <a:ea typeface="メイリオ" panose="020B0604030504040204" pitchFamily="50" charset="-128"/>
            </a:endParaRPr>
          </a:p>
          <a:p>
            <a:r>
              <a:rPr lang="en-US" altLang="ja-JP" sz="1400" dirty="0">
                <a:solidFill>
                  <a:schemeClr val="bg1"/>
                </a:solidFill>
                <a:latin typeface="メイリオ" panose="020B0604030504040204" pitchFamily="50" charset="-128"/>
                <a:ea typeface="メイリオ" panose="020B0604030504040204" pitchFamily="50" charset="-128"/>
              </a:rPr>
              <a:t>Web</a:t>
            </a:r>
            <a:r>
              <a:rPr lang="ja-JP" altLang="en-US" sz="1400" dirty="0">
                <a:solidFill>
                  <a:schemeClr val="bg1"/>
                </a:solidFill>
                <a:latin typeface="メイリオ" panose="020B0604030504040204" pitchFamily="50" charset="-128"/>
                <a:ea typeface="メイリオ" panose="020B0604030504040204" pitchFamily="50" charset="-128"/>
              </a:rPr>
              <a:t>システム開発におけるさまざまな</a:t>
            </a:r>
            <a:r>
              <a:rPr lang="ja-JP" altLang="en-US" sz="1400">
                <a:solidFill>
                  <a:schemeClr val="bg1"/>
                </a:solidFill>
                <a:latin typeface="メイリオ" panose="020B0604030504040204" pitchFamily="50" charset="-128"/>
                <a:ea typeface="メイリオ" panose="020B0604030504040204" pitchFamily="50" charset="-128"/>
              </a:rPr>
              <a:t>要望に</a:t>
            </a:r>
            <a:endParaRPr lang="en-US" altLang="ja-JP" sz="1400" dirty="0">
              <a:solidFill>
                <a:schemeClr val="bg1"/>
              </a:solidFill>
              <a:latin typeface="メイリオ" panose="020B0604030504040204" pitchFamily="50" charset="-128"/>
              <a:ea typeface="メイリオ" panose="020B0604030504040204" pitchFamily="50" charset="-128"/>
            </a:endParaRPr>
          </a:p>
          <a:p>
            <a:r>
              <a:rPr lang="ja-JP" altLang="en-US" sz="1400">
                <a:solidFill>
                  <a:schemeClr val="bg1"/>
                </a:solidFill>
                <a:latin typeface="メイリオ" panose="020B0604030504040204" pitchFamily="50" charset="-128"/>
                <a:ea typeface="メイリオ" panose="020B0604030504040204" pitchFamily="50" charset="-128"/>
              </a:rPr>
              <a:t>柔軟</a:t>
            </a:r>
            <a:r>
              <a:rPr lang="ja-JP" altLang="en-US" sz="1400" dirty="0">
                <a:solidFill>
                  <a:schemeClr val="bg1"/>
                </a:solidFill>
                <a:latin typeface="メイリオ" panose="020B0604030504040204" pitchFamily="50" charset="-128"/>
                <a:ea typeface="メイリオ" panose="020B0604030504040204" pitchFamily="50" charset="-128"/>
              </a:rPr>
              <a:t>に幅広く対応できる技術力</a:t>
            </a:r>
            <a:r>
              <a:rPr lang="ja-JP" altLang="en-US" sz="1400">
                <a:solidFill>
                  <a:schemeClr val="bg1"/>
                </a:solidFill>
                <a:latin typeface="メイリオ" panose="020B0604030504040204" pitchFamily="50" charset="-128"/>
                <a:ea typeface="メイリオ" panose="020B0604030504040204" pitchFamily="50" charset="-128"/>
              </a:rPr>
              <a:t>があります。</a:t>
            </a:r>
            <a:endParaRPr lang="ja-JP" altLang="en-US" sz="1400" dirty="0">
              <a:solidFill>
                <a:schemeClr val="bg1"/>
              </a:solidFill>
              <a:latin typeface="メイリオ" panose="020B0604030504040204" pitchFamily="50" charset="-128"/>
              <a:ea typeface="メイリオ" panose="020B0604030504040204" pitchFamily="50" charset="-128"/>
            </a:endParaRPr>
          </a:p>
          <a:p>
            <a:endParaRPr lang="en-US" altLang="ja-JP" sz="1400" dirty="0">
              <a:solidFill>
                <a:schemeClr val="bg1"/>
              </a:solidFill>
              <a:latin typeface="メイリオ" panose="020B0604030504040204" pitchFamily="50" charset="-128"/>
              <a:ea typeface="メイリオ" panose="020B0604030504040204" pitchFamily="50" charset="-128"/>
            </a:endParaRPr>
          </a:p>
          <a:p>
            <a:r>
              <a:rPr lang="ja-JP" altLang="en-US" sz="1400">
                <a:solidFill>
                  <a:schemeClr val="bg1"/>
                </a:solidFill>
                <a:latin typeface="メイリオ" panose="020B0604030504040204" pitchFamily="50" charset="-128"/>
                <a:ea typeface="メイリオ" panose="020B0604030504040204" pitchFamily="50" charset="-128"/>
              </a:rPr>
              <a:t>「</a:t>
            </a:r>
            <a:r>
              <a:rPr lang="ja-JP" altLang="en-US" sz="1400" dirty="0">
                <a:solidFill>
                  <a:schemeClr val="bg1"/>
                </a:solidFill>
                <a:latin typeface="メイリオ" panose="020B0604030504040204" pitchFamily="50" charset="-128"/>
                <a:ea typeface="メイリオ" panose="020B0604030504040204" pitchFamily="50" charset="-128"/>
              </a:rPr>
              <a:t>顔が見えるエンジニア</a:t>
            </a:r>
            <a:r>
              <a:rPr lang="ja-JP" altLang="en-US" sz="1400">
                <a:solidFill>
                  <a:schemeClr val="bg1"/>
                </a:solidFill>
                <a:latin typeface="メイリオ" panose="020B0604030504040204" pitchFamily="50" charset="-128"/>
                <a:ea typeface="メイリオ" panose="020B0604030504040204" pitchFamily="50" charset="-128"/>
              </a:rPr>
              <a:t>」が</a:t>
            </a:r>
            <a:endParaRPr lang="en-US" altLang="ja-JP" sz="1400" dirty="0">
              <a:solidFill>
                <a:schemeClr val="bg1"/>
              </a:solidFill>
              <a:latin typeface="メイリオ" panose="020B0604030504040204" pitchFamily="50" charset="-128"/>
              <a:ea typeface="メイリオ" panose="020B0604030504040204" pitchFamily="50" charset="-128"/>
            </a:endParaRPr>
          </a:p>
          <a:p>
            <a:r>
              <a:rPr lang="ja-JP" altLang="en-US" sz="1400">
                <a:solidFill>
                  <a:schemeClr val="bg1"/>
                </a:solidFill>
                <a:latin typeface="メイリオ" panose="020B0604030504040204" pitchFamily="50" charset="-128"/>
                <a:ea typeface="メイリオ" panose="020B0604030504040204" pitchFamily="50" charset="-128"/>
              </a:rPr>
              <a:t>要件</a:t>
            </a:r>
            <a:r>
              <a:rPr lang="ja-JP" altLang="en-US" sz="1400" dirty="0">
                <a:solidFill>
                  <a:schemeClr val="bg1"/>
                </a:solidFill>
                <a:latin typeface="メイリオ" panose="020B0604030504040204" pitchFamily="50" charset="-128"/>
                <a:ea typeface="メイリオ" panose="020B0604030504040204" pitchFamily="50" charset="-128"/>
              </a:rPr>
              <a:t>定義から設計・開発・保守・運用</a:t>
            </a:r>
            <a:r>
              <a:rPr lang="ja-JP" altLang="en-US" sz="1400">
                <a:solidFill>
                  <a:schemeClr val="bg1"/>
                </a:solidFill>
                <a:latin typeface="メイリオ" panose="020B0604030504040204" pitchFamily="50" charset="-128"/>
                <a:ea typeface="メイリオ" panose="020B0604030504040204" pitchFamily="50" charset="-128"/>
              </a:rPr>
              <a:t>まで、</a:t>
            </a:r>
            <a:endParaRPr lang="en-US" altLang="ja-JP" sz="1400" dirty="0">
              <a:solidFill>
                <a:schemeClr val="bg1"/>
              </a:solidFill>
              <a:latin typeface="メイリオ" panose="020B0604030504040204" pitchFamily="50" charset="-128"/>
              <a:ea typeface="メイリオ" panose="020B0604030504040204" pitchFamily="50" charset="-128"/>
            </a:endParaRPr>
          </a:p>
          <a:p>
            <a:r>
              <a:rPr lang="ja-JP" altLang="en-US" sz="1400">
                <a:solidFill>
                  <a:schemeClr val="bg1"/>
                </a:solidFill>
                <a:latin typeface="メイリオ" panose="020B0604030504040204" pitchFamily="50" charset="-128"/>
                <a:ea typeface="メイリオ" panose="020B0604030504040204" pitchFamily="50" charset="-128"/>
              </a:rPr>
              <a:t>お客</a:t>
            </a:r>
            <a:r>
              <a:rPr lang="ja-JP" altLang="en-US" sz="1400" dirty="0">
                <a:solidFill>
                  <a:schemeClr val="bg1"/>
                </a:solidFill>
                <a:latin typeface="メイリオ" panose="020B0604030504040204" pitchFamily="50" charset="-128"/>
                <a:ea typeface="メイリオ" panose="020B0604030504040204" pitchFamily="50" charset="-128"/>
              </a:rPr>
              <a:t>様のシステム開発にワンストップで</a:t>
            </a:r>
            <a:r>
              <a:rPr lang="ja-JP" altLang="en-US" sz="1400">
                <a:solidFill>
                  <a:schemeClr val="bg1"/>
                </a:solidFill>
                <a:latin typeface="メイリオ" panose="020B0604030504040204" pitchFamily="50" charset="-128"/>
                <a:ea typeface="メイリオ" panose="020B0604030504040204" pitchFamily="50" charset="-128"/>
              </a:rPr>
              <a:t>対応します。</a:t>
            </a:r>
            <a:endParaRPr lang="ja-JP" altLang="en-US" sz="1400" dirty="0">
              <a:solidFill>
                <a:schemeClr val="bg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11146EA2-6C2C-BC99-C317-6737F1271494}"/>
              </a:ext>
            </a:extLst>
          </p:cNvPr>
          <p:cNvSpPr txBox="1"/>
          <p:nvPr/>
        </p:nvSpPr>
        <p:spPr>
          <a:xfrm>
            <a:off x="7394138" y="4015210"/>
            <a:ext cx="2645193" cy="830997"/>
          </a:xfrm>
          <a:prstGeom prst="rect">
            <a:avLst/>
          </a:prstGeom>
          <a:noFill/>
        </p:spPr>
        <p:txBody>
          <a:bodyPr wrap="square" rtlCol="0">
            <a:spAutoFit/>
          </a:bodyPr>
          <a:lstStyle/>
          <a:p>
            <a:r>
              <a:rPr lang="ja-JP" altLang="en-US" sz="1600" b="1" dirty="0">
                <a:solidFill>
                  <a:srgbClr val="63B2DA"/>
                </a:solidFill>
                <a:latin typeface="メイリオ" panose="020B0604030504040204" pitchFamily="50" charset="-128"/>
                <a:ea typeface="メイリオ" panose="020B0604030504040204" pitchFamily="50" charset="-128"/>
              </a:rPr>
              <a:t>開発支援</a:t>
            </a:r>
            <a:endParaRPr lang="en-US" altLang="ja-JP" sz="1600" b="1" dirty="0">
              <a:solidFill>
                <a:srgbClr val="63B2DA"/>
              </a:solidFill>
              <a:latin typeface="メイリオ" panose="020B0604030504040204" pitchFamily="50" charset="-128"/>
              <a:ea typeface="メイリオ" panose="020B0604030504040204" pitchFamily="50" charset="-128"/>
            </a:endParaRPr>
          </a:p>
          <a:p>
            <a:r>
              <a:rPr lang="en-US" altLang="ja-JP" sz="1600" b="1" dirty="0">
                <a:solidFill>
                  <a:srgbClr val="63B2DA"/>
                </a:solidFill>
                <a:latin typeface="メイリオ" panose="020B0604030504040204" pitchFamily="50" charset="-128"/>
                <a:ea typeface="メイリオ" panose="020B0604030504040204" pitchFamily="50" charset="-128"/>
              </a:rPr>
              <a:t>System Engineering Service</a:t>
            </a:r>
            <a:endParaRPr kumimoji="1" lang="ja-JP" altLang="en-US" sz="1600" dirty="0">
              <a:solidFill>
                <a:srgbClr val="63B2DA"/>
              </a:solidFill>
            </a:endParaRPr>
          </a:p>
        </p:txBody>
      </p:sp>
      <p:sp>
        <p:nvSpPr>
          <p:cNvPr id="27" name="テキスト ボックス 26">
            <a:extLst>
              <a:ext uri="{FF2B5EF4-FFF2-40B4-BE49-F238E27FC236}">
                <a16:creationId xmlns:a16="http://schemas.microsoft.com/office/drawing/2014/main" id="{8630F040-E5C1-5D7F-027A-A41272197B61}"/>
              </a:ext>
            </a:extLst>
          </p:cNvPr>
          <p:cNvSpPr txBox="1"/>
          <p:nvPr/>
        </p:nvSpPr>
        <p:spPr>
          <a:xfrm>
            <a:off x="7352948" y="2957149"/>
            <a:ext cx="2188140" cy="584775"/>
          </a:xfrm>
          <a:prstGeom prst="rect">
            <a:avLst/>
          </a:prstGeom>
          <a:noFill/>
        </p:spPr>
        <p:txBody>
          <a:bodyPr wrap="square" rtlCol="0">
            <a:spAutoFit/>
          </a:bodyPr>
          <a:lstStyle/>
          <a:p>
            <a:r>
              <a:rPr kumimoji="1" lang="ja-JP" altLang="en-US" sz="1600" b="1" dirty="0">
                <a:solidFill>
                  <a:srgbClr val="717FD3"/>
                </a:solidFill>
                <a:latin typeface="メイリオ" panose="020B0604030504040204" pitchFamily="50" charset="-128"/>
                <a:ea typeface="メイリオ" panose="020B0604030504040204" pitchFamily="50" charset="-128"/>
              </a:rPr>
              <a:t>デザイン</a:t>
            </a:r>
            <a:endParaRPr kumimoji="1" lang="en-US" altLang="ja-JP" sz="1600" b="1" dirty="0">
              <a:solidFill>
                <a:srgbClr val="717FD3"/>
              </a:solidFill>
              <a:latin typeface="メイリオ" panose="020B0604030504040204" pitchFamily="50" charset="-128"/>
              <a:ea typeface="メイリオ" panose="020B0604030504040204" pitchFamily="50" charset="-128"/>
            </a:endParaRPr>
          </a:p>
          <a:p>
            <a:r>
              <a:rPr kumimoji="1" lang="en-US" altLang="ja-JP" sz="1600" b="1" dirty="0">
                <a:solidFill>
                  <a:srgbClr val="717FD3"/>
                </a:solidFill>
                <a:latin typeface="メイリオ" panose="020B0604030504040204" pitchFamily="50" charset="-128"/>
                <a:ea typeface="メイリオ" panose="020B0604030504040204" pitchFamily="50" charset="-128"/>
              </a:rPr>
              <a:t>EAST DESIGN</a:t>
            </a:r>
            <a:endParaRPr kumimoji="1" lang="ja-JP" altLang="en-US" sz="1600" dirty="0">
              <a:solidFill>
                <a:srgbClr val="717FD3"/>
              </a:solidFill>
            </a:endParaRPr>
          </a:p>
        </p:txBody>
      </p:sp>
      <p:sp>
        <p:nvSpPr>
          <p:cNvPr id="3" name="テキスト ボックス 2">
            <a:extLst>
              <a:ext uri="{FF2B5EF4-FFF2-40B4-BE49-F238E27FC236}">
                <a16:creationId xmlns:a16="http://schemas.microsoft.com/office/drawing/2014/main" id="{FDF6DE3D-BD67-CD5F-E1C3-6ED6C4722851}"/>
              </a:ext>
            </a:extLst>
          </p:cNvPr>
          <p:cNvSpPr txBox="1"/>
          <p:nvPr/>
        </p:nvSpPr>
        <p:spPr>
          <a:xfrm>
            <a:off x="2276961" y="2025586"/>
            <a:ext cx="2645193" cy="307777"/>
          </a:xfrm>
          <a:prstGeom prst="rect">
            <a:avLst/>
          </a:prstGeom>
          <a:noFill/>
        </p:spPr>
        <p:txBody>
          <a:bodyPr wrap="square" rtlCol="0">
            <a:spAutoFit/>
          </a:bodyPr>
          <a:lstStyle/>
          <a:p>
            <a:r>
              <a:rPr lang="en-US" altLang="ja-JP" sz="1400" b="1" dirty="0">
                <a:solidFill>
                  <a:schemeClr val="bg1"/>
                </a:solidFill>
                <a:latin typeface="メイリオ" panose="020B0604030504040204" pitchFamily="50" charset="-128"/>
                <a:ea typeface="メイリオ" panose="020B0604030504040204" pitchFamily="50" charset="-128"/>
              </a:rPr>
              <a:t>System Service</a:t>
            </a:r>
            <a:endParaRPr kumimoji="1" lang="ja-JP" altLang="en-US" sz="1400" dirty="0">
              <a:solidFill>
                <a:schemeClr val="bg1"/>
              </a:solidFill>
            </a:endParaRPr>
          </a:p>
        </p:txBody>
      </p:sp>
      <p:sp>
        <p:nvSpPr>
          <p:cNvPr id="12" name="テキスト ボックス 11">
            <a:extLst>
              <a:ext uri="{FF2B5EF4-FFF2-40B4-BE49-F238E27FC236}">
                <a16:creationId xmlns:a16="http://schemas.microsoft.com/office/drawing/2014/main" id="{5F7E1E3B-45C7-C99C-3222-5A780EB8BC9F}"/>
              </a:ext>
            </a:extLst>
          </p:cNvPr>
          <p:cNvSpPr txBox="1"/>
          <p:nvPr/>
        </p:nvSpPr>
        <p:spPr>
          <a:xfrm>
            <a:off x="2241728" y="1611650"/>
            <a:ext cx="3282430" cy="523221"/>
          </a:xfrm>
          <a:prstGeom prst="rect">
            <a:avLst/>
          </a:prstGeom>
          <a:noFill/>
        </p:spPr>
        <p:txBody>
          <a:bodyPr wrap="square" rtlCol="0">
            <a:spAutoFit/>
          </a:bodyPr>
          <a:lstStyle/>
          <a:p>
            <a:r>
              <a:rPr lang="ja-JP" altLang="en-US" sz="2800" b="1">
                <a:solidFill>
                  <a:schemeClr val="bg1"/>
                </a:solidFill>
                <a:latin typeface="メイリオ" panose="020B0604030504040204" pitchFamily="50" charset="-128"/>
                <a:ea typeface="メイリオ" panose="020B0604030504040204" pitchFamily="50" charset="-128"/>
              </a:rPr>
              <a:t>受託システム開発</a:t>
            </a:r>
            <a:endParaRPr kumimoji="1" lang="ja-JP" altLang="en-US" sz="2800" dirty="0">
              <a:solidFill>
                <a:schemeClr val="bg1"/>
              </a:solidFill>
            </a:endParaRPr>
          </a:p>
        </p:txBody>
      </p:sp>
      <p:sp>
        <p:nvSpPr>
          <p:cNvPr id="37" name="正方形/長方形 36">
            <a:extLst>
              <a:ext uri="{FF2B5EF4-FFF2-40B4-BE49-F238E27FC236}">
                <a16:creationId xmlns:a16="http://schemas.microsoft.com/office/drawing/2014/main" id="{81B22F94-5E3F-2743-84A2-BE15A84333EC}"/>
              </a:ext>
            </a:extLst>
          </p:cNvPr>
          <p:cNvSpPr/>
          <p:nvPr/>
        </p:nvSpPr>
        <p:spPr>
          <a:xfrm>
            <a:off x="6322698" y="4052621"/>
            <a:ext cx="5859410" cy="1048011"/>
          </a:xfrm>
          <a:prstGeom prst="rect">
            <a:avLst/>
          </a:prstGeom>
          <a:solidFill>
            <a:srgbClr val="32C6B7"/>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solidFill>
                <a:srgbClr val="32C6B7"/>
              </a:solidFill>
            </a:endParaRPr>
          </a:p>
        </p:txBody>
      </p:sp>
      <p:pic>
        <p:nvPicPr>
          <p:cNvPr id="13" name="図 12">
            <a:extLst>
              <a:ext uri="{FF2B5EF4-FFF2-40B4-BE49-F238E27FC236}">
                <a16:creationId xmlns:a16="http://schemas.microsoft.com/office/drawing/2014/main" id="{1341F4EB-AA1B-F555-D84D-6F8EC8B56F91}"/>
              </a:ext>
            </a:extLst>
          </p:cNvPr>
          <p:cNvPicPr>
            <a:picLocks noChangeAspect="1"/>
          </p:cNvPicPr>
          <p:nvPr/>
        </p:nvPicPr>
        <p:blipFill>
          <a:blip r:embed="rId3"/>
          <a:stretch>
            <a:fillRect/>
          </a:stretch>
        </p:blipFill>
        <p:spPr>
          <a:xfrm>
            <a:off x="687066" y="1462932"/>
            <a:ext cx="1451682" cy="1034994"/>
          </a:xfrm>
          <a:prstGeom prst="rect">
            <a:avLst/>
          </a:prstGeom>
        </p:spPr>
      </p:pic>
      <p:sp>
        <p:nvSpPr>
          <p:cNvPr id="57" name="正方形/長方形 56">
            <a:extLst>
              <a:ext uri="{FF2B5EF4-FFF2-40B4-BE49-F238E27FC236}">
                <a16:creationId xmlns:a16="http://schemas.microsoft.com/office/drawing/2014/main" id="{F965F48F-2ECB-14C5-135F-69DF03E4B0C7}"/>
              </a:ext>
            </a:extLst>
          </p:cNvPr>
          <p:cNvSpPr/>
          <p:nvPr/>
        </p:nvSpPr>
        <p:spPr>
          <a:xfrm>
            <a:off x="6322698" y="286350"/>
            <a:ext cx="5859410" cy="1048011"/>
          </a:xfrm>
          <a:prstGeom prst="rect">
            <a:avLst/>
          </a:prstGeom>
          <a:solidFill>
            <a:srgbClr val="5D76DD"/>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solidFill>
                <a:srgbClr val="32C6B7"/>
              </a:solidFill>
            </a:endParaRPr>
          </a:p>
        </p:txBody>
      </p:sp>
      <p:sp>
        <p:nvSpPr>
          <p:cNvPr id="58" name="テキスト ボックス 57">
            <a:extLst>
              <a:ext uri="{FF2B5EF4-FFF2-40B4-BE49-F238E27FC236}">
                <a16:creationId xmlns:a16="http://schemas.microsoft.com/office/drawing/2014/main" id="{0C15B82C-055C-2B4E-8E81-3CE80A5BA8D3}"/>
              </a:ext>
            </a:extLst>
          </p:cNvPr>
          <p:cNvSpPr txBox="1"/>
          <p:nvPr/>
        </p:nvSpPr>
        <p:spPr>
          <a:xfrm>
            <a:off x="7138003" y="953511"/>
            <a:ext cx="5204941" cy="230832"/>
          </a:xfrm>
          <a:prstGeom prst="rect">
            <a:avLst/>
          </a:prstGeom>
          <a:noFill/>
        </p:spPr>
        <p:txBody>
          <a:bodyPr wrap="square" rtlCol="0">
            <a:spAutoFit/>
          </a:bodyPr>
          <a:lstStyle/>
          <a:p>
            <a:r>
              <a:rPr kumimoji="1" lang="en-US" altLang="ja-JP" sz="900" dirty="0">
                <a:solidFill>
                  <a:schemeClr val="bg1"/>
                </a:solidFill>
                <a:latin typeface="Meiryo" panose="020B0604030504040204" pitchFamily="34" charset="-128"/>
                <a:ea typeface="Meiryo" panose="020B0604030504040204" pitchFamily="34" charset="-128"/>
              </a:rPr>
              <a:t>UI/UX</a:t>
            </a:r>
            <a:r>
              <a:rPr kumimoji="1" lang="ja-JP" altLang="en-US" sz="900">
                <a:solidFill>
                  <a:schemeClr val="bg1"/>
                </a:solidFill>
                <a:latin typeface="Meiryo" panose="020B0604030504040204" pitchFamily="34" charset="-128"/>
                <a:ea typeface="Meiryo" panose="020B0604030504040204" pitchFamily="34" charset="-128"/>
              </a:rPr>
              <a:t>デザインのみではなく、</a:t>
            </a:r>
            <a:r>
              <a:rPr kumimoji="1" lang="en-US" altLang="ja-JP" sz="900" dirty="0">
                <a:solidFill>
                  <a:schemeClr val="bg1"/>
                </a:solidFill>
                <a:latin typeface="Meiryo" panose="020B0604030504040204" pitchFamily="34" charset="-128"/>
                <a:ea typeface="Meiryo" panose="020B0604030504040204" pitchFamily="34" charset="-128"/>
              </a:rPr>
              <a:t>Web</a:t>
            </a:r>
            <a:r>
              <a:rPr kumimoji="1" lang="ja-JP" altLang="en-US" sz="900">
                <a:solidFill>
                  <a:schemeClr val="bg1"/>
                </a:solidFill>
                <a:latin typeface="Meiryo" panose="020B0604030504040204" pitchFamily="34" charset="-128"/>
                <a:ea typeface="Meiryo" panose="020B0604030504040204" pitchFamily="34" charset="-128"/>
              </a:rPr>
              <a:t>デザイン、ユーザーテストまで</a:t>
            </a:r>
            <a:r>
              <a:rPr lang="ja-JP" altLang="en-US" sz="900">
                <a:solidFill>
                  <a:schemeClr val="bg1"/>
                </a:solidFill>
                <a:latin typeface="Meiryo" panose="020B0604030504040204" pitchFamily="34" charset="-128"/>
                <a:ea typeface="Meiryo" panose="020B0604030504040204" pitchFamily="34" charset="-128"/>
              </a:rPr>
              <a:t>行っております</a:t>
            </a:r>
            <a:r>
              <a:rPr kumimoji="1" lang="ja-JP" altLang="en-US" sz="900">
                <a:solidFill>
                  <a:schemeClr val="bg1"/>
                </a:solidFill>
                <a:latin typeface="Meiryo" panose="020B0604030504040204" pitchFamily="34" charset="-128"/>
                <a:ea typeface="Meiryo" panose="020B0604030504040204" pitchFamily="34" charset="-128"/>
              </a:rPr>
              <a:t>。</a:t>
            </a:r>
            <a:endParaRPr kumimoji="1" lang="ja-JP" altLang="en-US" sz="900" dirty="0">
              <a:solidFill>
                <a:schemeClr val="bg1"/>
              </a:solidFill>
              <a:latin typeface="Meiryo" panose="020B0604030504040204" pitchFamily="34" charset="-128"/>
              <a:ea typeface="Meiryo" panose="020B0604030504040204" pitchFamily="34" charset="-128"/>
            </a:endParaRPr>
          </a:p>
        </p:txBody>
      </p:sp>
      <p:sp>
        <p:nvSpPr>
          <p:cNvPr id="59" name="テキスト ボックス 58">
            <a:extLst>
              <a:ext uri="{FF2B5EF4-FFF2-40B4-BE49-F238E27FC236}">
                <a16:creationId xmlns:a16="http://schemas.microsoft.com/office/drawing/2014/main" id="{0911C024-2537-D993-25F6-541E7E8211A3}"/>
              </a:ext>
            </a:extLst>
          </p:cNvPr>
          <p:cNvSpPr txBox="1"/>
          <p:nvPr/>
        </p:nvSpPr>
        <p:spPr>
          <a:xfrm>
            <a:off x="8292768" y="639835"/>
            <a:ext cx="2645193" cy="261610"/>
          </a:xfrm>
          <a:prstGeom prst="rect">
            <a:avLst/>
          </a:prstGeom>
          <a:noFill/>
        </p:spPr>
        <p:txBody>
          <a:bodyPr wrap="square" rtlCol="0">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EAST DESIGN</a:t>
            </a:r>
            <a:endParaRPr kumimoji="1" lang="ja-JP" altLang="en-US" sz="1100" dirty="0">
              <a:solidFill>
                <a:schemeClr val="bg1"/>
              </a:solidFill>
            </a:endParaRPr>
          </a:p>
        </p:txBody>
      </p:sp>
      <p:sp>
        <p:nvSpPr>
          <p:cNvPr id="60" name="テキスト ボックス 59">
            <a:extLst>
              <a:ext uri="{FF2B5EF4-FFF2-40B4-BE49-F238E27FC236}">
                <a16:creationId xmlns:a16="http://schemas.microsoft.com/office/drawing/2014/main" id="{2B2211E4-BD22-90E8-FFBA-AF9B490622EC}"/>
              </a:ext>
            </a:extLst>
          </p:cNvPr>
          <p:cNvSpPr txBox="1"/>
          <p:nvPr/>
        </p:nvSpPr>
        <p:spPr>
          <a:xfrm>
            <a:off x="7142313" y="522622"/>
            <a:ext cx="1556592" cy="400110"/>
          </a:xfrm>
          <a:prstGeom prst="rect">
            <a:avLst/>
          </a:prstGeom>
          <a:noFill/>
        </p:spPr>
        <p:txBody>
          <a:bodyPr wrap="square" rtlCol="0">
            <a:spAutoFit/>
          </a:bodyPr>
          <a:lstStyle/>
          <a:p>
            <a:r>
              <a:rPr lang="ja-JP" altLang="en-US" sz="2000" b="1">
                <a:solidFill>
                  <a:schemeClr val="bg1"/>
                </a:solidFill>
                <a:latin typeface="メイリオ" panose="020B0604030504040204" pitchFamily="50" charset="-128"/>
                <a:ea typeface="メイリオ" panose="020B0604030504040204" pitchFamily="50" charset="-128"/>
              </a:rPr>
              <a:t>デザイン</a:t>
            </a:r>
            <a:endParaRPr kumimoji="1" lang="ja-JP" altLang="en-US" sz="2000" dirty="0">
              <a:solidFill>
                <a:schemeClr val="bg1"/>
              </a:solidFill>
            </a:endParaRPr>
          </a:p>
        </p:txBody>
      </p:sp>
      <p:sp>
        <p:nvSpPr>
          <p:cNvPr id="9" name="テキスト ボックス 8">
            <a:extLst>
              <a:ext uri="{FF2B5EF4-FFF2-40B4-BE49-F238E27FC236}">
                <a16:creationId xmlns:a16="http://schemas.microsoft.com/office/drawing/2014/main" id="{767AA6AC-2182-9AD8-09FE-69A7BC9DC7F5}"/>
              </a:ext>
            </a:extLst>
          </p:cNvPr>
          <p:cNvSpPr txBox="1"/>
          <p:nvPr/>
        </p:nvSpPr>
        <p:spPr>
          <a:xfrm>
            <a:off x="7138003" y="4735334"/>
            <a:ext cx="5204941" cy="230832"/>
          </a:xfrm>
          <a:prstGeom prst="rect">
            <a:avLst/>
          </a:prstGeom>
          <a:noFill/>
        </p:spPr>
        <p:txBody>
          <a:bodyPr wrap="square" rtlCol="0">
            <a:spAutoFit/>
          </a:bodyPr>
          <a:lstStyle/>
          <a:p>
            <a:r>
              <a:rPr kumimoji="1" lang="ja-JP" altLang="en-US" sz="900" dirty="0">
                <a:solidFill>
                  <a:schemeClr val="bg1"/>
                </a:solidFill>
                <a:latin typeface="Meiryo" panose="020B0604030504040204" pitchFamily="34" charset="-128"/>
                <a:ea typeface="Meiryo" panose="020B0604030504040204" pitchFamily="34" charset="-128"/>
              </a:rPr>
              <a:t>全国の小中高に向けて辞書アプリや英語の音読アプリの販売を</a:t>
            </a:r>
            <a:r>
              <a:rPr lang="ja-JP" altLang="en-US" sz="900" dirty="0">
                <a:solidFill>
                  <a:schemeClr val="bg1"/>
                </a:solidFill>
                <a:latin typeface="Meiryo" panose="020B0604030504040204" pitchFamily="34" charset="-128"/>
                <a:ea typeface="Meiryo" panose="020B0604030504040204" pitchFamily="34" charset="-128"/>
              </a:rPr>
              <a:t>行っております。</a:t>
            </a:r>
            <a:endParaRPr kumimoji="1" lang="ja-JP" altLang="en-US" sz="900" dirty="0">
              <a:solidFill>
                <a:schemeClr val="bg1"/>
              </a:solidFill>
              <a:latin typeface="Meiryo" panose="020B0604030504040204" pitchFamily="34" charset="-128"/>
              <a:ea typeface="Meiryo" panose="020B0604030504040204" pitchFamily="34" charset="-128"/>
            </a:endParaRPr>
          </a:p>
        </p:txBody>
      </p:sp>
      <p:sp>
        <p:nvSpPr>
          <p:cNvPr id="72" name="正方形/長方形 71">
            <a:extLst>
              <a:ext uri="{FF2B5EF4-FFF2-40B4-BE49-F238E27FC236}">
                <a16:creationId xmlns:a16="http://schemas.microsoft.com/office/drawing/2014/main" id="{E3DA3421-A2B5-765B-92E8-2B20B7650343}"/>
              </a:ext>
            </a:extLst>
          </p:cNvPr>
          <p:cNvSpPr/>
          <p:nvPr/>
        </p:nvSpPr>
        <p:spPr>
          <a:xfrm>
            <a:off x="6322698" y="5304298"/>
            <a:ext cx="5859410" cy="1048011"/>
          </a:xfrm>
          <a:prstGeom prst="rect">
            <a:avLst/>
          </a:prstGeom>
          <a:solidFill>
            <a:srgbClr val="3EB9D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solidFill>
                <a:srgbClr val="32C6B7"/>
              </a:solidFill>
            </a:endParaRPr>
          </a:p>
        </p:txBody>
      </p:sp>
      <p:sp>
        <p:nvSpPr>
          <p:cNvPr id="64" name="正方形/長方形 63">
            <a:extLst>
              <a:ext uri="{FF2B5EF4-FFF2-40B4-BE49-F238E27FC236}">
                <a16:creationId xmlns:a16="http://schemas.microsoft.com/office/drawing/2014/main" id="{D02D75BA-D36D-09AC-4390-9F12E3FABA1E}"/>
              </a:ext>
            </a:extLst>
          </p:cNvPr>
          <p:cNvSpPr/>
          <p:nvPr/>
        </p:nvSpPr>
        <p:spPr>
          <a:xfrm>
            <a:off x="6322698" y="2792915"/>
            <a:ext cx="5859410" cy="1048011"/>
          </a:xfrm>
          <a:prstGeom prst="rect">
            <a:avLst/>
          </a:prstGeom>
          <a:solidFill>
            <a:srgbClr val="A467D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solidFill>
                <a:srgbClr val="32C6B7"/>
              </a:solidFill>
            </a:endParaRPr>
          </a:p>
        </p:txBody>
      </p:sp>
      <p:pic>
        <p:nvPicPr>
          <p:cNvPr id="20" name="図 19">
            <a:extLst>
              <a:ext uri="{FF2B5EF4-FFF2-40B4-BE49-F238E27FC236}">
                <a16:creationId xmlns:a16="http://schemas.microsoft.com/office/drawing/2014/main" id="{643485EF-3211-EC2C-42DA-A0A07CA88D5D}"/>
              </a:ext>
            </a:extLst>
          </p:cNvPr>
          <p:cNvPicPr>
            <a:picLocks noChangeAspect="1"/>
          </p:cNvPicPr>
          <p:nvPr/>
        </p:nvPicPr>
        <p:blipFill>
          <a:blip r:embed="rId4"/>
          <a:stretch>
            <a:fillRect/>
          </a:stretch>
        </p:blipFill>
        <p:spPr>
          <a:xfrm>
            <a:off x="6198681" y="4212620"/>
            <a:ext cx="809452" cy="686808"/>
          </a:xfrm>
          <a:prstGeom prst="rect">
            <a:avLst/>
          </a:prstGeom>
        </p:spPr>
      </p:pic>
      <p:sp>
        <p:nvSpPr>
          <p:cNvPr id="23" name="テキスト ボックス 22">
            <a:extLst>
              <a:ext uri="{FF2B5EF4-FFF2-40B4-BE49-F238E27FC236}">
                <a16:creationId xmlns:a16="http://schemas.microsoft.com/office/drawing/2014/main" id="{2CD2C1BC-8CE2-9702-3628-EBB906392BC5}"/>
              </a:ext>
            </a:extLst>
          </p:cNvPr>
          <p:cNvSpPr txBox="1"/>
          <p:nvPr/>
        </p:nvSpPr>
        <p:spPr>
          <a:xfrm>
            <a:off x="7881475" y="4406106"/>
            <a:ext cx="2645193" cy="261610"/>
          </a:xfrm>
          <a:prstGeom prst="rect">
            <a:avLst/>
          </a:prstGeom>
          <a:noFill/>
        </p:spPr>
        <p:txBody>
          <a:bodyPr wrap="square" rtlCol="0">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EAST EDUCATION</a:t>
            </a:r>
            <a:endParaRPr kumimoji="1" lang="ja-JP" altLang="en-US" sz="1100" dirty="0">
              <a:solidFill>
                <a:schemeClr val="bg1"/>
              </a:solidFill>
            </a:endParaRPr>
          </a:p>
        </p:txBody>
      </p:sp>
      <p:sp>
        <p:nvSpPr>
          <p:cNvPr id="68" name="正方形/長方形 67">
            <a:extLst>
              <a:ext uri="{FF2B5EF4-FFF2-40B4-BE49-F238E27FC236}">
                <a16:creationId xmlns:a16="http://schemas.microsoft.com/office/drawing/2014/main" id="{7EAF94FC-126B-F946-8450-3ED5C2C60DA2}"/>
              </a:ext>
            </a:extLst>
          </p:cNvPr>
          <p:cNvSpPr/>
          <p:nvPr/>
        </p:nvSpPr>
        <p:spPr>
          <a:xfrm>
            <a:off x="6322698" y="1543045"/>
            <a:ext cx="5859410" cy="1048011"/>
          </a:xfrm>
          <a:prstGeom prst="rect">
            <a:avLst/>
          </a:prstGeom>
          <a:solidFill>
            <a:srgbClr val="D269BD"/>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solidFill>
                <a:srgbClr val="32C6B7"/>
              </a:solidFill>
            </a:endParaRPr>
          </a:p>
        </p:txBody>
      </p:sp>
      <p:sp>
        <p:nvSpPr>
          <p:cNvPr id="24" name="テキスト ボックス 23">
            <a:extLst>
              <a:ext uri="{FF2B5EF4-FFF2-40B4-BE49-F238E27FC236}">
                <a16:creationId xmlns:a16="http://schemas.microsoft.com/office/drawing/2014/main" id="{EDEDA158-06D9-B162-E815-3E60E1CDDC17}"/>
              </a:ext>
            </a:extLst>
          </p:cNvPr>
          <p:cNvSpPr txBox="1"/>
          <p:nvPr/>
        </p:nvSpPr>
        <p:spPr>
          <a:xfrm>
            <a:off x="7142313" y="4288893"/>
            <a:ext cx="962223" cy="400110"/>
          </a:xfrm>
          <a:prstGeom prst="rect">
            <a:avLst/>
          </a:prstGeom>
          <a:noFill/>
        </p:spPr>
        <p:txBody>
          <a:bodyPr wrap="square" rtlCol="0">
            <a:spAutoFit/>
          </a:bodyPr>
          <a:lstStyle/>
          <a:p>
            <a:r>
              <a:rPr lang="ja-JP" altLang="en-US" sz="2000" b="1">
                <a:solidFill>
                  <a:schemeClr val="bg1"/>
                </a:solidFill>
                <a:latin typeface="メイリオ" panose="020B0604030504040204" pitchFamily="50" charset="-128"/>
                <a:ea typeface="メイリオ" panose="020B0604030504040204" pitchFamily="50" charset="-128"/>
              </a:rPr>
              <a:t>教育</a:t>
            </a:r>
            <a:endParaRPr kumimoji="1" lang="ja-JP" altLang="en-US" sz="2000" dirty="0">
              <a:solidFill>
                <a:schemeClr val="bg1"/>
              </a:solidFill>
            </a:endParaRPr>
          </a:p>
        </p:txBody>
      </p:sp>
      <p:pic>
        <p:nvPicPr>
          <p:cNvPr id="30" name="図 29">
            <a:extLst>
              <a:ext uri="{FF2B5EF4-FFF2-40B4-BE49-F238E27FC236}">
                <a16:creationId xmlns:a16="http://schemas.microsoft.com/office/drawing/2014/main" id="{744B17D8-B9B0-5C41-A700-E1306A6E1770}"/>
              </a:ext>
            </a:extLst>
          </p:cNvPr>
          <p:cNvPicPr>
            <a:picLocks noChangeAspect="1"/>
          </p:cNvPicPr>
          <p:nvPr/>
        </p:nvPicPr>
        <p:blipFill>
          <a:blip r:embed="rId5"/>
          <a:stretch>
            <a:fillRect/>
          </a:stretch>
        </p:blipFill>
        <p:spPr>
          <a:xfrm>
            <a:off x="6245511" y="5371260"/>
            <a:ext cx="833877" cy="825280"/>
          </a:xfrm>
          <a:prstGeom prst="rect">
            <a:avLst/>
          </a:prstGeom>
        </p:spPr>
      </p:pic>
      <p:pic>
        <p:nvPicPr>
          <p:cNvPr id="31" name="図 30">
            <a:extLst>
              <a:ext uri="{FF2B5EF4-FFF2-40B4-BE49-F238E27FC236}">
                <a16:creationId xmlns:a16="http://schemas.microsoft.com/office/drawing/2014/main" id="{107A2594-4430-7D1F-AC09-7AD687321D4B}"/>
              </a:ext>
            </a:extLst>
          </p:cNvPr>
          <p:cNvPicPr>
            <a:picLocks noChangeAspect="1"/>
          </p:cNvPicPr>
          <p:nvPr/>
        </p:nvPicPr>
        <p:blipFill>
          <a:blip r:embed="rId6"/>
          <a:stretch>
            <a:fillRect/>
          </a:stretch>
        </p:blipFill>
        <p:spPr>
          <a:xfrm>
            <a:off x="6191306" y="456548"/>
            <a:ext cx="929323" cy="662573"/>
          </a:xfrm>
          <a:prstGeom prst="rect">
            <a:avLst/>
          </a:prstGeom>
        </p:spPr>
      </p:pic>
      <p:pic>
        <p:nvPicPr>
          <p:cNvPr id="35" name="図 34">
            <a:extLst>
              <a:ext uri="{FF2B5EF4-FFF2-40B4-BE49-F238E27FC236}">
                <a16:creationId xmlns:a16="http://schemas.microsoft.com/office/drawing/2014/main" id="{CA45319C-00DE-F7E7-14E8-8B30BC424439}"/>
              </a:ext>
            </a:extLst>
          </p:cNvPr>
          <p:cNvPicPr>
            <a:picLocks noChangeAspect="1"/>
          </p:cNvPicPr>
          <p:nvPr/>
        </p:nvPicPr>
        <p:blipFill>
          <a:blip r:embed="rId7"/>
          <a:stretch>
            <a:fillRect/>
          </a:stretch>
        </p:blipFill>
        <p:spPr>
          <a:xfrm>
            <a:off x="6273689" y="2920642"/>
            <a:ext cx="756100" cy="747970"/>
          </a:xfrm>
          <a:prstGeom prst="rect">
            <a:avLst/>
          </a:prstGeom>
        </p:spPr>
      </p:pic>
      <p:pic>
        <p:nvPicPr>
          <p:cNvPr id="36" name="図 35">
            <a:extLst>
              <a:ext uri="{FF2B5EF4-FFF2-40B4-BE49-F238E27FC236}">
                <a16:creationId xmlns:a16="http://schemas.microsoft.com/office/drawing/2014/main" id="{DEC41592-9085-9E62-DDB2-C19A3F07AF9E}"/>
              </a:ext>
            </a:extLst>
          </p:cNvPr>
          <p:cNvPicPr>
            <a:picLocks noChangeAspect="1"/>
          </p:cNvPicPr>
          <p:nvPr/>
        </p:nvPicPr>
        <p:blipFill>
          <a:blip r:embed="rId8"/>
          <a:stretch>
            <a:fillRect/>
          </a:stretch>
        </p:blipFill>
        <p:spPr>
          <a:xfrm>
            <a:off x="6178586" y="1684959"/>
            <a:ext cx="887127" cy="747970"/>
          </a:xfrm>
          <a:prstGeom prst="rect">
            <a:avLst/>
          </a:prstGeom>
        </p:spPr>
      </p:pic>
      <p:sp>
        <p:nvSpPr>
          <p:cNvPr id="65" name="テキスト ボックス 64">
            <a:extLst>
              <a:ext uri="{FF2B5EF4-FFF2-40B4-BE49-F238E27FC236}">
                <a16:creationId xmlns:a16="http://schemas.microsoft.com/office/drawing/2014/main" id="{C9501585-189D-B882-3CAF-5B23437BA4BA}"/>
              </a:ext>
            </a:extLst>
          </p:cNvPr>
          <p:cNvSpPr txBox="1"/>
          <p:nvPr/>
        </p:nvSpPr>
        <p:spPr>
          <a:xfrm>
            <a:off x="7138003" y="3475628"/>
            <a:ext cx="5204941" cy="230832"/>
          </a:xfrm>
          <a:prstGeom prst="rect">
            <a:avLst/>
          </a:prstGeom>
          <a:noFill/>
        </p:spPr>
        <p:txBody>
          <a:bodyPr wrap="square" rtlCol="0">
            <a:spAutoFit/>
          </a:bodyPr>
          <a:lstStyle/>
          <a:p>
            <a:r>
              <a:rPr lang="ja-JP" altLang="en-US" sz="900">
                <a:solidFill>
                  <a:schemeClr val="bg1"/>
                </a:solidFill>
                <a:latin typeface="Meiryo" panose="020B0604030504040204" pitchFamily="34" charset="-128"/>
                <a:ea typeface="Meiryo" panose="020B0604030504040204" pitchFamily="34" charset="-128"/>
              </a:rPr>
              <a:t>お客様組織における</a:t>
            </a:r>
            <a:r>
              <a:rPr lang="en-US" altLang="ja-JP" sz="900" dirty="0">
                <a:solidFill>
                  <a:schemeClr val="bg1"/>
                </a:solidFill>
                <a:latin typeface="Meiryo" panose="020B0604030504040204" pitchFamily="34" charset="-128"/>
                <a:ea typeface="Meiryo" panose="020B0604030504040204" pitchFamily="34" charset="-128"/>
              </a:rPr>
              <a:t>DX</a:t>
            </a:r>
            <a:r>
              <a:rPr lang="ja-JP" altLang="en-US" sz="900">
                <a:solidFill>
                  <a:schemeClr val="bg1"/>
                </a:solidFill>
                <a:latin typeface="Meiryo" panose="020B0604030504040204" pitchFamily="34" charset="-128"/>
                <a:ea typeface="Meiryo" panose="020B0604030504040204" pitchFamily="34" charset="-128"/>
              </a:rPr>
              <a:t>化を経験豊富なコンサルタントとエンジニアが伴走支援いたします</a:t>
            </a:r>
            <a:r>
              <a:rPr kumimoji="1" lang="ja-JP" altLang="en-US" sz="900">
                <a:solidFill>
                  <a:schemeClr val="bg1"/>
                </a:solidFill>
                <a:latin typeface="Meiryo" panose="020B0604030504040204" pitchFamily="34" charset="-128"/>
                <a:ea typeface="Meiryo" panose="020B0604030504040204" pitchFamily="34" charset="-128"/>
              </a:rPr>
              <a:t>。</a:t>
            </a:r>
            <a:endParaRPr kumimoji="1" lang="ja-JP" altLang="en-US" sz="900" dirty="0">
              <a:solidFill>
                <a:schemeClr val="bg1"/>
              </a:solidFill>
              <a:latin typeface="Meiryo" panose="020B0604030504040204" pitchFamily="34" charset="-128"/>
              <a:ea typeface="Meiryo" panose="020B0604030504040204" pitchFamily="34" charset="-128"/>
            </a:endParaRPr>
          </a:p>
        </p:txBody>
      </p:sp>
      <p:sp>
        <p:nvSpPr>
          <p:cNvPr id="66" name="テキスト ボックス 65">
            <a:extLst>
              <a:ext uri="{FF2B5EF4-FFF2-40B4-BE49-F238E27FC236}">
                <a16:creationId xmlns:a16="http://schemas.microsoft.com/office/drawing/2014/main" id="{A69C9613-922A-8939-5895-CC33E037E981}"/>
              </a:ext>
            </a:extLst>
          </p:cNvPr>
          <p:cNvSpPr txBox="1"/>
          <p:nvPr/>
        </p:nvSpPr>
        <p:spPr>
          <a:xfrm>
            <a:off x="8682575" y="3146400"/>
            <a:ext cx="2645193" cy="261610"/>
          </a:xfrm>
          <a:prstGeom prst="rect">
            <a:avLst/>
          </a:prstGeom>
          <a:noFill/>
        </p:spPr>
        <p:txBody>
          <a:bodyPr wrap="square" rtlCol="0">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DX promotion business</a:t>
            </a:r>
            <a:endParaRPr lang="en" altLang="ja-JP" sz="1100" dirty="0">
              <a:effectLst/>
              <a:latin typeface="Helvetica Neue" panose="02000503000000020004" pitchFamily="2" charset="0"/>
            </a:endParaRPr>
          </a:p>
        </p:txBody>
      </p:sp>
      <p:sp>
        <p:nvSpPr>
          <p:cNvPr id="67" name="テキスト ボックス 66">
            <a:extLst>
              <a:ext uri="{FF2B5EF4-FFF2-40B4-BE49-F238E27FC236}">
                <a16:creationId xmlns:a16="http://schemas.microsoft.com/office/drawing/2014/main" id="{83BD8863-77E5-7854-19B3-7FE4AD7359B0}"/>
              </a:ext>
            </a:extLst>
          </p:cNvPr>
          <p:cNvSpPr txBox="1"/>
          <p:nvPr/>
        </p:nvSpPr>
        <p:spPr>
          <a:xfrm>
            <a:off x="7142312" y="3029187"/>
            <a:ext cx="1884955" cy="400110"/>
          </a:xfrm>
          <a:prstGeom prst="rect">
            <a:avLst/>
          </a:prstGeom>
          <a:noFill/>
        </p:spPr>
        <p:txBody>
          <a:bodyPr wrap="square" rtlCol="0">
            <a:spAutoFit/>
          </a:bodyPr>
          <a:lstStyle/>
          <a:p>
            <a:r>
              <a:rPr lang="en-US" altLang="ja-JP" sz="2000" b="1" dirty="0">
                <a:solidFill>
                  <a:schemeClr val="bg1"/>
                </a:solidFill>
                <a:latin typeface="メイリオ" panose="020B0604030504040204" pitchFamily="50" charset="-128"/>
                <a:ea typeface="メイリオ" panose="020B0604030504040204" pitchFamily="50" charset="-128"/>
              </a:rPr>
              <a:t>DX</a:t>
            </a:r>
            <a:r>
              <a:rPr lang="ja-JP" altLang="en-US" sz="2000" b="1">
                <a:solidFill>
                  <a:schemeClr val="bg1"/>
                </a:solidFill>
                <a:latin typeface="メイリオ" panose="020B0604030504040204" pitchFamily="50" charset="-128"/>
                <a:ea typeface="メイリオ" panose="020B0604030504040204" pitchFamily="50" charset="-128"/>
              </a:rPr>
              <a:t>推進事業</a:t>
            </a:r>
            <a:endParaRPr kumimoji="1" lang="ja-JP" altLang="en-US" sz="2000" dirty="0">
              <a:solidFill>
                <a:schemeClr val="bg1"/>
              </a:solidFill>
            </a:endParaRPr>
          </a:p>
        </p:txBody>
      </p:sp>
      <p:sp>
        <p:nvSpPr>
          <p:cNvPr id="69" name="テキスト ボックス 68">
            <a:extLst>
              <a:ext uri="{FF2B5EF4-FFF2-40B4-BE49-F238E27FC236}">
                <a16:creationId xmlns:a16="http://schemas.microsoft.com/office/drawing/2014/main" id="{956FFE39-627F-7702-295F-10F77D0B4451}"/>
              </a:ext>
            </a:extLst>
          </p:cNvPr>
          <p:cNvSpPr txBox="1"/>
          <p:nvPr/>
        </p:nvSpPr>
        <p:spPr>
          <a:xfrm>
            <a:off x="7138003" y="2225758"/>
            <a:ext cx="5204941" cy="230832"/>
          </a:xfrm>
          <a:prstGeom prst="rect">
            <a:avLst/>
          </a:prstGeom>
          <a:noFill/>
        </p:spPr>
        <p:txBody>
          <a:bodyPr wrap="square" rtlCol="0">
            <a:spAutoFit/>
          </a:bodyPr>
          <a:lstStyle/>
          <a:p>
            <a:r>
              <a:rPr kumimoji="1" lang="en-US" altLang="ja-JP" sz="900" dirty="0">
                <a:solidFill>
                  <a:schemeClr val="bg1"/>
                </a:solidFill>
                <a:latin typeface="Meiryo" panose="020B0604030504040204" pitchFamily="34" charset="-128"/>
                <a:ea typeface="Meiryo" panose="020B0604030504040204" pitchFamily="34" charset="-128"/>
              </a:rPr>
              <a:t>Microsoft</a:t>
            </a:r>
            <a:r>
              <a:rPr kumimoji="1" lang="ja-JP" altLang="en-US" sz="900">
                <a:solidFill>
                  <a:schemeClr val="bg1"/>
                </a:solidFill>
                <a:latin typeface="Meiryo" panose="020B0604030504040204" pitchFamily="34" charset="-128"/>
                <a:ea typeface="Meiryo" panose="020B0604030504040204" pitchFamily="34" charset="-128"/>
              </a:rPr>
              <a:t>テクノロジーに限らず、様々なスキルを持つ</a:t>
            </a:r>
            <a:r>
              <a:rPr kumimoji="1" lang="en-US" altLang="ja-JP" sz="900" dirty="0">
                <a:solidFill>
                  <a:schemeClr val="bg1"/>
                </a:solidFill>
                <a:latin typeface="Meiryo" panose="020B0604030504040204" pitchFamily="34" charset="-128"/>
                <a:ea typeface="Meiryo" panose="020B0604030504040204" pitchFamily="34" charset="-128"/>
              </a:rPr>
              <a:t>IT</a:t>
            </a:r>
            <a:r>
              <a:rPr kumimoji="1" lang="ja-JP" altLang="en-US" sz="900">
                <a:solidFill>
                  <a:schemeClr val="bg1"/>
                </a:solidFill>
                <a:latin typeface="Meiryo" panose="020B0604030504040204" pitchFamily="34" charset="-128"/>
                <a:ea typeface="Meiryo" panose="020B0604030504040204" pitchFamily="34" charset="-128"/>
              </a:rPr>
              <a:t>エンジニアを紹介しております。</a:t>
            </a:r>
            <a:endParaRPr kumimoji="1" lang="ja-JP" altLang="en-US" sz="900" dirty="0">
              <a:solidFill>
                <a:schemeClr val="bg1"/>
              </a:solidFill>
              <a:latin typeface="Meiryo" panose="020B0604030504040204" pitchFamily="34" charset="-128"/>
              <a:ea typeface="Meiryo" panose="020B0604030504040204" pitchFamily="34" charset="-128"/>
            </a:endParaRPr>
          </a:p>
        </p:txBody>
      </p:sp>
      <p:sp>
        <p:nvSpPr>
          <p:cNvPr id="70" name="テキスト ボックス 69">
            <a:extLst>
              <a:ext uri="{FF2B5EF4-FFF2-40B4-BE49-F238E27FC236}">
                <a16:creationId xmlns:a16="http://schemas.microsoft.com/office/drawing/2014/main" id="{329E8780-D523-D653-BE50-5BFA18121738}"/>
              </a:ext>
            </a:extLst>
          </p:cNvPr>
          <p:cNvSpPr txBox="1"/>
          <p:nvPr/>
        </p:nvSpPr>
        <p:spPr>
          <a:xfrm>
            <a:off x="8292769" y="1896530"/>
            <a:ext cx="2645193" cy="261610"/>
          </a:xfrm>
          <a:prstGeom prst="rect">
            <a:avLst/>
          </a:prstGeom>
          <a:noFill/>
        </p:spPr>
        <p:txBody>
          <a:bodyPr wrap="square" rtlCol="0">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System Engineering Service</a:t>
            </a:r>
            <a:endParaRPr kumimoji="1" lang="ja-JP" altLang="en-US" sz="1100" dirty="0">
              <a:solidFill>
                <a:schemeClr val="bg1"/>
              </a:solidFill>
            </a:endParaRPr>
          </a:p>
        </p:txBody>
      </p:sp>
      <p:sp>
        <p:nvSpPr>
          <p:cNvPr id="71" name="テキスト ボックス 70">
            <a:extLst>
              <a:ext uri="{FF2B5EF4-FFF2-40B4-BE49-F238E27FC236}">
                <a16:creationId xmlns:a16="http://schemas.microsoft.com/office/drawing/2014/main" id="{8418E582-C142-E696-936E-599124181AC8}"/>
              </a:ext>
            </a:extLst>
          </p:cNvPr>
          <p:cNvSpPr txBox="1"/>
          <p:nvPr/>
        </p:nvSpPr>
        <p:spPr>
          <a:xfrm>
            <a:off x="7142313" y="1779317"/>
            <a:ext cx="1556592" cy="400110"/>
          </a:xfrm>
          <a:prstGeom prst="rect">
            <a:avLst/>
          </a:prstGeom>
          <a:noFill/>
        </p:spPr>
        <p:txBody>
          <a:bodyPr wrap="square" rtlCol="0">
            <a:spAutoFit/>
          </a:bodyPr>
          <a:lstStyle/>
          <a:p>
            <a:r>
              <a:rPr lang="ja-JP" altLang="en-US" sz="2000" b="1">
                <a:solidFill>
                  <a:schemeClr val="bg1"/>
                </a:solidFill>
                <a:latin typeface="メイリオ" panose="020B0604030504040204" pitchFamily="50" charset="-128"/>
                <a:ea typeface="メイリオ" panose="020B0604030504040204" pitchFamily="50" charset="-128"/>
              </a:rPr>
              <a:t>開発支援</a:t>
            </a:r>
            <a:endParaRPr kumimoji="1" lang="ja-JP" altLang="en-US" sz="2000" dirty="0">
              <a:solidFill>
                <a:schemeClr val="bg1"/>
              </a:solidFill>
            </a:endParaRPr>
          </a:p>
        </p:txBody>
      </p:sp>
      <p:sp>
        <p:nvSpPr>
          <p:cNvPr id="73" name="テキスト ボックス 72">
            <a:extLst>
              <a:ext uri="{FF2B5EF4-FFF2-40B4-BE49-F238E27FC236}">
                <a16:creationId xmlns:a16="http://schemas.microsoft.com/office/drawing/2014/main" id="{15178698-9F56-862B-1626-80741AFD4F34}"/>
              </a:ext>
            </a:extLst>
          </p:cNvPr>
          <p:cNvSpPr txBox="1"/>
          <p:nvPr/>
        </p:nvSpPr>
        <p:spPr>
          <a:xfrm>
            <a:off x="7138003" y="5987011"/>
            <a:ext cx="5204941" cy="230832"/>
          </a:xfrm>
          <a:prstGeom prst="rect">
            <a:avLst/>
          </a:prstGeom>
          <a:noFill/>
        </p:spPr>
        <p:txBody>
          <a:bodyPr wrap="square" rtlCol="0">
            <a:spAutoFit/>
          </a:bodyPr>
          <a:lstStyle/>
          <a:p>
            <a:r>
              <a:rPr lang="ja-JP" altLang="en-US" sz="900">
                <a:solidFill>
                  <a:schemeClr val="bg1"/>
                </a:solidFill>
                <a:latin typeface="Meiryo" panose="020B0604030504040204" pitchFamily="34" charset="-128"/>
                <a:ea typeface="Meiryo" panose="020B0604030504040204" pitchFamily="34" charset="-128"/>
              </a:rPr>
              <a:t>外字集やデータベースのパッケージ販売を行っております。</a:t>
            </a:r>
            <a:endParaRPr kumimoji="1" lang="ja-JP" altLang="en-US" sz="900" dirty="0">
              <a:solidFill>
                <a:schemeClr val="bg1"/>
              </a:solidFill>
              <a:latin typeface="Meiryo" panose="020B0604030504040204" pitchFamily="34" charset="-128"/>
              <a:ea typeface="Meiryo" panose="020B0604030504040204" pitchFamily="34" charset="-128"/>
            </a:endParaRPr>
          </a:p>
        </p:txBody>
      </p:sp>
      <p:sp>
        <p:nvSpPr>
          <p:cNvPr id="74" name="テキスト ボックス 73">
            <a:extLst>
              <a:ext uri="{FF2B5EF4-FFF2-40B4-BE49-F238E27FC236}">
                <a16:creationId xmlns:a16="http://schemas.microsoft.com/office/drawing/2014/main" id="{34D7754F-6E8A-FBB9-9131-A2F8B9EE666E}"/>
              </a:ext>
            </a:extLst>
          </p:cNvPr>
          <p:cNvSpPr txBox="1"/>
          <p:nvPr/>
        </p:nvSpPr>
        <p:spPr>
          <a:xfrm>
            <a:off x="10097115" y="5657783"/>
            <a:ext cx="2645193" cy="261610"/>
          </a:xfrm>
          <a:prstGeom prst="rect">
            <a:avLst/>
          </a:prstGeom>
          <a:noFill/>
        </p:spPr>
        <p:txBody>
          <a:bodyPr wrap="square" rtlCol="0">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Business Solutions</a:t>
            </a:r>
          </a:p>
        </p:txBody>
      </p:sp>
      <p:sp>
        <p:nvSpPr>
          <p:cNvPr id="75" name="テキスト ボックス 74">
            <a:extLst>
              <a:ext uri="{FF2B5EF4-FFF2-40B4-BE49-F238E27FC236}">
                <a16:creationId xmlns:a16="http://schemas.microsoft.com/office/drawing/2014/main" id="{ECB21806-A299-C22B-DA8F-91B869C04A25}"/>
              </a:ext>
            </a:extLst>
          </p:cNvPr>
          <p:cNvSpPr txBox="1"/>
          <p:nvPr/>
        </p:nvSpPr>
        <p:spPr>
          <a:xfrm>
            <a:off x="7142312" y="5540570"/>
            <a:ext cx="3032820" cy="400110"/>
          </a:xfrm>
          <a:prstGeom prst="rect">
            <a:avLst/>
          </a:prstGeom>
          <a:noFill/>
        </p:spPr>
        <p:txBody>
          <a:bodyPr wrap="square" rtlCol="0">
            <a:spAutoFit/>
          </a:bodyPr>
          <a:lstStyle/>
          <a:p>
            <a:r>
              <a:rPr lang="ja-JP" altLang="en-US" sz="2000" b="1">
                <a:solidFill>
                  <a:schemeClr val="bg1"/>
                </a:solidFill>
                <a:latin typeface="メイリオ" panose="020B0604030504040204" pitchFamily="50" charset="-128"/>
                <a:ea typeface="メイリオ" panose="020B0604030504040204" pitchFamily="50" charset="-128"/>
              </a:rPr>
              <a:t>ビジネスソリューション</a:t>
            </a:r>
            <a:endParaRPr kumimoji="1" lang="ja-JP" altLang="en-US" sz="2000" dirty="0">
              <a:solidFill>
                <a:schemeClr val="bg1"/>
              </a:solidFill>
            </a:endParaRPr>
          </a:p>
        </p:txBody>
      </p:sp>
      <p:pic>
        <p:nvPicPr>
          <p:cNvPr id="76" name="図 75">
            <a:extLst>
              <a:ext uri="{FF2B5EF4-FFF2-40B4-BE49-F238E27FC236}">
                <a16:creationId xmlns:a16="http://schemas.microsoft.com/office/drawing/2014/main" id="{799AB1AF-8913-CB3C-C946-09CEE80BA4BC}"/>
              </a:ext>
            </a:extLst>
          </p:cNvPr>
          <p:cNvPicPr>
            <a:picLocks noChangeAspect="1"/>
          </p:cNvPicPr>
          <p:nvPr/>
        </p:nvPicPr>
        <p:blipFill>
          <a:blip r:embed="rId9"/>
          <a:stretch>
            <a:fillRect/>
          </a:stretch>
        </p:blipFill>
        <p:spPr>
          <a:xfrm>
            <a:off x="687066" y="2825696"/>
            <a:ext cx="241300" cy="241300"/>
          </a:xfrm>
          <a:prstGeom prst="rect">
            <a:avLst/>
          </a:prstGeom>
        </p:spPr>
      </p:pic>
      <p:pic>
        <p:nvPicPr>
          <p:cNvPr id="77" name="図 76">
            <a:extLst>
              <a:ext uri="{FF2B5EF4-FFF2-40B4-BE49-F238E27FC236}">
                <a16:creationId xmlns:a16="http://schemas.microsoft.com/office/drawing/2014/main" id="{A7AE86CB-EC24-D3D6-8448-74D8F498A0AF}"/>
              </a:ext>
            </a:extLst>
          </p:cNvPr>
          <p:cNvPicPr>
            <a:picLocks noChangeAspect="1"/>
          </p:cNvPicPr>
          <p:nvPr/>
        </p:nvPicPr>
        <p:blipFill>
          <a:blip r:embed="rId9"/>
          <a:stretch>
            <a:fillRect/>
          </a:stretch>
        </p:blipFill>
        <p:spPr>
          <a:xfrm>
            <a:off x="687066" y="3706478"/>
            <a:ext cx="241300" cy="241300"/>
          </a:xfrm>
          <a:prstGeom prst="rect">
            <a:avLst/>
          </a:prstGeom>
        </p:spPr>
      </p:pic>
      <p:pic>
        <p:nvPicPr>
          <p:cNvPr id="78" name="図 77">
            <a:extLst>
              <a:ext uri="{FF2B5EF4-FFF2-40B4-BE49-F238E27FC236}">
                <a16:creationId xmlns:a16="http://schemas.microsoft.com/office/drawing/2014/main" id="{B3247121-2A24-B034-AB72-497CE0E47FA7}"/>
              </a:ext>
            </a:extLst>
          </p:cNvPr>
          <p:cNvPicPr>
            <a:picLocks noChangeAspect="1"/>
          </p:cNvPicPr>
          <p:nvPr/>
        </p:nvPicPr>
        <p:blipFill>
          <a:blip r:embed="rId9"/>
          <a:stretch>
            <a:fillRect/>
          </a:stretch>
        </p:blipFill>
        <p:spPr>
          <a:xfrm>
            <a:off x="687066" y="4547066"/>
            <a:ext cx="241300" cy="241300"/>
          </a:xfrm>
          <a:prstGeom prst="rect">
            <a:avLst/>
          </a:prstGeom>
        </p:spPr>
      </p:pic>
      <p:sp>
        <p:nvSpPr>
          <p:cNvPr id="5" name="四角形: 角を丸くする 4">
            <a:extLst>
              <a:ext uri="{FF2B5EF4-FFF2-40B4-BE49-F238E27FC236}">
                <a16:creationId xmlns:a16="http://schemas.microsoft.com/office/drawing/2014/main" id="{1B400127-C1B3-2403-837C-92E5F3A6FB12}"/>
              </a:ext>
            </a:extLst>
          </p:cNvPr>
          <p:cNvSpPr/>
          <p:nvPr/>
        </p:nvSpPr>
        <p:spPr>
          <a:xfrm>
            <a:off x="6273688" y="2732970"/>
            <a:ext cx="5918311" cy="1185185"/>
          </a:xfrm>
          <a:prstGeom prst="roundRect">
            <a:avLst/>
          </a:prstGeom>
          <a:noFill/>
          <a:ln w="571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019727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CCD70-C7B4-4F57-896A-D26BC71A4270}"/>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FEA137D8-50E5-175E-42E1-D01C06A59749}"/>
              </a:ext>
            </a:extLst>
          </p:cNvPr>
          <p:cNvSpPr/>
          <p:nvPr/>
        </p:nvSpPr>
        <p:spPr>
          <a:xfrm>
            <a:off x="360000" y="1"/>
            <a:ext cx="72000" cy="684000"/>
          </a:xfrm>
          <a:prstGeom prst="rect">
            <a:avLst/>
          </a:prstGeom>
          <a:solidFill>
            <a:srgbClr val="0380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AutoShape 2">
            <a:extLst>
              <a:ext uri="{FF2B5EF4-FFF2-40B4-BE49-F238E27FC236}">
                <a16:creationId xmlns:a16="http://schemas.microsoft.com/office/drawing/2014/main" id="{407820C6-1D35-7D45-2EBF-46C0C24BD4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9" name="図 8" descr="テキスト, 手紙&#10;&#10;AI 生成コンテンツは誤りを含む可能性があります。">
            <a:extLst>
              <a:ext uri="{FF2B5EF4-FFF2-40B4-BE49-F238E27FC236}">
                <a16:creationId xmlns:a16="http://schemas.microsoft.com/office/drawing/2014/main" id="{DAA052F0-39DF-4273-4A96-A00C744A76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698" y="0"/>
            <a:ext cx="8129852" cy="3937897"/>
          </a:xfrm>
          <a:prstGeom prst="rect">
            <a:avLst/>
          </a:prstGeom>
        </p:spPr>
      </p:pic>
      <p:pic>
        <p:nvPicPr>
          <p:cNvPr id="7" name="図 6" descr="タイムライン が含まれている画像&#10;&#10;AI 生成コンテンツは誤りを含む可能性があります。">
            <a:extLst>
              <a:ext uri="{FF2B5EF4-FFF2-40B4-BE49-F238E27FC236}">
                <a16:creationId xmlns:a16="http://schemas.microsoft.com/office/drawing/2014/main" id="{BF383E62-E673-8AED-C519-1E96F135C4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3990" y="3108959"/>
            <a:ext cx="5698009" cy="3769111"/>
          </a:xfrm>
          <a:prstGeom prst="rect">
            <a:avLst/>
          </a:prstGeom>
        </p:spPr>
      </p:pic>
      <p:sp>
        <p:nvSpPr>
          <p:cNvPr id="3" name="Title 1">
            <a:extLst>
              <a:ext uri="{FF2B5EF4-FFF2-40B4-BE49-F238E27FC236}">
                <a16:creationId xmlns:a16="http://schemas.microsoft.com/office/drawing/2014/main" id="{4D5BFDE3-0DA1-4898-D01C-859FF6B38812}"/>
              </a:ext>
            </a:extLst>
          </p:cNvPr>
          <p:cNvSpPr txBox="1">
            <a:spLocks/>
          </p:cNvSpPr>
          <p:nvPr/>
        </p:nvSpPr>
        <p:spPr>
          <a:xfrm>
            <a:off x="0" y="2705100"/>
            <a:ext cx="12192000" cy="1447800"/>
          </a:xfrm>
          <a:prstGeom prst="rect">
            <a:avLst/>
          </a:prstGeom>
          <a:solidFill>
            <a:srgbClr val="FFFFFF">
              <a:alpha val="85098"/>
            </a:srgbClr>
          </a:solidFill>
        </p:spPr>
        <p:txBody>
          <a:bodyPr anchor="b">
            <a:noAutofit/>
          </a:bodyPr>
          <a:lstStyle>
            <a:lvl1pPr algn="l" defTabSz="914400" rtl="0" eaLnBrk="1" latinLnBrk="0" hangingPunct="1">
              <a:lnSpc>
                <a:spcPct val="80000"/>
              </a:lnSpc>
              <a:spcBef>
                <a:spcPct val="0"/>
              </a:spcBef>
              <a:buNone/>
              <a:defRPr sz="4000" b="1" i="0" kern="1200" cap="all" spc="0" baseline="0">
                <a:solidFill>
                  <a:schemeClr val="tx2"/>
                </a:solidFill>
                <a:latin typeface="Meiryo UI" panose="020B0604030504040204" pitchFamily="34" charset="-128"/>
                <a:ea typeface="Meiryo UI" panose="020B0604030504040204" pitchFamily="34" charset="-128"/>
                <a:cs typeface="+mj-cs"/>
              </a:defRPr>
            </a:lvl1pPr>
          </a:lstStyle>
          <a:p>
            <a:pPr algn="ctr"/>
            <a:r>
              <a:rPr lang="ja-JP" altLang="en-US" sz="9600" dirty="0"/>
              <a:t>イースト、入ってる</a:t>
            </a:r>
            <a:endParaRPr lang="en-US" sz="9600" dirty="0"/>
          </a:p>
        </p:txBody>
      </p:sp>
      <p:sp>
        <p:nvSpPr>
          <p:cNvPr id="11" name="スライド番号プレースホルダー 1">
            <a:extLst>
              <a:ext uri="{FF2B5EF4-FFF2-40B4-BE49-F238E27FC236}">
                <a16:creationId xmlns:a16="http://schemas.microsoft.com/office/drawing/2014/main" id="{C1C17937-FB4D-BA11-6124-4F656BCB1540}"/>
              </a:ext>
            </a:extLst>
          </p:cNvPr>
          <p:cNvSpPr txBox="1">
            <a:spLocks/>
          </p:cNvSpPr>
          <p:nvPr/>
        </p:nvSpPr>
        <p:spPr>
          <a:xfrm>
            <a:off x="11832000" y="6551708"/>
            <a:ext cx="360000" cy="247650"/>
          </a:xfrm>
          <a:prstGeom prst="rect">
            <a:avLst/>
          </a:prstGeom>
        </p:spPr>
        <p:txBody>
          <a:bodyPr vert="horz" lIns="91440" tIns="45720" rIns="91440" bIns="45720" rtlCol="0" anchor="ctr"/>
          <a:lstStyle>
            <a:defPPr rtl="0">
              <a:defRPr lang="ja-JP"/>
            </a:defPPr>
            <a:lvl1pPr marL="0" algn="l" defTabSz="914400" rtl="0" eaLnBrk="1" latinLnBrk="0" hangingPunct="1">
              <a:defRPr sz="1800" b="1" i="0"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D8B2CA-0216-482D-9F43-5479A975FC55}" type="slidenum">
              <a:rPr lang="ja-JP" altLang="en-US" smtClean="0"/>
              <a:pPr/>
              <a:t>49</a:t>
            </a:fld>
            <a:endParaRPr lang="ja-JP" altLang="en-US" dirty="0"/>
          </a:p>
        </p:txBody>
      </p:sp>
    </p:spTree>
    <p:extLst>
      <p:ext uri="{BB962C8B-B14F-4D97-AF65-F5344CB8AC3E}">
        <p14:creationId xmlns:p14="http://schemas.microsoft.com/office/powerpoint/2010/main" val="1404169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E21F1-0F73-BCF9-CB64-617C1BCB2216}"/>
            </a:ext>
          </a:extLst>
        </p:cNvPr>
        <p:cNvGrpSpPr/>
        <p:nvPr/>
      </p:nvGrpSpPr>
      <p:grpSpPr>
        <a:xfrm>
          <a:off x="0" y="0"/>
          <a:ext cx="0" cy="0"/>
          <a:chOff x="0" y="0"/>
          <a:chExt cx="0" cy="0"/>
        </a:xfrm>
      </p:grpSpPr>
      <p:sp>
        <p:nvSpPr>
          <p:cNvPr id="39" name="四角形: 角を丸くする 15">
            <a:extLst>
              <a:ext uri="{FF2B5EF4-FFF2-40B4-BE49-F238E27FC236}">
                <a16:creationId xmlns:a16="http://schemas.microsoft.com/office/drawing/2014/main" id="{F91B7435-E63A-3FCA-8035-A5C8514AFF14}"/>
              </a:ext>
            </a:extLst>
          </p:cNvPr>
          <p:cNvSpPr/>
          <p:nvPr/>
        </p:nvSpPr>
        <p:spPr>
          <a:xfrm>
            <a:off x="3405949" y="3221774"/>
            <a:ext cx="8655419" cy="130507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r>
              <a:rPr kumimoji="1" lang="en-US" altLang="ja-JP" dirty="0">
                <a:solidFill>
                  <a:schemeClr val="tx1"/>
                </a:solidFill>
                <a:latin typeface="メイリオ" panose="020B0604030504040204" pitchFamily="50" charset="-128"/>
                <a:ea typeface="メイリオ" panose="020B0604030504040204" pitchFamily="50" charset="-128"/>
              </a:rPr>
              <a:t>Microsoft365</a:t>
            </a:r>
          </a:p>
          <a:p>
            <a:r>
              <a:rPr kumimoji="1" lang="ja-JP" altLang="en-US">
                <a:solidFill>
                  <a:schemeClr val="tx1"/>
                </a:solidFill>
                <a:latin typeface="メイリオ" panose="020B0604030504040204" pitchFamily="50" charset="-128"/>
                <a:ea typeface="メイリオ" panose="020B0604030504040204" pitchFamily="50" charset="-128"/>
              </a:rPr>
              <a:t>ライセンス</a:t>
            </a:r>
            <a:endParaRPr kumimoji="1" lang="en-US" altLang="ja-JP" dirty="0">
              <a:solidFill>
                <a:schemeClr val="tx1"/>
              </a:solidFill>
              <a:latin typeface="メイリオ" panose="020B0604030504040204" pitchFamily="50" charset="-128"/>
              <a:ea typeface="メイリオ" panose="020B0604030504040204" pitchFamily="50" charset="-128"/>
            </a:endParaRPr>
          </a:p>
          <a:p>
            <a:r>
              <a:rPr kumimoji="1" lang="ja-JP" altLang="en-US">
                <a:solidFill>
                  <a:schemeClr val="tx1"/>
                </a:solidFill>
                <a:latin typeface="メイリオ" panose="020B0604030504040204" pitchFamily="50" charset="-128"/>
                <a:ea typeface="メイリオ" panose="020B0604030504040204" pitchFamily="50" charset="-128"/>
              </a:rPr>
              <a:t>おまとめご提供</a:t>
            </a:r>
            <a:endParaRPr kumimoji="1" lang="ja-JP" altLang="en-US" dirty="0">
              <a:solidFill>
                <a:schemeClr val="tx1"/>
              </a:solidFill>
              <a:latin typeface="メイリオ" panose="020B0604030504040204" pitchFamily="50" charset="-128"/>
              <a:ea typeface="メイリオ" panose="020B0604030504040204" pitchFamily="50" charset="-128"/>
            </a:endParaRPr>
          </a:p>
        </p:txBody>
      </p:sp>
      <p:sp>
        <p:nvSpPr>
          <p:cNvPr id="29" name="四角形: 角を丸くする 15">
            <a:extLst>
              <a:ext uri="{FF2B5EF4-FFF2-40B4-BE49-F238E27FC236}">
                <a16:creationId xmlns:a16="http://schemas.microsoft.com/office/drawing/2014/main" id="{04E46173-0500-DBC7-C33A-9A99F9365E7C}"/>
              </a:ext>
            </a:extLst>
          </p:cNvPr>
          <p:cNvSpPr/>
          <p:nvPr/>
        </p:nvSpPr>
        <p:spPr>
          <a:xfrm>
            <a:off x="6448595" y="1810974"/>
            <a:ext cx="3695805" cy="826802"/>
          </a:xfrm>
          <a:prstGeom prst="round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ja-JP" altLang="en-US" sz="2000" dirty="0">
                <a:solidFill>
                  <a:schemeClr val="bg1"/>
                </a:solidFill>
                <a:latin typeface="メイリオ" panose="020B0604030504040204" pitchFamily="50" charset="-128"/>
                <a:ea typeface="メイリオ" panose="020B0604030504040204" pitchFamily="50" charset="-128"/>
              </a:rPr>
              <a:t>イースト</a:t>
            </a:r>
            <a:endParaRPr lang="en-US" altLang="ja-JP" sz="2000" dirty="0">
              <a:solidFill>
                <a:schemeClr val="bg1"/>
              </a:solidFill>
              <a:latin typeface="メイリオ" panose="020B0604030504040204" pitchFamily="50" charset="-128"/>
              <a:ea typeface="メイリオ" panose="020B0604030504040204" pitchFamily="50" charset="-128"/>
            </a:endParaRPr>
          </a:p>
          <a:p>
            <a:pPr algn="ctr"/>
            <a:r>
              <a:rPr kumimoji="1" lang="en-US" altLang="ja-JP" sz="2000" dirty="0">
                <a:solidFill>
                  <a:schemeClr val="bg1"/>
                </a:solidFill>
                <a:latin typeface="メイリオ" panose="020B0604030504040204" pitchFamily="50" charset="-128"/>
                <a:ea typeface="メイリオ" panose="020B0604030504040204" pitchFamily="50" charset="-128"/>
              </a:rPr>
              <a:t>AI</a:t>
            </a:r>
            <a:r>
              <a:rPr kumimoji="1" lang="ja-JP" altLang="en-US" sz="2000" dirty="0">
                <a:solidFill>
                  <a:schemeClr val="bg1"/>
                </a:solidFill>
                <a:latin typeface="メイリオ" panose="020B0604030504040204" pitchFamily="50" charset="-128"/>
                <a:ea typeface="メイリオ" panose="020B0604030504040204" pitchFamily="50" charset="-128"/>
              </a:rPr>
              <a:t>エージェントシリーズ</a:t>
            </a:r>
          </a:p>
        </p:txBody>
      </p:sp>
      <p:sp>
        <p:nvSpPr>
          <p:cNvPr id="14" name="矢印: 左右 49">
            <a:extLst>
              <a:ext uri="{FF2B5EF4-FFF2-40B4-BE49-F238E27FC236}">
                <a16:creationId xmlns:a16="http://schemas.microsoft.com/office/drawing/2014/main" id="{190DFC98-0CC5-3B11-25D5-1BA661777954}"/>
              </a:ext>
            </a:extLst>
          </p:cNvPr>
          <p:cNvSpPr/>
          <p:nvPr/>
        </p:nvSpPr>
        <p:spPr>
          <a:xfrm>
            <a:off x="5404730" y="574845"/>
            <a:ext cx="6587572" cy="941153"/>
          </a:xfrm>
          <a:prstGeom prst="leftRightArrow">
            <a:avLst/>
          </a:prstGeom>
          <a:solidFill>
            <a:srgbClr val="304E48"/>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ja-JP" sz="2000" b="1" dirty="0">
                <a:solidFill>
                  <a:schemeClr val="bg1"/>
                </a:solidFill>
                <a:latin typeface="メイリオ"/>
                <a:ea typeface="メイリオ"/>
              </a:rPr>
              <a:t>AI</a:t>
            </a:r>
            <a:r>
              <a:rPr lang="ja-JP" altLang="en-US" sz="2000" b="1">
                <a:solidFill>
                  <a:schemeClr val="bg1"/>
                </a:solidFill>
                <a:latin typeface="メイリオ"/>
                <a:ea typeface="メイリオ"/>
              </a:rPr>
              <a:t>活用・市民</a:t>
            </a:r>
            <a:r>
              <a:rPr lang="ja-JP" altLang="en-US" sz="2000" b="1" dirty="0">
                <a:solidFill>
                  <a:schemeClr val="bg1"/>
                </a:solidFill>
                <a:latin typeface="メイリオ"/>
                <a:ea typeface="メイリオ"/>
              </a:rPr>
              <a:t>開発時代</a:t>
            </a:r>
          </a:p>
        </p:txBody>
      </p:sp>
      <p:sp>
        <p:nvSpPr>
          <p:cNvPr id="7" name="矢印: 左右 49">
            <a:extLst>
              <a:ext uri="{FF2B5EF4-FFF2-40B4-BE49-F238E27FC236}">
                <a16:creationId xmlns:a16="http://schemas.microsoft.com/office/drawing/2014/main" id="{2116FC37-7A20-AB43-B2FD-40BED1F2CE94}"/>
              </a:ext>
            </a:extLst>
          </p:cNvPr>
          <p:cNvSpPr/>
          <p:nvPr/>
        </p:nvSpPr>
        <p:spPr>
          <a:xfrm>
            <a:off x="3416966" y="4590077"/>
            <a:ext cx="1232926" cy="591333"/>
          </a:xfrm>
          <a:prstGeom prst="leftRightArrow">
            <a:avLst>
              <a:gd name="adj1" fmla="val 58451"/>
              <a:gd name="adj2" fmla="val 50000"/>
            </a:avLst>
          </a:prstGeom>
          <a:solidFill>
            <a:schemeClr val="bg1"/>
          </a:solidFill>
          <a:ln>
            <a:solidFill>
              <a:schemeClr val="tx1">
                <a:lumMod val="50000"/>
                <a:lumOff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1600">
                <a:solidFill>
                  <a:schemeClr val="bg1">
                    <a:lumMod val="50000"/>
                  </a:schemeClr>
                </a:solidFill>
                <a:latin typeface="メイリオ"/>
                <a:ea typeface="メイリオ"/>
              </a:rPr>
              <a:t>従来　　</a:t>
            </a:r>
            <a:endParaRPr lang="ja-JP" altLang="en-US" sz="1600" dirty="0">
              <a:solidFill>
                <a:schemeClr val="bg1">
                  <a:lumMod val="50000"/>
                </a:schemeClr>
              </a:solidFill>
              <a:latin typeface="メイリオ"/>
              <a:ea typeface="メイリオ"/>
            </a:endParaRPr>
          </a:p>
        </p:txBody>
      </p:sp>
      <p:sp>
        <p:nvSpPr>
          <p:cNvPr id="5" name="タイトル 4">
            <a:extLst>
              <a:ext uri="{FF2B5EF4-FFF2-40B4-BE49-F238E27FC236}">
                <a16:creationId xmlns:a16="http://schemas.microsoft.com/office/drawing/2014/main" id="{BA8E9520-A2CD-02BD-DCBE-2DABB1C6CB6D}"/>
              </a:ext>
            </a:extLst>
          </p:cNvPr>
          <p:cNvSpPr>
            <a:spLocks noGrp="1"/>
          </p:cNvSpPr>
          <p:nvPr>
            <p:ph type="title"/>
          </p:nvPr>
        </p:nvSpPr>
        <p:spPr/>
        <p:txBody>
          <a:bodyPr/>
          <a:lstStyle/>
          <a:p>
            <a:r>
              <a:rPr lang="en-US" altLang="ja-JP" dirty="0"/>
              <a:t> </a:t>
            </a:r>
            <a:endParaRPr lang="ja-JP" altLang="en-US" dirty="0"/>
          </a:p>
        </p:txBody>
      </p:sp>
      <p:sp>
        <p:nvSpPr>
          <p:cNvPr id="6" name="タイトル 3">
            <a:extLst>
              <a:ext uri="{FF2B5EF4-FFF2-40B4-BE49-F238E27FC236}">
                <a16:creationId xmlns:a16="http://schemas.microsoft.com/office/drawing/2014/main" id="{CD6822DF-C101-D00D-D347-F3D8530C1DDB}"/>
              </a:ext>
            </a:extLst>
          </p:cNvPr>
          <p:cNvSpPr txBox="1">
            <a:spLocks/>
          </p:cNvSpPr>
          <p:nvPr/>
        </p:nvSpPr>
        <p:spPr>
          <a:xfrm>
            <a:off x="575999" y="0"/>
            <a:ext cx="11416303" cy="689196"/>
          </a:xfrm>
          <a:prstGeom prst="rect">
            <a:avLst/>
          </a:prstGeom>
        </p:spPr>
        <p:txBody>
          <a:bodyPr vert="horz" lIns="0" tIns="0" rIns="0" bIns="0" rtlCol="0" anchor="b">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rPr>
              <a:t>AI</a:t>
            </a:r>
            <a:r>
              <a:rPr lang="ja-JP" altLang="en-US" sz="4000" b="1">
                <a:solidFill>
                  <a:schemeClr val="tx1">
                    <a:lumMod val="65000"/>
                    <a:lumOff val="35000"/>
                  </a:schemeClr>
                </a:solidFill>
                <a:latin typeface="メイリオ" panose="020B0604030504040204" pitchFamily="50" charset="-128"/>
                <a:ea typeface="メイリオ" panose="020B0604030504040204" pitchFamily="50" charset="-128"/>
              </a:rPr>
              <a:t>活用・市民開発マップとイースト製品サービス</a:t>
            </a:r>
            <a:endParaRPr lang="ja-JP" altLang="en-US" sz="2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48067B22-4FDF-F8DD-1C74-F957BF12D7D4}"/>
              </a:ext>
            </a:extLst>
          </p:cNvPr>
          <p:cNvSpPr/>
          <p:nvPr/>
        </p:nvSpPr>
        <p:spPr>
          <a:xfrm>
            <a:off x="1192694" y="4594646"/>
            <a:ext cx="2085552" cy="605316"/>
          </a:xfrm>
          <a:prstGeom prst="rect">
            <a:avLst/>
          </a:prstGeom>
          <a:noFill/>
          <a:ln w="1905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a:solidFill>
                  <a:schemeClr val="bg1">
                    <a:lumMod val="50000"/>
                  </a:schemeClr>
                </a:solidFill>
                <a:latin typeface="メイリオ" panose="020B0604030504040204" pitchFamily="50" charset="-128"/>
                <a:ea typeface="メイリオ" panose="020B0604030504040204" pitchFamily="50" charset="-128"/>
              </a:rPr>
              <a:t>手作業</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13" name="四角形: 角を丸くする 15">
            <a:extLst>
              <a:ext uri="{FF2B5EF4-FFF2-40B4-BE49-F238E27FC236}">
                <a16:creationId xmlns:a16="http://schemas.microsoft.com/office/drawing/2014/main" id="{3CD3EDE4-4563-2871-775A-B168419C52BE}"/>
              </a:ext>
            </a:extLst>
          </p:cNvPr>
          <p:cNvSpPr/>
          <p:nvPr/>
        </p:nvSpPr>
        <p:spPr>
          <a:xfrm>
            <a:off x="6448596" y="2798222"/>
            <a:ext cx="3695805" cy="2502018"/>
          </a:xfrm>
          <a:prstGeom prst="roundRect">
            <a:avLst>
              <a:gd name="adj" fmla="val 4778"/>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ja-JP" altLang="en-US" sz="2000" dirty="0">
                <a:solidFill>
                  <a:schemeClr val="bg1"/>
                </a:solidFill>
                <a:latin typeface="メイリオ" panose="020B0604030504040204" pitchFamily="50" charset="-128"/>
                <a:ea typeface="メイリオ" panose="020B0604030504040204" pitchFamily="50" charset="-128"/>
              </a:rPr>
              <a:t>イースト</a:t>
            </a:r>
            <a:endParaRPr lang="en-US" altLang="ja-JP" sz="2000" dirty="0">
              <a:solidFill>
                <a:schemeClr val="bg1"/>
              </a:solidFill>
              <a:latin typeface="メイリオ" panose="020B0604030504040204" pitchFamily="50" charset="-128"/>
              <a:ea typeface="メイリオ" panose="020B0604030504040204" pitchFamily="50" charset="-128"/>
            </a:endParaRPr>
          </a:p>
          <a:p>
            <a:pPr algn="ctr"/>
            <a:r>
              <a:rPr lang="ja-JP" altLang="en-US" sz="2000" dirty="0">
                <a:solidFill>
                  <a:schemeClr val="bg1"/>
                </a:solidFill>
                <a:latin typeface="メイリオ" panose="020B0604030504040204" pitchFamily="50" charset="-128"/>
                <a:ea typeface="メイリオ" panose="020B0604030504040204" pitchFamily="50" charset="-128"/>
              </a:rPr>
              <a:t>法人向け３ヶ月</a:t>
            </a:r>
            <a:endParaRPr lang="en-US" altLang="ja-JP" sz="2000" dirty="0">
              <a:solidFill>
                <a:schemeClr val="bg1"/>
              </a:solidFill>
              <a:latin typeface="メイリオ" panose="020B0604030504040204" pitchFamily="50" charset="-128"/>
              <a:ea typeface="メイリオ" panose="020B0604030504040204" pitchFamily="50" charset="-128"/>
            </a:endParaRPr>
          </a:p>
          <a:p>
            <a:pPr algn="ctr"/>
            <a:r>
              <a:rPr kumimoji="1" lang="en-US" altLang="ja-JP" sz="2000" dirty="0">
                <a:solidFill>
                  <a:schemeClr val="bg1"/>
                </a:solidFill>
                <a:latin typeface="メイリオ" panose="020B0604030504040204" pitchFamily="50" charset="-128"/>
                <a:ea typeface="メイリオ" panose="020B0604030504040204" pitchFamily="50" charset="-128"/>
              </a:rPr>
              <a:t>AI</a:t>
            </a:r>
            <a:r>
              <a:rPr kumimoji="1" lang="ja-JP" altLang="en-US" sz="2000" dirty="0">
                <a:solidFill>
                  <a:schemeClr val="bg1"/>
                </a:solidFill>
                <a:latin typeface="メイリオ" panose="020B0604030504040204" pitchFamily="50" charset="-128"/>
                <a:ea typeface="メイリオ" panose="020B0604030504040204" pitchFamily="50" charset="-128"/>
              </a:rPr>
              <a:t>活用・市民開発研修</a:t>
            </a:r>
            <a:br>
              <a:rPr kumimoji="1" lang="en-US" altLang="ja-JP" sz="2000" dirty="0">
                <a:solidFill>
                  <a:schemeClr val="bg1"/>
                </a:solidFill>
                <a:latin typeface="メイリオ" panose="020B0604030504040204" pitchFamily="50" charset="-128"/>
                <a:ea typeface="メイリオ" panose="020B0604030504040204" pitchFamily="50" charset="-128"/>
              </a:rPr>
            </a:br>
            <a:br>
              <a:rPr kumimoji="1" lang="en-US" altLang="ja-JP" sz="2000" dirty="0">
                <a:solidFill>
                  <a:schemeClr val="bg1"/>
                </a:solidFill>
                <a:latin typeface="メイリオ" panose="020B0604030504040204" pitchFamily="50" charset="-128"/>
                <a:ea typeface="メイリオ" panose="020B0604030504040204" pitchFamily="50" charset="-128"/>
              </a:rPr>
            </a:br>
            <a:r>
              <a:rPr kumimoji="1" lang="en-US" altLang="ja-JP" sz="2000" dirty="0">
                <a:solidFill>
                  <a:schemeClr val="bg1"/>
                </a:solidFill>
                <a:latin typeface="メイリオ" panose="020B0604030504040204" pitchFamily="50" charset="-128"/>
                <a:ea typeface="メイリオ" panose="020B0604030504040204" pitchFamily="50" charset="-128"/>
              </a:rPr>
              <a:t>150</a:t>
            </a:r>
            <a:r>
              <a:rPr kumimoji="1" lang="ja-JP" altLang="en-US" sz="2000" dirty="0">
                <a:solidFill>
                  <a:schemeClr val="bg1"/>
                </a:solidFill>
                <a:latin typeface="メイリオ" panose="020B0604030504040204" pitchFamily="50" charset="-128"/>
                <a:ea typeface="メイリオ" panose="020B0604030504040204" pitchFamily="50" charset="-128"/>
              </a:rPr>
              <a:t>万円／３ヶ月</a:t>
            </a:r>
          </a:p>
        </p:txBody>
      </p:sp>
      <p:cxnSp>
        <p:nvCxnSpPr>
          <p:cNvPr id="15" name="直線矢印コネクタ 14">
            <a:extLst>
              <a:ext uri="{FF2B5EF4-FFF2-40B4-BE49-F238E27FC236}">
                <a16:creationId xmlns:a16="http://schemas.microsoft.com/office/drawing/2014/main" id="{9EC2D661-8B7A-1966-B082-6127C17A75CD}"/>
              </a:ext>
            </a:extLst>
          </p:cNvPr>
          <p:cNvCxnSpPr>
            <a:cxnSpLocks/>
          </p:cNvCxnSpPr>
          <p:nvPr/>
        </p:nvCxnSpPr>
        <p:spPr>
          <a:xfrm flipV="1">
            <a:off x="4305462" y="1388124"/>
            <a:ext cx="7728774" cy="3498678"/>
          </a:xfrm>
          <a:prstGeom prst="straightConnector1">
            <a:avLst/>
          </a:prstGeom>
          <a:ln w="76200">
            <a:solidFill>
              <a:schemeClr val="accent3">
                <a:lumMod val="60000"/>
                <a:lumOff val="40000"/>
              </a:schemeClr>
            </a:solidFill>
            <a:prstDash val="sysDot"/>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フローチャート: 端子 15">
            <a:extLst>
              <a:ext uri="{FF2B5EF4-FFF2-40B4-BE49-F238E27FC236}">
                <a16:creationId xmlns:a16="http://schemas.microsoft.com/office/drawing/2014/main" id="{2F2A41BB-0879-1312-7F26-18E66AACC399}"/>
              </a:ext>
            </a:extLst>
          </p:cNvPr>
          <p:cNvSpPr/>
          <p:nvPr/>
        </p:nvSpPr>
        <p:spPr>
          <a:xfrm>
            <a:off x="5639452" y="2742932"/>
            <a:ext cx="1890833" cy="550786"/>
          </a:xfrm>
          <a:prstGeom prst="flowChartTerminator">
            <a:avLst/>
          </a:prstGeom>
          <a:solidFill>
            <a:srgbClr val="304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コンサルティング</a:t>
            </a:r>
            <a:br>
              <a:rPr kumimoji="1" lang="en-US" altLang="ja-JP" sz="1400" dirty="0">
                <a:latin typeface="メイリオ" panose="020B0604030504040204" pitchFamily="50" charset="-128"/>
                <a:ea typeface="メイリオ" panose="020B0604030504040204" pitchFamily="50" charset="-128"/>
              </a:rPr>
            </a:br>
            <a:r>
              <a:rPr kumimoji="1" lang="ja-JP" altLang="en-US" sz="1400">
                <a:latin typeface="メイリオ" panose="020B0604030504040204" pitchFamily="50" charset="-128"/>
                <a:ea typeface="メイリオ" panose="020B0604030504040204" pitchFamily="50" charset="-128"/>
              </a:rPr>
              <a:t>短期集中型研修</a:t>
            </a:r>
            <a:endParaRPr kumimoji="1" lang="ja-JP" altLang="en-US" sz="1400" dirty="0">
              <a:latin typeface="メイリオ" panose="020B0604030504040204" pitchFamily="50" charset="-128"/>
              <a:ea typeface="メイリオ" panose="020B0604030504040204" pitchFamily="50" charset="-128"/>
            </a:endParaRPr>
          </a:p>
        </p:txBody>
      </p:sp>
      <p:sp>
        <p:nvSpPr>
          <p:cNvPr id="19" name="上矢印 18">
            <a:extLst>
              <a:ext uri="{FF2B5EF4-FFF2-40B4-BE49-F238E27FC236}">
                <a16:creationId xmlns:a16="http://schemas.microsoft.com/office/drawing/2014/main" id="{AE6F0029-14FD-755B-D21A-7D0AF442A3C8}"/>
              </a:ext>
            </a:extLst>
          </p:cNvPr>
          <p:cNvSpPr/>
          <p:nvPr/>
        </p:nvSpPr>
        <p:spPr>
          <a:xfrm>
            <a:off x="199698" y="1388124"/>
            <a:ext cx="900323" cy="3114409"/>
          </a:xfrm>
          <a:prstGeom prst="upArrow">
            <a:avLst>
              <a:gd name="adj1" fmla="val 50000"/>
              <a:gd name="adj2" fmla="val 40211"/>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Meiryo" panose="020B0604030504040204" pitchFamily="34" charset="-128"/>
                <a:ea typeface="Meiryo" panose="020B0604030504040204" pitchFamily="34" charset="-128"/>
              </a:rPr>
              <a:t>AI</a:t>
            </a:r>
            <a:r>
              <a:rPr kumimoji="1" lang="ja-JP" altLang="en-US">
                <a:solidFill>
                  <a:schemeClr val="tx1"/>
                </a:solidFill>
                <a:latin typeface="Meiryo" panose="020B0604030504040204" pitchFamily="34" charset="-128"/>
                <a:ea typeface="Meiryo" panose="020B0604030504040204" pitchFamily="34" charset="-128"/>
              </a:rPr>
              <a:t>活用</a:t>
            </a:r>
          </a:p>
        </p:txBody>
      </p:sp>
      <p:sp>
        <p:nvSpPr>
          <p:cNvPr id="21" name="右矢印 20">
            <a:extLst>
              <a:ext uri="{FF2B5EF4-FFF2-40B4-BE49-F238E27FC236}">
                <a16:creationId xmlns:a16="http://schemas.microsoft.com/office/drawing/2014/main" id="{1DE66280-3B2C-D0BB-5A9F-4461BA3AA466}"/>
              </a:ext>
            </a:extLst>
          </p:cNvPr>
          <p:cNvSpPr/>
          <p:nvPr/>
        </p:nvSpPr>
        <p:spPr>
          <a:xfrm>
            <a:off x="4758209" y="5984904"/>
            <a:ext cx="7051874" cy="878278"/>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panose="020B0604030504040204" pitchFamily="34" charset="-128"/>
                <a:ea typeface="Meiryo" panose="020B0604030504040204" pitchFamily="34" charset="-128"/>
              </a:rPr>
              <a:t>市民開発</a:t>
            </a:r>
          </a:p>
        </p:txBody>
      </p:sp>
      <p:sp>
        <p:nvSpPr>
          <p:cNvPr id="22" name="正方形/長方形 21">
            <a:extLst>
              <a:ext uri="{FF2B5EF4-FFF2-40B4-BE49-F238E27FC236}">
                <a16:creationId xmlns:a16="http://schemas.microsoft.com/office/drawing/2014/main" id="{FEE58785-08EB-3619-D960-0F9EADCA2AFC}"/>
              </a:ext>
            </a:extLst>
          </p:cNvPr>
          <p:cNvSpPr/>
          <p:nvPr/>
        </p:nvSpPr>
        <p:spPr>
          <a:xfrm>
            <a:off x="1189546" y="3221774"/>
            <a:ext cx="2085552" cy="60531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a:solidFill>
                  <a:schemeClr val="tx1"/>
                </a:solidFill>
                <a:latin typeface="メイリオ" panose="020B0604030504040204" pitchFamily="50" charset="-128"/>
                <a:ea typeface="メイリオ" panose="020B0604030504040204" pitchFamily="50" charset="-128"/>
              </a:rPr>
              <a:t>社内データ利用</a:t>
            </a:r>
            <a:endParaRPr kumimoji="1" lang="ja-JP" altLang="en-US" dirty="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0AFB664C-7D9B-AD6D-E50B-1C5CB0C92777}"/>
              </a:ext>
            </a:extLst>
          </p:cNvPr>
          <p:cNvSpPr/>
          <p:nvPr/>
        </p:nvSpPr>
        <p:spPr>
          <a:xfrm>
            <a:off x="3364925" y="5333002"/>
            <a:ext cx="1312569" cy="782199"/>
          </a:xfrm>
          <a:prstGeom prst="rect">
            <a:avLst/>
          </a:prstGeom>
          <a:noFill/>
          <a:ln w="19050">
            <a:solidFill>
              <a:schemeClr val="bg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2000">
                <a:solidFill>
                  <a:schemeClr val="bg1">
                    <a:lumMod val="50000"/>
                  </a:schemeClr>
                </a:solidFill>
                <a:latin typeface="メイリオ" panose="020B0604030504040204" pitchFamily="50" charset="-128"/>
                <a:ea typeface="メイリオ" panose="020B0604030504040204" pitchFamily="50" charset="-128"/>
              </a:rPr>
              <a:t>表計算（</a:t>
            </a:r>
            <a:r>
              <a:rPr kumimoji="1" lang="en-US" altLang="ja-JP" sz="2000" dirty="0">
                <a:solidFill>
                  <a:schemeClr val="bg1">
                    <a:lumMod val="50000"/>
                  </a:schemeClr>
                </a:solidFill>
                <a:latin typeface="メイリオ" panose="020B0604030504040204" pitchFamily="50" charset="-128"/>
                <a:ea typeface="メイリオ" panose="020B0604030504040204" pitchFamily="50" charset="-128"/>
              </a:rPr>
              <a:t>EUC</a:t>
            </a:r>
            <a:r>
              <a:rPr kumimoji="1" lang="ja-JP" altLang="en-US" sz="2000">
                <a:solidFill>
                  <a:schemeClr val="bg1">
                    <a:lumMod val="50000"/>
                  </a:schemeClr>
                </a:solidFill>
                <a:latin typeface="メイリオ" panose="020B0604030504040204" pitchFamily="50" charset="-128"/>
                <a:ea typeface="メイリオ" panose="020B0604030504040204" pitchFamily="50" charset="-128"/>
              </a:rPr>
              <a:t>）</a:t>
            </a:r>
            <a:endParaRPr kumimoji="1" lang="en-US" altLang="ja-JP" sz="2000"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E06B3354-7660-7D6C-773E-FE8B12A8D750}"/>
              </a:ext>
            </a:extLst>
          </p:cNvPr>
          <p:cNvSpPr/>
          <p:nvPr/>
        </p:nvSpPr>
        <p:spPr>
          <a:xfrm>
            <a:off x="1189546" y="2535338"/>
            <a:ext cx="2085552" cy="60531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a:solidFill>
                  <a:schemeClr val="tx1"/>
                </a:solidFill>
                <a:latin typeface="メイリオ" panose="020B0604030504040204" pitchFamily="50" charset="-128"/>
                <a:ea typeface="メイリオ" panose="020B0604030504040204" pitchFamily="50" charset="-128"/>
              </a:rPr>
              <a:t>業務プロセス</a:t>
            </a:r>
            <a:endParaRPr lang="en-US" altLang="ja-JP" dirty="0">
              <a:solidFill>
                <a:schemeClr val="tx1"/>
              </a:solidFill>
              <a:latin typeface="メイリオ" panose="020B0604030504040204" pitchFamily="50" charset="-128"/>
              <a:ea typeface="メイリオ" panose="020B0604030504040204" pitchFamily="50" charset="-128"/>
            </a:endParaRPr>
          </a:p>
          <a:p>
            <a:pPr algn="ctr"/>
            <a:r>
              <a:rPr lang="ja-JP" altLang="en-US">
                <a:solidFill>
                  <a:schemeClr val="tx1"/>
                </a:solidFill>
                <a:latin typeface="メイリオ" panose="020B0604030504040204" pitchFamily="50" charset="-128"/>
                <a:ea typeface="メイリオ" panose="020B0604030504040204" pitchFamily="50" charset="-128"/>
              </a:rPr>
              <a:t>変革</a:t>
            </a:r>
            <a:endParaRPr kumimoji="1" lang="ja-JP" altLang="en-US" dirty="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8F37B051-C3C1-5FCB-F9BD-0CB371740B98}"/>
              </a:ext>
            </a:extLst>
          </p:cNvPr>
          <p:cNvSpPr/>
          <p:nvPr/>
        </p:nvSpPr>
        <p:spPr>
          <a:xfrm>
            <a:off x="1189546" y="1831118"/>
            <a:ext cx="2085552" cy="60531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a:solidFill>
                  <a:schemeClr val="tx1"/>
                </a:solidFill>
                <a:latin typeface="メイリオ" panose="020B0604030504040204" pitchFamily="50" charset="-128"/>
                <a:ea typeface="メイリオ" panose="020B0604030504040204" pitchFamily="50" charset="-128"/>
              </a:rPr>
              <a:t>省力化・少人化</a:t>
            </a:r>
            <a:endParaRPr kumimoji="1" lang="en-US" altLang="ja-JP" dirty="0">
              <a:solidFill>
                <a:schemeClr val="tx1"/>
              </a:solidFill>
              <a:latin typeface="メイリオ" panose="020B0604030504040204" pitchFamily="50" charset="-128"/>
              <a:ea typeface="メイリオ" panose="020B0604030504040204" pitchFamily="50" charset="-128"/>
            </a:endParaRPr>
          </a:p>
          <a:p>
            <a:pPr algn="ctr"/>
            <a:r>
              <a:rPr kumimoji="1" lang="ja-JP" altLang="en-US">
                <a:solidFill>
                  <a:schemeClr val="tx1"/>
                </a:solidFill>
                <a:latin typeface="メイリオ" panose="020B0604030504040204" pitchFamily="50" charset="-128"/>
                <a:ea typeface="メイリオ" panose="020B0604030504040204" pitchFamily="50" charset="-128"/>
              </a:rPr>
              <a:t>（</a:t>
            </a:r>
            <a:r>
              <a:rPr kumimoji="1" lang="en-US" altLang="ja-JP" dirty="0">
                <a:solidFill>
                  <a:schemeClr val="tx1"/>
                </a:solidFill>
                <a:latin typeface="メイリオ" panose="020B0604030504040204" pitchFamily="50" charset="-128"/>
                <a:ea typeface="メイリオ" panose="020B0604030504040204" pitchFamily="50" charset="-128"/>
              </a:rPr>
              <a:t>AI</a:t>
            </a:r>
            <a:r>
              <a:rPr kumimoji="1" lang="ja-JP" altLang="en-US">
                <a:solidFill>
                  <a:schemeClr val="tx1"/>
                </a:solidFill>
                <a:latin typeface="メイリオ" panose="020B0604030504040204" pitchFamily="50" charset="-128"/>
                <a:ea typeface="メイリオ" panose="020B0604030504040204" pitchFamily="50" charset="-128"/>
              </a:rPr>
              <a:t>従業員）</a:t>
            </a:r>
            <a:endParaRPr kumimoji="1" lang="ja-JP" altLang="en-US" dirty="0">
              <a:solidFill>
                <a:schemeClr val="tx1"/>
              </a:solidFill>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06434B22-09E0-4EC9-8D88-84D88758EA07}"/>
              </a:ext>
            </a:extLst>
          </p:cNvPr>
          <p:cNvSpPr/>
          <p:nvPr/>
        </p:nvSpPr>
        <p:spPr>
          <a:xfrm>
            <a:off x="4798567" y="5327869"/>
            <a:ext cx="1567738" cy="78219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2000">
                <a:solidFill>
                  <a:schemeClr val="tx1"/>
                </a:solidFill>
                <a:latin typeface="メイリオ" panose="020B0604030504040204" pitchFamily="50" charset="-128"/>
                <a:ea typeface="メイリオ" panose="020B0604030504040204" pitchFamily="50" charset="-128"/>
              </a:rPr>
              <a:t>データ分析</a:t>
            </a:r>
            <a:endParaRPr kumimoji="1" lang="en-US" altLang="ja-JP" sz="2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2000">
                <a:solidFill>
                  <a:schemeClr val="tx1"/>
                </a:solidFill>
                <a:latin typeface="メイリオ" panose="020B0604030504040204" pitchFamily="50" charset="-128"/>
                <a:ea typeface="メイリオ" panose="020B0604030504040204" pitchFamily="50" charset="-128"/>
              </a:rPr>
              <a:t>（</a:t>
            </a:r>
            <a:r>
              <a:rPr kumimoji="1" lang="en-US" altLang="ja-JP" sz="2000" dirty="0">
                <a:solidFill>
                  <a:schemeClr val="tx1"/>
                </a:solidFill>
                <a:latin typeface="メイリオ" panose="020B0604030504040204" pitchFamily="50" charset="-128"/>
                <a:ea typeface="メイリオ" panose="020B0604030504040204" pitchFamily="50" charset="-128"/>
              </a:rPr>
              <a:t>BI</a:t>
            </a:r>
            <a:r>
              <a:rPr kumimoji="1" lang="ja-JP" altLang="en-US" sz="2000">
                <a:solidFill>
                  <a:schemeClr val="tx1"/>
                </a:solidFill>
                <a:latin typeface="メイリオ" panose="020B0604030504040204" pitchFamily="50" charset="-128"/>
                <a:ea typeface="メイリオ" panose="020B0604030504040204" pitchFamily="50" charset="-128"/>
              </a:rPr>
              <a:t>）</a:t>
            </a:r>
            <a:endParaRPr kumimoji="1" lang="ja-JP" altLang="en-US" sz="2000" dirty="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29A73EAC-21FE-6CAB-3CBA-2C0399604CA2}"/>
              </a:ext>
            </a:extLst>
          </p:cNvPr>
          <p:cNvSpPr/>
          <p:nvPr/>
        </p:nvSpPr>
        <p:spPr>
          <a:xfrm>
            <a:off x="6406662" y="5331549"/>
            <a:ext cx="2429194" cy="78219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2000">
                <a:solidFill>
                  <a:schemeClr val="tx1"/>
                </a:solidFill>
                <a:latin typeface="メイリオ" panose="020B0604030504040204" pitchFamily="50" charset="-128"/>
                <a:ea typeface="メイリオ" panose="020B0604030504040204" pitchFamily="50" charset="-128"/>
              </a:rPr>
              <a:t>作業自動化（</a:t>
            </a:r>
            <a:r>
              <a:rPr kumimoji="1" lang="en-US" altLang="ja-JP" sz="2000" dirty="0">
                <a:solidFill>
                  <a:schemeClr val="tx1"/>
                </a:solidFill>
                <a:latin typeface="メイリオ" panose="020B0604030504040204" pitchFamily="50" charset="-128"/>
                <a:ea typeface="メイリオ" panose="020B0604030504040204" pitchFamily="50" charset="-128"/>
              </a:rPr>
              <a:t>Automate</a:t>
            </a:r>
            <a:r>
              <a:rPr kumimoji="1" lang="ja-JP" altLang="en-US" sz="2000">
                <a:solidFill>
                  <a:schemeClr val="tx1"/>
                </a:solidFill>
                <a:latin typeface="メイリオ" panose="020B0604030504040204" pitchFamily="50" charset="-128"/>
                <a:ea typeface="メイリオ" panose="020B0604030504040204" pitchFamily="50" charset="-128"/>
              </a:rPr>
              <a:t>）</a:t>
            </a:r>
            <a:endParaRPr kumimoji="1" lang="en-US" altLang="ja-JP" sz="2000" dirty="0">
              <a:solidFill>
                <a:schemeClr val="tx1"/>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6F2914B8-5424-5D90-8122-EE9260CF0C9A}"/>
              </a:ext>
            </a:extLst>
          </p:cNvPr>
          <p:cNvSpPr/>
          <p:nvPr/>
        </p:nvSpPr>
        <p:spPr>
          <a:xfrm>
            <a:off x="8916571" y="5327869"/>
            <a:ext cx="2429194" cy="78219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2000">
                <a:solidFill>
                  <a:schemeClr val="tx1"/>
                </a:solidFill>
                <a:latin typeface="メイリオ" panose="020B0604030504040204" pitchFamily="50" charset="-128"/>
                <a:ea typeface="メイリオ" panose="020B0604030504040204" pitchFamily="50" charset="-128"/>
              </a:rPr>
              <a:t>ツール開発高速化</a:t>
            </a:r>
            <a:endParaRPr kumimoji="1" lang="en-US" altLang="ja-JP" sz="2000" dirty="0">
              <a:solidFill>
                <a:schemeClr val="tx1"/>
              </a:solidFill>
              <a:latin typeface="メイリオ" panose="020B0604030504040204" pitchFamily="50" charset="-128"/>
              <a:ea typeface="メイリオ" panose="020B0604030504040204" pitchFamily="50" charset="-128"/>
            </a:endParaRPr>
          </a:p>
          <a:p>
            <a:pPr algn="ctr"/>
            <a:r>
              <a:rPr kumimoji="1" lang="ja-JP" altLang="en-US" sz="1600">
                <a:solidFill>
                  <a:schemeClr val="tx1"/>
                </a:solidFill>
                <a:latin typeface="メイリオ" panose="020B0604030504040204" pitchFamily="50" charset="-128"/>
                <a:ea typeface="メイリオ" panose="020B0604030504040204" pitchFamily="50" charset="-128"/>
              </a:rPr>
              <a:t>（</a:t>
            </a:r>
            <a:r>
              <a:rPr kumimoji="1" lang="en-US" altLang="ja-JP" sz="1600" dirty="0">
                <a:solidFill>
                  <a:schemeClr val="tx1"/>
                </a:solidFill>
                <a:latin typeface="メイリオ" panose="020B0604030504040204" pitchFamily="50" charset="-128"/>
                <a:ea typeface="メイリオ" panose="020B0604030504040204" pitchFamily="50" charset="-128"/>
              </a:rPr>
              <a:t>PowerApps</a:t>
            </a:r>
            <a:r>
              <a:rPr kumimoji="1" lang="ja-JP" altLang="en-US" sz="1600">
                <a:solidFill>
                  <a:schemeClr val="tx1"/>
                </a:solidFill>
                <a:latin typeface="メイリオ" panose="020B0604030504040204" pitchFamily="50" charset="-128"/>
                <a:ea typeface="メイリオ" panose="020B0604030504040204" pitchFamily="50" charset="-128"/>
              </a:rPr>
              <a:t>）</a:t>
            </a:r>
            <a:endParaRPr kumimoji="1" lang="ja-JP" altLang="en-US" sz="1600" dirty="0">
              <a:solidFill>
                <a:schemeClr val="tx1"/>
              </a:solidFill>
              <a:latin typeface="メイリオ" panose="020B0604030504040204" pitchFamily="50" charset="-128"/>
              <a:ea typeface="メイリオ" panose="020B0604030504040204" pitchFamily="50" charset="-128"/>
            </a:endParaRPr>
          </a:p>
        </p:txBody>
      </p:sp>
      <p:sp>
        <p:nvSpPr>
          <p:cNvPr id="30" name="フローチャート: 端子 29">
            <a:extLst>
              <a:ext uri="{FF2B5EF4-FFF2-40B4-BE49-F238E27FC236}">
                <a16:creationId xmlns:a16="http://schemas.microsoft.com/office/drawing/2014/main" id="{39271A29-9768-76F6-4521-034DD8882D2D}"/>
              </a:ext>
            </a:extLst>
          </p:cNvPr>
          <p:cNvSpPr/>
          <p:nvPr/>
        </p:nvSpPr>
        <p:spPr>
          <a:xfrm>
            <a:off x="5640654" y="1538791"/>
            <a:ext cx="1298337" cy="550786"/>
          </a:xfrm>
          <a:prstGeom prst="flowChartTerminator">
            <a:avLst/>
          </a:prstGeom>
          <a:solidFill>
            <a:srgbClr val="304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AI</a:t>
            </a:r>
            <a:r>
              <a:rPr kumimoji="1" lang="ja-JP" altLang="en-US" sz="1400">
                <a:latin typeface="メイリオ" panose="020B0604030504040204" pitchFamily="50" charset="-128"/>
                <a:ea typeface="メイリオ" panose="020B0604030504040204" pitchFamily="50" charset="-128"/>
              </a:rPr>
              <a:t>による</a:t>
            </a:r>
            <a:endParaRPr kumimoji="1" lang="en-US" altLang="ja-JP" sz="1400" dirty="0">
              <a:latin typeface="メイリオ" panose="020B0604030504040204" pitchFamily="50" charset="-128"/>
              <a:ea typeface="メイリオ" panose="020B0604030504040204" pitchFamily="50" charset="-128"/>
            </a:endParaRPr>
          </a:p>
          <a:p>
            <a:pPr algn="ctr"/>
            <a:r>
              <a:rPr kumimoji="1" lang="ja-JP" altLang="en-US" sz="1400">
                <a:latin typeface="メイリオ" panose="020B0604030504040204" pitchFamily="50" charset="-128"/>
                <a:ea typeface="メイリオ" panose="020B0604030504040204" pitchFamily="50" charset="-128"/>
              </a:rPr>
              <a:t>作業自動化</a:t>
            </a:r>
            <a:endParaRPr kumimoji="1" lang="ja-JP" altLang="en-US" sz="1400" dirty="0">
              <a:latin typeface="メイリオ" panose="020B0604030504040204" pitchFamily="50" charset="-128"/>
              <a:ea typeface="メイリオ" panose="020B0604030504040204" pitchFamily="50" charset="-128"/>
            </a:endParaRPr>
          </a:p>
        </p:txBody>
      </p:sp>
      <p:sp>
        <p:nvSpPr>
          <p:cNvPr id="31" name="四角形: 角を丸くする 15">
            <a:extLst>
              <a:ext uri="{FF2B5EF4-FFF2-40B4-BE49-F238E27FC236}">
                <a16:creationId xmlns:a16="http://schemas.microsoft.com/office/drawing/2014/main" id="{252D7348-FAAB-AF24-770B-11C243620AF7}"/>
              </a:ext>
            </a:extLst>
          </p:cNvPr>
          <p:cNvSpPr/>
          <p:nvPr/>
        </p:nvSpPr>
        <p:spPr>
          <a:xfrm>
            <a:off x="10379123" y="1810974"/>
            <a:ext cx="1613179" cy="3488961"/>
          </a:xfrm>
          <a:prstGeom prst="roundRect">
            <a:avLst>
              <a:gd name="adj" fmla="val 7106"/>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ja-JP" altLang="en-US" sz="2000">
                <a:solidFill>
                  <a:schemeClr val="bg1"/>
                </a:solidFill>
                <a:latin typeface="メイリオ" panose="020B0604030504040204" pitchFamily="50" charset="-128"/>
                <a:ea typeface="メイリオ" panose="020B0604030504040204" pitchFamily="50" charset="-128"/>
              </a:rPr>
              <a:t>イースト</a:t>
            </a:r>
            <a:endParaRPr lang="en-US" altLang="ja-JP" sz="2000" dirty="0">
              <a:solidFill>
                <a:schemeClr val="bg1"/>
              </a:solidFill>
              <a:latin typeface="メイリオ" panose="020B0604030504040204" pitchFamily="50" charset="-128"/>
              <a:ea typeface="メイリオ" panose="020B0604030504040204" pitchFamily="50" charset="-128"/>
            </a:endParaRPr>
          </a:p>
          <a:p>
            <a:pPr algn="ctr"/>
            <a:r>
              <a:rPr kumimoji="1" lang="ja-JP" altLang="en-US" sz="2000">
                <a:solidFill>
                  <a:schemeClr val="bg1"/>
                </a:solidFill>
                <a:latin typeface="メイリオ" panose="020B0604030504040204" pitchFamily="50" charset="-128"/>
                <a:ea typeface="メイリオ" panose="020B0604030504040204" pitchFamily="50" charset="-128"/>
              </a:rPr>
              <a:t>技術支援</a:t>
            </a:r>
            <a:endParaRPr kumimoji="1" lang="en-US" altLang="ja-JP" sz="2000" dirty="0">
              <a:solidFill>
                <a:schemeClr val="bg1"/>
              </a:solidFill>
              <a:latin typeface="メイリオ" panose="020B0604030504040204" pitchFamily="50" charset="-128"/>
              <a:ea typeface="メイリオ" panose="020B0604030504040204" pitchFamily="50" charset="-128"/>
            </a:endParaRPr>
          </a:p>
          <a:p>
            <a:pPr algn="ctr"/>
            <a:r>
              <a:rPr kumimoji="1" lang="ja-JP" altLang="en-US" sz="2000">
                <a:solidFill>
                  <a:schemeClr val="bg1"/>
                </a:solidFill>
                <a:latin typeface="メイリオ" panose="020B0604030504040204" pitchFamily="50" charset="-128"/>
                <a:ea typeface="メイリオ" panose="020B0604030504040204" pitchFamily="50" charset="-128"/>
              </a:rPr>
              <a:t>サービス</a:t>
            </a:r>
            <a:endParaRPr kumimoji="1" lang="en-US" altLang="ja-JP" sz="2000" dirty="0">
              <a:solidFill>
                <a:schemeClr val="bg1"/>
              </a:solidFill>
              <a:latin typeface="メイリオ" panose="020B0604030504040204" pitchFamily="50" charset="-128"/>
              <a:ea typeface="メイリオ" panose="020B0604030504040204" pitchFamily="50" charset="-128"/>
            </a:endParaRPr>
          </a:p>
          <a:p>
            <a:pPr algn="ctr"/>
            <a:endParaRPr kumimoji="1" lang="en-US" altLang="ja-JP" sz="2000" dirty="0">
              <a:solidFill>
                <a:schemeClr val="bg1"/>
              </a:solidFill>
              <a:latin typeface="メイリオ" panose="020B0604030504040204" pitchFamily="50" charset="-128"/>
              <a:ea typeface="メイリオ" panose="020B0604030504040204" pitchFamily="50" charset="-128"/>
            </a:endParaRPr>
          </a:p>
          <a:p>
            <a:pPr algn="ctr"/>
            <a:r>
              <a:rPr kumimoji="1" lang="en-US" altLang="ja-JP" sz="2000" dirty="0">
                <a:solidFill>
                  <a:schemeClr val="bg1"/>
                </a:solidFill>
                <a:latin typeface="メイリオ" panose="020B0604030504040204" pitchFamily="50" charset="-128"/>
                <a:ea typeface="メイリオ" panose="020B0604030504040204" pitchFamily="50" charset="-128"/>
              </a:rPr>
              <a:t>2</a:t>
            </a:r>
            <a:r>
              <a:rPr kumimoji="1" lang="ja-JP" altLang="en-US" sz="2000">
                <a:solidFill>
                  <a:schemeClr val="bg1"/>
                </a:solidFill>
                <a:latin typeface="メイリオ" panose="020B0604030504040204" pitchFamily="50" charset="-128"/>
                <a:ea typeface="メイリオ" panose="020B0604030504040204" pitchFamily="50" charset="-128"/>
              </a:rPr>
              <a:t>万円／時</a:t>
            </a:r>
            <a:endParaRPr kumimoji="1" lang="ja-JP" altLang="en-US" sz="2000" dirty="0">
              <a:solidFill>
                <a:schemeClr val="bg1"/>
              </a:solidFill>
              <a:latin typeface="メイリオ" panose="020B0604030504040204" pitchFamily="50" charset="-128"/>
              <a:ea typeface="メイリオ" panose="020B0604030504040204" pitchFamily="50" charset="-128"/>
            </a:endParaRPr>
          </a:p>
        </p:txBody>
      </p:sp>
      <p:sp>
        <p:nvSpPr>
          <p:cNvPr id="32" name="フローチャート: 端子 31">
            <a:extLst>
              <a:ext uri="{FF2B5EF4-FFF2-40B4-BE49-F238E27FC236}">
                <a16:creationId xmlns:a16="http://schemas.microsoft.com/office/drawing/2014/main" id="{98F1F31F-F71F-F273-B5AF-7A9B4A997F3A}"/>
              </a:ext>
            </a:extLst>
          </p:cNvPr>
          <p:cNvSpPr/>
          <p:nvPr/>
        </p:nvSpPr>
        <p:spPr>
          <a:xfrm>
            <a:off x="10219304" y="1533088"/>
            <a:ext cx="1298337" cy="550786"/>
          </a:xfrm>
          <a:prstGeom prst="flowChartTerminator">
            <a:avLst/>
          </a:prstGeom>
          <a:solidFill>
            <a:srgbClr val="304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技術支援</a:t>
            </a:r>
            <a:endParaRPr kumimoji="1" lang="ja-JP" altLang="en-US" sz="1400" dirty="0">
              <a:latin typeface="メイリオ" panose="020B0604030504040204" pitchFamily="50" charset="-128"/>
              <a:ea typeface="メイリオ" panose="020B0604030504040204" pitchFamily="50" charset="-128"/>
            </a:endParaRPr>
          </a:p>
        </p:txBody>
      </p:sp>
      <p:sp>
        <p:nvSpPr>
          <p:cNvPr id="34" name="正方形/長方形 33">
            <a:extLst>
              <a:ext uri="{FF2B5EF4-FFF2-40B4-BE49-F238E27FC236}">
                <a16:creationId xmlns:a16="http://schemas.microsoft.com/office/drawing/2014/main" id="{1A989A30-7C94-29AD-FE31-261FB12E323B}"/>
              </a:ext>
            </a:extLst>
          </p:cNvPr>
          <p:cNvSpPr/>
          <p:nvPr/>
        </p:nvSpPr>
        <p:spPr>
          <a:xfrm>
            <a:off x="1189546" y="3897218"/>
            <a:ext cx="2085552" cy="60531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a:solidFill>
                  <a:schemeClr val="tx1"/>
                </a:solidFill>
                <a:latin typeface="メイリオ" panose="020B0604030504040204" pitchFamily="50" charset="-128"/>
                <a:ea typeface="メイリオ" panose="020B0604030504040204" pitchFamily="50" charset="-128"/>
              </a:rPr>
              <a:t>生成</a:t>
            </a:r>
            <a:r>
              <a:rPr lang="en-US" altLang="ja-JP" dirty="0">
                <a:solidFill>
                  <a:schemeClr val="tx1"/>
                </a:solidFill>
                <a:latin typeface="メイリオ" panose="020B0604030504040204" pitchFamily="50" charset="-128"/>
                <a:ea typeface="メイリオ" panose="020B0604030504040204" pitchFamily="50" charset="-128"/>
              </a:rPr>
              <a:t>AI</a:t>
            </a:r>
            <a:r>
              <a:rPr lang="ja-JP" altLang="en-US">
                <a:solidFill>
                  <a:schemeClr val="tx1"/>
                </a:solidFill>
                <a:latin typeface="メイリオ" panose="020B0604030504040204" pitchFamily="50" charset="-128"/>
                <a:ea typeface="メイリオ" panose="020B0604030504040204" pitchFamily="50" charset="-128"/>
              </a:rPr>
              <a:t>導入</a:t>
            </a:r>
            <a:endParaRPr kumimoji="1" lang="ja-JP" altLang="en-US" dirty="0">
              <a:solidFill>
                <a:schemeClr val="tx1"/>
              </a:solidFill>
              <a:latin typeface="メイリオ" panose="020B0604030504040204" pitchFamily="50" charset="-128"/>
              <a:ea typeface="メイリオ" panose="020B0604030504040204" pitchFamily="50" charset="-128"/>
            </a:endParaRPr>
          </a:p>
        </p:txBody>
      </p:sp>
      <p:sp>
        <p:nvSpPr>
          <p:cNvPr id="2" name="フローチャート: 端子 1">
            <a:extLst>
              <a:ext uri="{FF2B5EF4-FFF2-40B4-BE49-F238E27FC236}">
                <a16:creationId xmlns:a16="http://schemas.microsoft.com/office/drawing/2014/main" id="{9B4B7B13-C90D-39A6-F9F3-E5292CFCDBDB}"/>
              </a:ext>
            </a:extLst>
          </p:cNvPr>
          <p:cNvSpPr/>
          <p:nvPr/>
        </p:nvSpPr>
        <p:spPr>
          <a:xfrm>
            <a:off x="3351555" y="2837996"/>
            <a:ext cx="1298337" cy="550786"/>
          </a:xfrm>
          <a:prstGeom prst="flowChartTerminator">
            <a:avLst/>
          </a:prstGeom>
          <a:solidFill>
            <a:srgbClr val="304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ライセンス</a:t>
            </a: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3278509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87CF0-1AC4-AA85-46EC-485EBE5F42AC}"/>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90BE0E6D-2F37-DEF2-3E53-8D3926A7D7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5522" cy="6858000"/>
          </a:xfrm>
          <a:prstGeom prst="rect">
            <a:avLst/>
          </a:prstGeom>
        </p:spPr>
      </p:pic>
      <p:sp>
        <p:nvSpPr>
          <p:cNvPr id="5" name="正方形/長方形 4">
            <a:extLst>
              <a:ext uri="{FF2B5EF4-FFF2-40B4-BE49-F238E27FC236}">
                <a16:creationId xmlns:a16="http://schemas.microsoft.com/office/drawing/2014/main" id="{5F5A9E87-2DD9-0D9F-E7AA-5C9D2ACC3528}"/>
              </a:ext>
            </a:extLst>
          </p:cNvPr>
          <p:cNvSpPr/>
          <p:nvPr/>
        </p:nvSpPr>
        <p:spPr>
          <a:xfrm>
            <a:off x="-6478" y="5288340"/>
            <a:ext cx="12192000" cy="1569660"/>
          </a:xfrm>
          <a:prstGeom prst="rect">
            <a:avLst/>
          </a:prstGeom>
          <a:solidFill>
            <a:srgbClr val="BEDEFE">
              <a:alpha val="89804"/>
            </a:srgbClr>
          </a:solidFill>
        </p:spPr>
        <p:txBody>
          <a:bodyPr wrap="square">
            <a:spAutoFit/>
          </a:bodyPr>
          <a:lstStyle/>
          <a:p>
            <a:pPr algn="ctr"/>
            <a:r>
              <a:rPr lang="en-US" altLang="ja-JP" sz="9600" b="1" dirty="0">
                <a:solidFill>
                  <a:srgbClr val="0380F8"/>
                </a:solidFill>
                <a:latin typeface="メイリオ" panose="020B0604030504040204" pitchFamily="50" charset="-128"/>
                <a:ea typeface="メイリオ" panose="020B0604030504040204" pitchFamily="50" charset="-128"/>
              </a:rPr>
              <a:t>AI</a:t>
            </a:r>
            <a:r>
              <a:rPr lang="ja-JP" altLang="en-US" sz="9600" b="1" dirty="0">
                <a:solidFill>
                  <a:srgbClr val="0380F8"/>
                </a:solidFill>
                <a:latin typeface="メイリオ" panose="020B0604030504040204" pitchFamily="50" charset="-128"/>
                <a:ea typeface="メイリオ" panose="020B0604030504040204" pitchFamily="50" charset="-128"/>
              </a:rPr>
              <a:t>は同僚</a:t>
            </a:r>
            <a:endParaRPr lang="en-US" altLang="ja-JP" sz="9600" b="1" dirty="0">
              <a:solidFill>
                <a:srgbClr val="0380F8"/>
              </a:solidFill>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86BD5A59-397F-65A6-1396-FC2537761ED7}"/>
              </a:ext>
            </a:extLst>
          </p:cNvPr>
          <p:cNvSpPr/>
          <p:nvPr/>
        </p:nvSpPr>
        <p:spPr>
          <a:xfrm>
            <a:off x="3342968" y="462116"/>
            <a:ext cx="2399071" cy="412955"/>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メイリオ" panose="020B0604030504040204" pitchFamily="50" charset="-128"/>
                <a:ea typeface="メイリオ" panose="020B0604030504040204" pitchFamily="50" charset="-128"/>
              </a:rPr>
              <a:t>AI</a:t>
            </a:r>
            <a:r>
              <a:rPr kumimoji="1" lang="ja-JP" altLang="en-US" dirty="0">
                <a:solidFill>
                  <a:schemeClr val="tx1"/>
                </a:solidFill>
                <a:latin typeface="メイリオ" panose="020B0604030504040204" pitchFamily="50" charset="-128"/>
                <a:ea typeface="メイリオ" panose="020B0604030504040204" pitchFamily="50" charset="-128"/>
              </a:rPr>
              <a:t>コンサルタント</a:t>
            </a:r>
          </a:p>
        </p:txBody>
      </p:sp>
      <p:sp>
        <p:nvSpPr>
          <p:cNvPr id="6" name="正方形/長方形 5">
            <a:extLst>
              <a:ext uri="{FF2B5EF4-FFF2-40B4-BE49-F238E27FC236}">
                <a16:creationId xmlns:a16="http://schemas.microsoft.com/office/drawing/2014/main" id="{952E4B3A-99CE-0AB7-F2A9-FD0541A5A4E4}"/>
              </a:ext>
            </a:extLst>
          </p:cNvPr>
          <p:cNvSpPr/>
          <p:nvPr/>
        </p:nvSpPr>
        <p:spPr>
          <a:xfrm>
            <a:off x="9611033" y="1420761"/>
            <a:ext cx="2399071" cy="412955"/>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メイリオ" panose="020B0604030504040204" pitchFamily="50" charset="-128"/>
                <a:ea typeface="メイリオ" panose="020B0604030504040204" pitchFamily="50" charset="-128"/>
              </a:rPr>
              <a:t>AI</a:t>
            </a:r>
            <a:r>
              <a:rPr kumimoji="1" lang="ja-JP" altLang="en-US" dirty="0">
                <a:solidFill>
                  <a:schemeClr val="tx1"/>
                </a:solidFill>
                <a:latin typeface="メイリオ" panose="020B0604030504040204" pitchFamily="50" charset="-128"/>
                <a:ea typeface="メイリオ" panose="020B0604030504040204" pitchFamily="50" charset="-128"/>
              </a:rPr>
              <a:t>問合せ対応</a:t>
            </a:r>
          </a:p>
        </p:txBody>
      </p:sp>
      <p:sp>
        <p:nvSpPr>
          <p:cNvPr id="8" name="正方形/長方形 7">
            <a:extLst>
              <a:ext uri="{FF2B5EF4-FFF2-40B4-BE49-F238E27FC236}">
                <a16:creationId xmlns:a16="http://schemas.microsoft.com/office/drawing/2014/main" id="{DE2199DB-F986-4739-EE80-7A2529217A87}"/>
              </a:ext>
            </a:extLst>
          </p:cNvPr>
          <p:cNvSpPr/>
          <p:nvPr/>
        </p:nvSpPr>
        <p:spPr>
          <a:xfrm>
            <a:off x="5127523" y="4222955"/>
            <a:ext cx="2399071" cy="412955"/>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メイリオ" panose="020B0604030504040204" pitchFamily="50" charset="-128"/>
                <a:ea typeface="メイリオ" panose="020B0604030504040204" pitchFamily="50" charset="-128"/>
              </a:rPr>
              <a:t>AI</a:t>
            </a:r>
            <a:r>
              <a:rPr kumimoji="1" lang="ja-JP" altLang="en-US" dirty="0">
                <a:solidFill>
                  <a:schemeClr val="tx1"/>
                </a:solidFill>
                <a:latin typeface="メイリオ" panose="020B0604030504040204" pitchFamily="50" charset="-128"/>
                <a:ea typeface="メイリオ" panose="020B0604030504040204" pitchFamily="50" charset="-128"/>
              </a:rPr>
              <a:t>上司</a:t>
            </a:r>
          </a:p>
        </p:txBody>
      </p:sp>
    </p:spTree>
    <p:extLst>
      <p:ext uri="{BB962C8B-B14F-4D97-AF65-F5344CB8AC3E}">
        <p14:creationId xmlns:p14="http://schemas.microsoft.com/office/powerpoint/2010/main" val="7098056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C0F8AE-1C7A-A2C0-E564-F5C06ADDA617}"/>
              </a:ext>
            </a:extLst>
          </p:cNvPr>
          <p:cNvSpPr>
            <a:spLocks noGrp="1"/>
          </p:cNvSpPr>
          <p:nvPr>
            <p:ph type="title"/>
          </p:nvPr>
        </p:nvSpPr>
        <p:spPr>
          <a:xfrm>
            <a:off x="1088136" y="1090245"/>
            <a:ext cx="9922764" cy="1294228"/>
          </a:xfrm>
        </p:spPr>
        <p:txBody>
          <a:bodyPr anchor="t">
            <a:normAutofit/>
          </a:bodyPr>
          <a:lstStyle/>
          <a:p>
            <a:r>
              <a:rPr lang="en-US" dirty="0"/>
              <a:t>（</a:t>
            </a:r>
            <a:r>
              <a:rPr lang="en-US" dirty="0" err="1"/>
              <a:t>ご参考）AI上司</a:t>
            </a:r>
            <a:endParaRPr lang="en-US" dirty="0"/>
          </a:p>
        </p:txBody>
      </p:sp>
    </p:spTree>
    <p:extLst>
      <p:ext uri="{BB962C8B-B14F-4D97-AF65-F5344CB8AC3E}">
        <p14:creationId xmlns:p14="http://schemas.microsoft.com/office/powerpoint/2010/main" val="13490278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ソーシャルメディアと人々 4K">
            <a:extLst>
              <a:ext uri="{FF2B5EF4-FFF2-40B4-BE49-F238E27FC236}">
                <a16:creationId xmlns:a16="http://schemas.microsoft.com/office/drawing/2014/main" id="{6D697AF0-CD32-409C-8D49-A278BA29BF9B}"/>
              </a:ext>
            </a:extLst>
          </p:cNvPr>
          <p:cNvPicPr>
            <a:picLocks noGrp="1" noChangeAspect="1"/>
          </p:cNvPicPr>
          <p:nvPr>
            <p:ph type="pic" sz="quarter" idx="13"/>
          </p:nvPr>
        </p:nvPicPr>
        <p:blipFill>
          <a:blip r:embed="rId3"/>
          <a:stretch/>
        </p:blipFill>
        <p:spPr>
          <a:xfrm>
            <a:off x="1088136" y="2997550"/>
            <a:ext cx="4672584" cy="2628328"/>
          </a:xfrm>
        </p:spPr>
      </p:pic>
      <p:sp>
        <p:nvSpPr>
          <p:cNvPr id="3" name="Content Placeholder 2">
            <a:extLst>
              <a:ext uri="{FF2B5EF4-FFF2-40B4-BE49-F238E27FC236}">
                <a16:creationId xmlns:a16="http://schemas.microsoft.com/office/drawing/2014/main" id="{BB1FDB66-3A00-1AD5-6F72-454BF48F5CF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spcBef>
                <a:spcPts val="2500"/>
              </a:spcBef>
              <a:buFont typeface="Arial" panose="020B0604020202020204" pitchFamily="34" charset="0"/>
              <a:buNone/>
            </a:pPr>
            <a:r>
              <a:rPr lang="ja-JP" altLang="en-US" sz="1400" b="1" dirty="0"/>
              <a:t>直感的なインターフェース</a:t>
            </a:r>
          </a:p>
          <a:p>
            <a:pPr marL="0" lvl="1" indent="0">
              <a:buFont typeface="Arial" panose="020B0604020202020204" pitchFamily="34" charset="0"/>
              <a:buNone/>
            </a:pPr>
            <a:r>
              <a:rPr lang="ja-JP" altLang="en-US" sz="1400" dirty="0"/>
              <a:t>「</a:t>
            </a:r>
            <a:r>
              <a:rPr lang="en-US" sz="1400" dirty="0"/>
              <a:t>AI</a:t>
            </a:r>
            <a:r>
              <a:rPr lang="ja-JP" altLang="en-US" sz="1400" dirty="0"/>
              <a:t>上司」は</a:t>
            </a:r>
            <a:r>
              <a:rPr lang="en-US" altLang="ja-JP" sz="1400" dirty="0"/>
              <a:t>Microsoft copilot</a:t>
            </a:r>
            <a:r>
              <a:rPr lang="ja-JP" altLang="en-US" sz="1400" dirty="0"/>
              <a:t>上で使える</a:t>
            </a:r>
            <a:r>
              <a:rPr lang="en-US" altLang="ja-JP" sz="1400" dirty="0"/>
              <a:t>AI</a:t>
            </a:r>
            <a:r>
              <a:rPr lang="ja-JP" altLang="en-US" sz="1400" dirty="0"/>
              <a:t>エージェントです。使いやすい操作画面で、日常業務に自然に溶け込む設計です。</a:t>
            </a:r>
          </a:p>
          <a:p>
            <a:pPr marL="0" indent="0">
              <a:spcBef>
                <a:spcPts val="2500"/>
              </a:spcBef>
              <a:buFont typeface="Arial" panose="020B0604020202020204" pitchFamily="34" charset="0"/>
              <a:buNone/>
            </a:pPr>
            <a:r>
              <a:rPr lang="ja-JP" altLang="en-US" sz="1400" b="1" dirty="0"/>
              <a:t>提案書レビュー機能</a:t>
            </a:r>
          </a:p>
          <a:p>
            <a:pPr marL="0" lvl="1" indent="0">
              <a:buFont typeface="Arial" panose="020B0604020202020204" pitchFamily="34" charset="0"/>
              <a:buNone/>
            </a:pPr>
            <a:r>
              <a:rPr lang="ja-JP" altLang="en-US" sz="1400" dirty="0"/>
              <a:t>資料をアップロードすると、改善点などのフィードバックが提示されます。</a:t>
            </a:r>
          </a:p>
          <a:p>
            <a:pPr marL="0" indent="0">
              <a:spcBef>
                <a:spcPts val="2500"/>
              </a:spcBef>
              <a:buFont typeface="Arial" panose="020B0604020202020204" pitchFamily="34" charset="0"/>
              <a:buNone/>
            </a:pPr>
            <a:r>
              <a:rPr lang="ja-JP" altLang="en-US" sz="1400" b="1" dirty="0"/>
              <a:t>タスク分解サポート</a:t>
            </a:r>
          </a:p>
          <a:p>
            <a:pPr marL="0" lvl="1" indent="0">
              <a:buFont typeface="Arial" panose="020B0604020202020204" pitchFamily="34" charset="0"/>
              <a:buNone/>
            </a:pPr>
            <a:r>
              <a:rPr lang="ja-JP" altLang="en-US" sz="1400" dirty="0"/>
              <a:t>曖昧な目標を入力すると、具体的なステップと優先順位が生成されます。</a:t>
            </a:r>
          </a:p>
          <a:p>
            <a:pPr marL="0" indent="0">
              <a:spcBef>
                <a:spcPts val="2500"/>
              </a:spcBef>
              <a:buFont typeface="Arial" panose="020B0604020202020204" pitchFamily="34" charset="0"/>
              <a:buNone/>
            </a:pPr>
            <a:r>
              <a:rPr lang="en-US" altLang="ja-JP" sz="1400" b="1" dirty="0"/>
              <a:t>1</a:t>
            </a:r>
            <a:r>
              <a:rPr lang="en-US" sz="1400" b="1" dirty="0"/>
              <a:t>on1</a:t>
            </a:r>
            <a:r>
              <a:rPr lang="ja-JP" altLang="en-US" sz="1400" b="1" dirty="0"/>
              <a:t>チャット支援</a:t>
            </a:r>
          </a:p>
          <a:p>
            <a:pPr marL="0" lvl="1" indent="0">
              <a:buFont typeface="Arial" panose="020B0604020202020204" pitchFamily="34" charset="0"/>
              <a:buNone/>
            </a:pPr>
            <a:r>
              <a:rPr lang="ja-JP" altLang="en-US" sz="1400" dirty="0"/>
              <a:t>チャット形式で相談すると、適切なアドバイスや行動指針が提示されます。</a:t>
            </a:r>
          </a:p>
        </p:txBody>
      </p:sp>
      <p:sp>
        <p:nvSpPr>
          <p:cNvPr id="4" name="Title 3">
            <a:extLst>
              <a:ext uri="{FF2B5EF4-FFF2-40B4-BE49-F238E27FC236}">
                <a16:creationId xmlns:a16="http://schemas.microsoft.com/office/drawing/2014/main" id="{3DC2FDFE-6B14-C2E8-7748-D72DA6776509}"/>
              </a:ext>
            </a:extLst>
          </p:cNvPr>
          <p:cNvSpPr>
            <a:spLocks noGrp="1"/>
          </p:cNvSpPr>
          <p:nvPr>
            <p:ph type="title"/>
          </p:nvPr>
        </p:nvSpPr>
        <p:spPr>
          <a:xfrm>
            <a:off x="1088136" y="548639"/>
            <a:ext cx="4672584" cy="1453896"/>
          </a:xfrm>
        </p:spPr>
        <p:txBody>
          <a:bodyPr anchor="t">
            <a:normAutofit/>
          </a:bodyPr>
          <a:lstStyle/>
          <a:p>
            <a:r>
              <a:rPr lang="en-US" dirty="0" err="1"/>
              <a:t>AI上司について</a:t>
            </a:r>
            <a:endParaRPr lang="en-US" dirty="0"/>
          </a:p>
        </p:txBody>
      </p:sp>
    </p:spTree>
    <p:extLst>
      <p:ext uri="{BB962C8B-B14F-4D97-AF65-F5344CB8AC3E}">
        <p14:creationId xmlns:p14="http://schemas.microsoft.com/office/powerpoint/2010/main" val="17526407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86007-8BD5-E864-DD30-2130F95D6A1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1D1B77-86F6-1350-F598-6A81740933FE}"/>
              </a:ext>
            </a:extLst>
          </p:cNvPr>
          <p:cNvSpPr>
            <a:spLocks noGrp="1"/>
          </p:cNvSpPr>
          <p:nvPr>
            <p:ph type="title"/>
          </p:nvPr>
        </p:nvSpPr>
        <p:spPr>
          <a:xfrm>
            <a:off x="1088136" y="548639"/>
            <a:ext cx="4672584" cy="1453896"/>
          </a:xfrm>
        </p:spPr>
        <p:txBody>
          <a:bodyPr anchor="t">
            <a:normAutofit fontScale="90000"/>
          </a:bodyPr>
          <a:lstStyle/>
          <a:p>
            <a:r>
              <a:rPr lang="en-US" dirty="0" err="1"/>
              <a:t>画面</a:t>
            </a:r>
            <a:r>
              <a:rPr lang="ja-JP" altLang="en-US" dirty="0"/>
              <a:t>例：</a:t>
            </a:r>
            <a:br>
              <a:rPr lang="en-US" altLang="ja-JP" dirty="0"/>
            </a:br>
            <a:r>
              <a:rPr lang="en-US" altLang="ja-JP" dirty="0"/>
              <a:t>AI</a:t>
            </a:r>
            <a:r>
              <a:rPr lang="ja-JP" altLang="en-US" dirty="0"/>
              <a:t>毛海直樹／イースト</a:t>
            </a:r>
            <a:endParaRPr lang="en-US" dirty="0"/>
          </a:p>
        </p:txBody>
      </p:sp>
      <p:pic>
        <p:nvPicPr>
          <p:cNvPr id="10" name="図 9">
            <a:extLst>
              <a:ext uri="{FF2B5EF4-FFF2-40B4-BE49-F238E27FC236}">
                <a16:creationId xmlns:a16="http://schemas.microsoft.com/office/drawing/2014/main" id="{14F7C51F-8967-F0DC-D822-7E5CA0393E71}"/>
              </a:ext>
            </a:extLst>
          </p:cNvPr>
          <p:cNvPicPr>
            <a:picLocks noChangeAspect="1"/>
          </p:cNvPicPr>
          <p:nvPr/>
        </p:nvPicPr>
        <p:blipFill>
          <a:blip r:embed="rId3"/>
          <a:stretch>
            <a:fillRect/>
          </a:stretch>
        </p:blipFill>
        <p:spPr>
          <a:xfrm>
            <a:off x="3144921" y="1906031"/>
            <a:ext cx="2069491" cy="29494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図 11">
            <a:extLst>
              <a:ext uri="{FF2B5EF4-FFF2-40B4-BE49-F238E27FC236}">
                <a16:creationId xmlns:a16="http://schemas.microsoft.com/office/drawing/2014/main" id="{9A9BF4EA-F594-D80E-72F0-DE1F4B414C10}"/>
              </a:ext>
            </a:extLst>
          </p:cNvPr>
          <p:cNvPicPr>
            <a:picLocks noChangeAspect="1"/>
          </p:cNvPicPr>
          <p:nvPr/>
        </p:nvPicPr>
        <p:blipFill>
          <a:blip r:embed="rId4"/>
          <a:stretch>
            <a:fillRect/>
          </a:stretch>
        </p:blipFill>
        <p:spPr>
          <a:xfrm>
            <a:off x="25158" y="1488664"/>
            <a:ext cx="1840783" cy="1598575"/>
          </a:xfrm>
          <a:prstGeom prst="rect">
            <a:avLst/>
          </a:prstGeom>
        </p:spPr>
      </p:pic>
      <p:cxnSp>
        <p:nvCxnSpPr>
          <p:cNvPr id="14" name="直線矢印コネクタ 13">
            <a:extLst>
              <a:ext uri="{FF2B5EF4-FFF2-40B4-BE49-F238E27FC236}">
                <a16:creationId xmlns:a16="http://schemas.microsoft.com/office/drawing/2014/main" id="{C3538761-FA62-B153-DB39-3AEABF573A0F}"/>
              </a:ext>
            </a:extLst>
          </p:cNvPr>
          <p:cNvCxnSpPr>
            <a:stCxn id="12" idx="3"/>
          </p:cNvCxnSpPr>
          <p:nvPr/>
        </p:nvCxnSpPr>
        <p:spPr>
          <a:xfrm flipV="1">
            <a:off x="1865941" y="2287951"/>
            <a:ext cx="1062978" cy="1"/>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四角形: 角を丸くする 14">
            <a:extLst>
              <a:ext uri="{FF2B5EF4-FFF2-40B4-BE49-F238E27FC236}">
                <a16:creationId xmlns:a16="http://schemas.microsoft.com/office/drawing/2014/main" id="{BC957D30-E29F-4D55-9182-528B9C2D440F}"/>
              </a:ext>
            </a:extLst>
          </p:cNvPr>
          <p:cNvSpPr/>
          <p:nvPr/>
        </p:nvSpPr>
        <p:spPr>
          <a:xfrm>
            <a:off x="2928919" y="4397243"/>
            <a:ext cx="2508320" cy="571909"/>
          </a:xfrm>
          <a:prstGeom prst="roundRect">
            <a:avLst/>
          </a:prstGeom>
          <a:noFill/>
          <a:ln w="571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a:extLst>
              <a:ext uri="{FF2B5EF4-FFF2-40B4-BE49-F238E27FC236}">
                <a16:creationId xmlns:a16="http://schemas.microsoft.com/office/drawing/2014/main" id="{08155DF2-7969-7852-19E3-2CFB0983F3D7}"/>
              </a:ext>
            </a:extLst>
          </p:cNvPr>
          <p:cNvPicPr>
            <a:picLocks noChangeAspect="1"/>
          </p:cNvPicPr>
          <p:nvPr/>
        </p:nvPicPr>
        <p:blipFill>
          <a:blip r:embed="rId5"/>
          <a:stretch>
            <a:fillRect/>
          </a:stretch>
        </p:blipFill>
        <p:spPr>
          <a:xfrm>
            <a:off x="5332953" y="4951969"/>
            <a:ext cx="6532861" cy="15087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18" name="直線矢印コネクタ 17">
            <a:extLst>
              <a:ext uri="{FF2B5EF4-FFF2-40B4-BE49-F238E27FC236}">
                <a16:creationId xmlns:a16="http://schemas.microsoft.com/office/drawing/2014/main" id="{2CD3876E-EE7E-0223-5939-2543924E6563}"/>
              </a:ext>
            </a:extLst>
          </p:cNvPr>
          <p:cNvCxnSpPr>
            <a:cxnSpLocks/>
          </p:cNvCxnSpPr>
          <p:nvPr/>
        </p:nvCxnSpPr>
        <p:spPr>
          <a:xfrm>
            <a:off x="4100052" y="5714923"/>
            <a:ext cx="1232901" cy="0"/>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B01449D1-FD9C-516E-9F67-1DA8AD5AF451}"/>
              </a:ext>
            </a:extLst>
          </p:cNvPr>
          <p:cNvCxnSpPr>
            <a:cxnSpLocks/>
          </p:cNvCxnSpPr>
          <p:nvPr/>
        </p:nvCxnSpPr>
        <p:spPr>
          <a:xfrm>
            <a:off x="4100051" y="4969152"/>
            <a:ext cx="1" cy="745771"/>
          </a:xfrm>
          <a:prstGeom prst="straightConnector1">
            <a:avLst/>
          </a:prstGeom>
          <a:ln w="38100">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530551"/>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08A6E-4FCF-F760-7240-D48AF0CDBFC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B48C93-DED1-E1B1-1685-54EE64FCFEE9}"/>
              </a:ext>
            </a:extLst>
          </p:cNvPr>
          <p:cNvSpPr>
            <a:spLocks noGrp="1"/>
          </p:cNvSpPr>
          <p:nvPr>
            <p:ph type="title"/>
          </p:nvPr>
        </p:nvSpPr>
        <p:spPr>
          <a:xfrm>
            <a:off x="1088136" y="548639"/>
            <a:ext cx="4672584" cy="1453896"/>
          </a:xfrm>
        </p:spPr>
        <p:txBody>
          <a:bodyPr anchor="t">
            <a:normAutofit fontScale="90000"/>
          </a:bodyPr>
          <a:lstStyle/>
          <a:p>
            <a:r>
              <a:rPr lang="en-US" dirty="0" err="1"/>
              <a:t>画面</a:t>
            </a:r>
            <a:r>
              <a:rPr lang="ja-JP" altLang="en-US" dirty="0"/>
              <a:t>例：</a:t>
            </a:r>
            <a:br>
              <a:rPr lang="en-US" altLang="ja-JP" dirty="0"/>
            </a:br>
            <a:r>
              <a:rPr lang="en-US" altLang="ja-JP" dirty="0"/>
              <a:t>AI</a:t>
            </a:r>
            <a:r>
              <a:rPr lang="ja-JP" altLang="en-US" dirty="0"/>
              <a:t>毛海直樹／イースト</a:t>
            </a:r>
            <a:endParaRPr lang="en-US" dirty="0"/>
          </a:p>
        </p:txBody>
      </p:sp>
      <p:pic>
        <p:nvPicPr>
          <p:cNvPr id="3" name="図 2">
            <a:extLst>
              <a:ext uri="{FF2B5EF4-FFF2-40B4-BE49-F238E27FC236}">
                <a16:creationId xmlns:a16="http://schemas.microsoft.com/office/drawing/2014/main" id="{5D4D58F4-1E1E-CF04-3294-52839E129C0D}"/>
              </a:ext>
            </a:extLst>
          </p:cNvPr>
          <p:cNvPicPr>
            <a:picLocks noChangeAspect="1"/>
          </p:cNvPicPr>
          <p:nvPr/>
        </p:nvPicPr>
        <p:blipFill>
          <a:blip r:embed="rId3"/>
          <a:stretch>
            <a:fillRect/>
          </a:stretch>
        </p:blipFill>
        <p:spPr>
          <a:xfrm>
            <a:off x="1183740" y="2391431"/>
            <a:ext cx="10410569" cy="2075138"/>
          </a:xfrm>
          <a:prstGeom prst="rect">
            <a:avLst/>
          </a:prstGeom>
        </p:spPr>
      </p:pic>
    </p:spTree>
    <p:extLst>
      <p:ext uri="{BB962C8B-B14F-4D97-AF65-F5344CB8AC3E}">
        <p14:creationId xmlns:p14="http://schemas.microsoft.com/office/powerpoint/2010/main" val="2367771555"/>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DB64E-0485-ED7C-B3BB-9752C5FC4FC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F2069A-C222-CB9A-FBF6-6466A98F8963}"/>
              </a:ext>
            </a:extLst>
          </p:cNvPr>
          <p:cNvSpPr>
            <a:spLocks noGrp="1"/>
          </p:cNvSpPr>
          <p:nvPr>
            <p:ph type="title"/>
          </p:nvPr>
        </p:nvSpPr>
        <p:spPr>
          <a:xfrm>
            <a:off x="1088136" y="548639"/>
            <a:ext cx="4672584" cy="1453896"/>
          </a:xfrm>
        </p:spPr>
        <p:txBody>
          <a:bodyPr anchor="t">
            <a:normAutofit fontScale="90000"/>
          </a:bodyPr>
          <a:lstStyle/>
          <a:p>
            <a:r>
              <a:rPr lang="en-US" dirty="0" err="1"/>
              <a:t>画面</a:t>
            </a:r>
            <a:r>
              <a:rPr lang="ja-JP" altLang="en-US" dirty="0"/>
              <a:t>例：</a:t>
            </a:r>
            <a:br>
              <a:rPr lang="en-US" altLang="ja-JP" dirty="0"/>
            </a:br>
            <a:r>
              <a:rPr lang="en-US" altLang="ja-JP" dirty="0"/>
              <a:t>AI</a:t>
            </a:r>
            <a:r>
              <a:rPr lang="ja-JP" altLang="en-US" dirty="0"/>
              <a:t>毛海直樹／イースト</a:t>
            </a:r>
            <a:endParaRPr lang="en-US" dirty="0"/>
          </a:p>
        </p:txBody>
      </p:sp>
      <p:pic>
        <p:nvPicPr>
          <p:cNvPr id="5" name="図 4">
            <a:extLst>
              <a:ext uri="{FF2B5EF4-FFF2-40B4-BE49-F238E27FC236}">
                <a16:creationId xmlns:a16="http://schemas.microsoft.com/office/drawing/2014/main" id="{319D06A0-B364-B7E7-1443-1CD0059A59CA}"/>
              </a:ext>
            </a:extLst>
          </p:cNvPr>
          <p:cNvPicPr>
            <a:picLocks noChangeAspect="1"/>
          </p:cNvPicPr>
          <p:nvPr/>
        </p:nvPicPr>
        <p:blipFill>
          <a:blip r:embed="rId3"/>
          <a:stretch>
            <a:fillRect/>
          </a:stretch>
        </p:blipFill>
        <p:spPr>
          <a:xfrm>
            <a:off x="3139764" y="2002535"/>
            <a:ext cx="5912472" cy="4626077"/>
          </a:xfrm>
          <a:prstGeom prst="rect">
            <a:avLst/>
          </a:prstGeom>
        </p:spPr>
      </p:pic>
    </p:spTree>
    <p:extLst>
      <p:ext uri="{BB962C8B-B14F-4D97-AF65-F5344CB8AC3E}">
        <p14:creationId xmlns:p14="http://schemas.microsoft.com/office/powerpoint/2010/main" val="915580695"/>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7581C-70BE-F64F-6D12-85341FC44C8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31678E-6D00-A241-3B95-A4EC3652002A}"/>
              </a:ext>
            </a:extLst>
          </p:cNvPr>
          <p:cNvSpPr>
            <a:spLocks noGrp="1"/>
          </p:cNvSpPr>
          <p:nvPr>
            <p:ph type="title"/>
          </p:nvPr>
        </p:nvSpPr>
        <p:spPr>
          <a:xfrm>
            <a:off x="1088136" y="548639"/>
            <a:ext cx="4672584" cy="1453896"/>
          </a:xfrm>
        </p:spPr>
        <p:txBody>
          <a:bodyPr anchor="t">
            <a:normAutofit fontScale="90000"/>
          </a:bodyPr>
          <a:lstStyle/>
          <a:p>
            <a:r>
              <a:rPr lang="en-US" dirty="0" err="1"/>
              <a:t>画面</a:t>
            </a:r>
            <a:r>
              <a:rPr lang="ja-JP" altLang="en-US" dirty="0"/>
              <a:t>例：</a:t>
            </a:r>
            <a:br>
              <a:rPr lang="en-US" altLang="ja-JP" dirty="0"/>
            </a:br>
            <a:r>
              <a:rPr lang="en-US" altLang="ja-JP" dirty="0"/>
              <a:t>AI</a:t>
            </a:r>
            <a:r>
              <a:rPr lang="ja-JP" altLang="en-US" dirty="0"/>
              <a:t>毛海直樹／イースト</a:t>
            </a:r>
            <a:endParaRPr lang="en-US" dirty="0"/>
          </a:p>
        </p:txBody>
      </p:sp>
      <p:pic>
        <p:nvPicPr>
          <p:cNvPr id="3" name="図 2">
            <a:extLst>
              <a:ext uri="{FF2B5EF4-FFF2-40B4-BE49-F238E27FC236}">
                <a16:creationId xmlns:a16="http://schemas.microsoft.com/office/drawing/2014/main" id="{658316E4-2F63-F921-580D-323CE21ADC0D}"/>
              </a:ext>
            </a:extLst>
          </p:cNvPr>
          <p:cNvPicPr>
            <a:picLocks noChangeAspect="1"/>
          </p:cNvPicPr>
          <p:nvPr/>
        </p:nvPicPr>
        <p:blipFill>
          <a:blip r:embed="rId3"/>
          <a:stretch>
            <a:fillRect/>
          </a:stretch>
        </p:blipFill>
        <p:spPr>
          <a:xfrm>
            <a:off x="3143251" y="1748759"/>
            <a:ext cx="5705782" cy="4666203"/>
          </a:xfrm>
          <a:prstGeom prst="rect">
            <a:avLst/>
          </a:prstGeom>
        </p:spPr>
      </p:pic>
      <p:sp>
        <p:nvSpPr>
          <p:cNvPr id="6" name="テキスト ボックス 5">
            <a:extLst>
              <a:ext uri="{FF2B5EF4-FFF2-40B4-BE49-F238E27FC236}">
                <a16:creationId xmlns:a16="http://schemas.microsoft.com/office/drawing/2014/main" id="{5AB9417B-31C1-D3A4-C42A-3BB3B8A9303A}"/>
              </a:ext>
            </a:extLst>
          </p:cNvPr>
          <p:cNvSpPr txBox="1"/>
          <p:nvPr/>
        </p:nvSpPr>
        <p:spPr>
          <a:xfrm>
            <a:off x="5407742" y="6488668"/>
            <a:ext cx="2231923" cy="369332"/>
          </a:xfrm>
          <a:prstGeom prst="rect">
            <a:avLst/>
          </a:prstGeom>
          <a:noFill/>
        </p:spPr>
        <p:txBody>
          <a:bodyPr wrap="square" rtlCol="0">
            <a:spAutoFit/>
          </a:bodyPr>
          <a:lstStyle/>
          <a:p>
            <a:r>
              <a:rPr kumimoji="1" lang="ja-JP" altLang="en-US" dirty="0"/>
              <a:t>（途中省略）</a:t>
            </a:r>
          </a:p>
        </p:txBody>
      </p:sp>
    </p:spTree>
    <p:extLst>
      <p:ext uri="{BB962C8B-B14F-4D97-AF65-F5344CB8AC3E}">
        <p14:creationId xmlns:p14="http://schemas.microsoft.com/office/powerpoint/2010/main" val="1743029433"/>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66FA5-2365-9194-D79A-E4C600A8DDA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0D7839E-2635-7988-7936-BA4AB1FA8F5E}"/>
              </a:ext>
            </a:extLst>
          </p:cNvPr>
          <p:cNvSpPr>
            <a:spLocks noGrp="1"/>
          </p:cNvSpPr>
          <p:nvPr>
            <p:ph type="title"/>
          </p:nvPr>
        </p:nvSpPr>
        <p:spPr>
          <a:xfrm>
            <a:off x="1088136" y="548639"/>
            <a:ext cx="4672584" cy="1453896"/>
          </a:xfrm>
        </p:spPr>
        <p:txBody>
          <a:bodyPr anchor="t">
            <a:normAutofit fontScale="90000"/>
          </a:bodyPr>
          <a:lstStyle/>
          <a:p>
            <a:r>
              <a:rPr lang="en-US" dirty="0" err="1"/>
              <a:t>画面</a:t>
            </a:r>
            <a:r>
              <a:rPr lang="ja-JP" altLang="en-US" dirty="0"/>
              <a:t>例：</a:t>
            </a:r>
            <a:br>
              <a:rPr lang="en-US" altLang="ja-JP" dirty="0"/>
            </a:br>
            <a:r>
              <a:rPr lang="en-US" altLang="ja-JP" dirty="0"/>
              <a:t>AI</a:t>
            </a:r>
            <a:r>
              <a:rPr lang="ja-JP" altLang="en-US" dirty="0"/>
              <a:t>毛海直樹／イースト</a:t>
            </a:r>
            <a:endParaRPr lang="en-US" dirty="0"/>
          </a:p>
        </p:txBody>
      </p:sp>
      <p:pic>
        <p:nvPicPr>
          <p:cNvPr id="5" name="図 4">
            <a:extLst>
              <a:ext uri="{FF2B5EF4-FFF2-40B4-BE49-F238E27FC236}">
                <a16:creationId xmlns:a16="http://schemas.microsoft.com/office/drawing/2014/main" id="{0A265DD1-322D-5B1B-4724-D6359175FE34}"/>
              </a:ext>
            </a:extLst>
          </p:cNvPr>
          <p:cNvPicPr>
            <a:picLocks noChangeAspect="1"/>
          </p:cNvPicPr>
          <p:nvPr/>
        </p:nvPicPr>
        <p:blipFill>
          <a:blip r:embed="rId3"/>
          <a:stretch>
            <a:fillRect/>
          </a:stretch>
        </p:blipFill>
        <p:spPr>
          <a:xfrm>
            <a:off x="2699863" y="1884706"/>
            <a:ext cx="7312817" cy="4482049"/>
          </a:xfrm>
          <a:prstGeom prst="rect">
            <a:avLst/>
          </a:prstGeom>
        </p:spPr>
      </p:pic>
      <p:sp>
        <p:nvSpPr>
          <p:cNvPr id="7" name="吹き出し: 角を丸めた四角形 13">
            <a:extLst>
              <a:ext uri="{FF2B5EF4-FFF2-40B4-BE49-F238E27FC236}">
                <a16:creationId xmlns:a16="http://schemas.microsoft.com/office/drawing/2014/main" id="{CE9C9EBF-8580-531E-E638-B93648809F92}"/>
              </a:ext>
            </a:extLst>
          </p:cNvPr>
          <p:cNvSpPr/>
          <p:nvPr/>
        </p:nvSpPr>
        <p:spPr>
          <a:xfrm>
            <a:off x="7996721" y="4414683"/>
            <a:ext cx="4031918" cy="1880708"/>
          </a:xfrm>
          <a:prstGeom prst="wedgeRoundRectCallout">
            <a:avLst>
              <a:gd name="adj1" fmla="val -65264"/>
              <a:gd name="adj2" fmla="val 22898"/>
              <a:gd name="adj3" fmla="val 16667"/>
            </a:avLst>
          </a:prstGeom>
          <a:solidFill>
            <a:srgbClr val="304E4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dirty="0">
                <a:latin typeface="メイリオ" panose="020B0604030504040204" pitchFamily="50" charset="-128"/>
                <a:ea typeface="メイリオ" panose="020B0604030504040204" pitchFamily="50" charset="-128"/>
              </a:rPr>
              <a:t>新規に資料を起こすことも、社内の</a:t>
            </a:r>
            <a:r>
              <a:rPr kumimoji="1" lang="en-US" altLang="ja-JP" sz="2000" dirty="0">
                <a:latin typeface="メイリオ" panose="020B0604030504040204" pitchFamily="50" charset="-128"/>
                <a:ea typeface="メイリオ" panose="020B0604030504040204" pitchFamily="50" charset="-128"/>
              </a:rPr>
              <a:t>One-Drive</a:t>
            </a:r>
            <a:r>
              <a:rPr kumimoji="1" lang="ja-JP" altLang="en-US" sz="2000" dirty="0">
                <a:latin typeface="メイリオ" panose="020B0604030504040204" pitchFamily="50" charset="-128"/>
                <a:ea typeface="メイリオ" panose="020B0604030504040204" pitchFamily="50" charset="-128"/>
              </a:rPr>
              <a:t>や</a:t>
            </a:r>
            <a:r>
              <a:rPr kumimoji="1" lang="en-US" altLang="ja-JP" sz="2000" dirty="0" err="1">
                <a:latin typeface="メイリオ" panose="020B0604030504040204" pitchFamily="50" charset="-128"/>
                <a:ea typeface="メイリオ" panose="020B0604030504040204" pitchFamily="50" charset="-128"/>
              </a:rPr>
              <a:t>Sharepoint</a:t>
            </a:r>
            <a:r>
              <a:rPr kumimoji="1" lang="ja-JP" altLang="en-US" sz="2000" dirty="0">
                <a:latin typeface="メイリオ" panose="020B0604030504040204" pitchFamily="50" charset="-128"/>
                <a:ea typeface="メイリオ" panose="020B0604030504040204" pitchFamily="50" charset="-128"/>
              </a:rPr>
              <a:t>に保存しているファイルを出力させることも可能です</a:t>
            </a:r>
            <a:endParaRPr kumimoji="1" lang="en-US" altLang="ja-JP" sz="2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23076730"/>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CB581-B894-1CCB-537A-6E5AC16564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49FED4-E696-4B42-163B-AFE56D705A9A}"/>
              </a:ext>
            </a:extLst>
          </p:cNvPr>
          <p:cNvSpPr>
            <a:spLocks noGrp="1"/>
          </p:cNvSpPr>
          <p:nvPr>
            <p:ph type="title"/>
          </p:nvPr>
        </p:nvSpPr>
        <p:spPr>
          <a:xfrm>
            <a:off x="1088136" y="548639"/>
            <a:ext cx="4672584" cy="1453896"/>
          </a:xfrm>
        </p:spPr>
        <p:txBody>
          <a:bodyPr anchor="t">
            <a:normAutofit fontScale="90000"/>
          </a:bodyPr>
          <a:lstStyle/>
          <a:p>
            <a:r>
              <a:rPr lang="en-US" dirty="0" err="1"/>
              <a:t>画面</a:t>
            </a:r>
            <a:r>
              <a:rPr lang="ja-JP" altLang="en-US" dirty="0"/>
              <a:t>例：</a:t>
            </a:r>
            <a:br>
              <a:rPr lang="en-US" altLang="ja-JP" dirty="0"/>
            </a:br>
            <a:r>
              <a:rPr lang="en-US" altLang="ja-JP" dirty="0"/>
              <a:t>AI</a:t>
            </a:r>
            <a:r>
              <a:rPr lang="ja-JP" altLang="en-US" dirty="0"/>
              <a:t>毛海直樹／イースト</a:t>
            </a:r>
            <a:endParaRPr lang="en-US" dirty="0"/>
          </a:p>
        </p:txBody>
      </p:sp>
      <p:pic>
        <p:nvPicPr>
          <p:cNvPr id="5" name="図 4">
            <a:extLst>
              <a:ext uri="{FF2B5EF4-FFF2-40B4-BE49-F238E27FC236}">
                <a16:creationId xmlns:a16="http://schemas.microsoft.com/office/drawing/2014/main" id="{A887169A-8884-B803-F229-94E1DAC79DFC}"/>
              </a:ext>
            </a:extLst>
          </p:cNvPr>
          <p:cNvPicPr>
            <a:picLocks noChangeAspect="1"/>
          </p:cNvPicPr>
          <p:nvPr/>
        </p:nvPicPr>
        <p:blipFill>
          <a:blip r:embed="rId3"/>
          <a:stretch>
            <a:fillRect/>
          </a:stretch>
        </p:blipFill>
        <p:spPr>
          <a:xfrm>
            <a:off x="613469" y="2276704"/>
            <a:ext cx="11166203" cy="1938386"/>
          </a:xfrm>
          <a:prstGeom prst="rect">
            <a:avLst/>
          </a:prstGeom>
        </p:spPr>
      </p:pic>
      <p:sp>
        <p:nvSpPr>
          <p:cNvPr id="7" name="吹き出し: 角を丸めた四角形 13">
            <a:extLst>
              <a:ext uri="{FF2B5EF4-FFF2-40B4-BE49-F238E27FC236}">
                <a16:creationId xmlns:a16="http://schemas.microsoft.com/office/drawing/2014/main" id="{BCED739A-0110-336E-D50D-38CE5ED0452C}"/>
              </a:ext>
            </a:extLst>
          </p:cNvPr>
          <p:cNvSpPr/>
          <p:nvPr/>
        </p:nvSpPr>
        <p:spPr>
          <a:xfrm>
            <a:off x="7000568" y="4414683"/>
            <a:ext cx="5028071" cy="1880708"/>
          </a:xfrm>
          <a:prstGeom prst="wedgeRoundRectCallout">
            <a:avLst>
              <a:gd name="adj1" fmla="val -33585"/>
              <a:gd name="adj2" fmla="val -74342"/>
              <a:gd name="adj3" fmla="val 16667"/>
            </a:avLst>
          </a:prstGeom>
          <a:solidFill>
            <a:srgbClr val="304E4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dirty="0">
                <a:latin typeface="メイリオ" panose="020B0604030504040204" pitchFamily="50" charset="-128"/>
                <a:ea typeface="メイリオ" panose="020B0604030504040204" pitchFamily="50" charset="-128"/>
              </a:rPr>
              <a:t>コスパ・タイパ時代とはいえ、「上司」に向かって言う内容？？？</a:t>
            </a:r>
            <a:endParaRPr kumimoji="1" lang="en-US" altLang="ja-JP" sz="2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24055096"/>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2CDCD-5A0B-2EA6-B663-8EB933F0C43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8F9111D-F3AA-6B3B-FABF-BACFD3796C5B}"/>
              </a:ext>
            </a:extLst>
          </p:cNvPr>
          <p:cNvSpPr>
            <a:spLocks noGrp="1"/>
          </p:cNvSpPr>
          <p:nvPr>
            <p:ph type="title"/>
          </p:nvPr>
        </p:nvSpPr>
        <p:spPr>
          <a:xfrm>
            <a:off x="1088136" y="548639"/>
            <a:ext cx="4672584" cy="1453896"/>
          </a:xfrm>
        </p:spPr>
        <p:txBody>
          <a:bodyPr anchor="t">
            <a:normAutofit fontScale="90000"/>
          </a:bodyPr>
          <a:lstStyle/>
          <a:p>
            <a:r>
              <a:rPr lang="en-US" dirty="0" err="1"/>
              <a:t>画面</a:t>
            </a:r>
            <a:r>
              <a:rPr lang="ja-JP" altLang="en-US" dirty="0"/>
              <a:t>例：</a:t>
            </a:r>
            <a:br>
              <a:rPr lang="en-US" altLang="ja-JP" dirty="0"/>
            </a:br>
            <a:r>
              <a:rPr lang="en-US" altLang="ja-JP" dirty="0"/>
              <a:t>AI</a:t>
            </a:r>
            <a:r>
              <a:rPr lang="ja-JP" altLang="en-US" dirty="0"/>
              <a:t>毛海直樹／イースト</a:t>
            </a:r>
            <a:endParaRPr lang="en-US" dirty="0"/>
          </a:p>
        </p:txBody>
      </p:sp>
      <p:sp>
        <p:nvSpPr>
          <p:cNvPr id="6" name="テキスト ボックス 5">
            <a:extLst>
              <a:ext uri="{FF2B5EF4-FFF2-40B4-BE49-F238E27FC236}">
                <a16:creationId xmlns:a16="http://schemas.microsoft.com/office/drawing/2014/main" id="{A79BA515-F68A-B25A-9C05-4A7FB6334990}"/>
              </a:ext>
            </a:extLst>
          </p:cNvPr>
          <p:cNvSpPr txBox="1"/>
          <p:nvPr/>
        </p:nvSpPr>
        <p:spPr>
          <a:xfrm>
            <a:off x="5407742" y="6488668"/>
            <a:ext cx="2231923" cy="369332"/>
          </a:xfrm>
          <a:prstGeom prst="rect">
            <a:avLst/>
          </a:prstGeom>
          <a:noFill/>
        </p:spPr>
        <p:txBody>
          <a:bodyPr wrap="square" rtlCol="0">
            <a:spAutoFit/>
          </a:bodyPr>
          <a:lstStyle/>
          <a:p>
            <a:r>
              <a:rPr kumimoji="1" lang="ja-JP" altLang="en-US" dirty="0"/>
              <a:t>（以下省略）</a:t>
            </a:r>
          </a:p>
        </p:txBody>
      </p:sp>
      <p:pic>
        <p:nvPicPr>
          <p:cNvPr id="5" name="図 4">
            <a:extLst>
              <a:ext uri="{FF2B5EF4-FFF2-40B4-BE49-F238E27FC236}">
                <a16:creationId xmlns:a16="http://schemas.microsoft.com/office/drawing/2014/main" id="{41743B4F-A30D-4BAC-D444-87CC9C40501A}"/>
              </a:ext>
            </a:extLst>
          </p:cNvPr>
          <p:cNvPicPr>
            <a:picLocks noChangeAspect="1"/>
          </p:cNvPicPr>
          <p:nvPr/>
        </p:nvPicPr>
        <p:blipFill>
          <a:blip r:embed="rId3"/>
          <a:stretch>
            <a:fillRect/>
          </a:stretch>
        </p:blipFill>
        <p:spPr>
          <a:xfrm>
            <a:off x="2671284" y="1700367"/>
            <a:ext cx="6849431" cy="4401164"/>
          </a:xfrm>
          <a:prstGeom prst="rect">
            <a:avLst/>
          </a:prstGeom>
        </p:spPr>
      </p:pic>
      <p:sp>
        <p:nvSpPr>
          <p:cNvPr id="8" name="吹き出し: 角を丸めた四角形 13">
            <a:extLst>
              <a:ext uri="{FF2B5EF4-FFF2-40B4-BE49-F238E27FC236}">
                <a16:creationId xmlns:a16="http://schemas.microsoft.com/office/drawing/2014/main" id="{2D2FCBF1-93F4-0B5C-A08B-A8D11646FC56}"/>
              </a:ext>
            </a:extLst>
          </p:cNvPr>
          <p:cNvSpPr/>
          <p:nvPr/>
        </p:nvSpPr>
        <p:spPr>
          <a:xfrm>
            <a:off x="8475407" y="1451928"/>
            <a:ext cx="3317258" cy="1101214"/>
          </a:xfrm>
          <a:prstGeom prst="wedgeRoundRectCallout">
            <a:avLst>
              <a:gd name="adj1" fmla="val -64114"/>
              <a:gd name="adj2" fmla="val 29229"/>
              <a:gd name="adj3" fmla="val 16667"/>
            </a:avLst>
          </a:prstGeom>
          <a:solidFill>
            <a:srgbClr val="304E4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dirty="0">
                <a:latin typeface="メイリオ" panose="020B0604030504040204" pitchFamily="50" charset="-128"/>
                <a:ea typeface="メイリオ" panose="020B0604030504040204" pitchFamily="50" charset="-128"/>
              </a:rPr>
              <a:t>優しい「上司」！</a:t>
            </a:r>
            <a:endParaRPr kumimoji="1" lang="en-US" altLang="ja-JP" sz="20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63272355"/>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A5285E71-66AF-46EE-A889-E3796A30EB61}"/>
              </a:ext>
            </a:extLst>
          </p:cNvPr>
          <p:cNvSpPr>
            <a:spLocks noGrp="1"/>
          </p:cNvSpPr>
          <p:nvPr>
            <p:ph type="sldNum" sz="quarter" idx="4294967295"/>
          </p:nvPr>
        </p:nvSpPr>
        <p:spPr>
          <a:xfrm>
            <a:off x="11831638" y="6573838"/>
            <a:ext cx="360362" cy="206375"/>
          </a:xfrm>
        </p:spPr>
        <p:txBody>
          <a:bodyPr/>
          <a:lstStyle/>
          <a:p>
            <a:fld id="{31D8B2CA-0216-482D-9F43-5479A975FC55}" type="slidenum">
              <a:rPr lang="ja-JP" altLang="en-US" smtClean="0"/>
              <a:pPr/>
              <a:t>61</a:t>
            </a:fld>
            <a:endParaRPr lang="ja-JP" altLang="en-US"/>
          </a:p>
        </p:txBody>
      </p:sp>
    </p:spTree>
    <p:extLst>
      <p:ext uri="{BB962C8B-B14F-4D97-AF65-F5344CB8AC3E}">
        <p14:creationId xmlns:p14="http://schemas.microsoft.com/office/powerpoint/2010/main" val="3504557183"/>
      </p:ext>
    </p:extLst>
  </p:cSld>
  <p:clrMapOvr>
    <a:masterClrMapping/>
  </p:clrMapOvr>
</p:sld>
</file>

<file path=ppt/theme/theme1.xml><?xml version="1.0" encoding="utf-8"?>
<a:theme xmlns:a="http://schemas.openxmlformats.org/drawingml/2006/main" name="銀河">
  <a:themeElements>
    <a:clrScheme name="Galaxy">
      <a:dk1>
        <a:srgbClr val="000000"/>
      </a:dk1>
      <a:lt1>
        <a:srgbClr val="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Custom 64">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_Copilot Layouts_win32_KO_V7" id="{277D7D6E-D023-4C41-8C54-008713810D9E}" vid="{6C12C930-BEAE-46EF-AAFA-5A28A0066948}"/>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CB628B9BCA0988428013F702FFA4EB91" ma:contentTypeVersion="7" ma:contentTypeDescription="新しいドキュメントを作成します。" ma:contentTypeScope="" ma:versionID="e9ff86b22616e25ec4e126d65a1a9ac0">
  <xsd:schema xmlns:xsd="http://www.w3.org/2001/XMLSchema" xmlns:xs="http://www.w3.org/2001/XMLSchema" xmlns:p="http://schemas.microsoft.com/office/2006/metadata/properties" xmlns:ns2="95d60e7e-3b8a-4c95-81ec-fa8f910f499b" targetNamespace="http://schemas.microsoft.com/office/2006/metadata/properties" ma:root="true" ma:fieldsID="5c58f01d6cceb7f904c52d68f9161baf" ns2:_="">
    <xsd:import namespace="95d60e7e-3b8a-4c95-81ec-fa8f910f499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d60e7e-3b8a-4c95-81ec-fa8f910f49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99ED26-B189-4BA1-99D0-1112D8C2F106}">
  <ds:schemaRefs>
    <ds:schemaRef ds:uri="http://schemas.microsoft.com/office/2006/documentManagement/types"/>
    <ds:schemaRef ds:uri="http://purl.org/dc/dcmitype/"/>
    <ds:schemaRef ds:uri="http://purl.org/dc/terms/"/>
    <ds:schemaRef ds:uri="http://schemas.microsoft.com/office/2006/metadata/properties"/>
    <ds:schemaRef ds:uri="http://purl.org/dc/elements/1.1/"/>
    <ds:schemaRef ds:uri="http://schemas.openxmlformats.org/package/2006/metadata/core-properties"/>
    <ds:schemaRef ds:uri="http://schemas.microsoft.com/office/infopath/2007/PartnerControls"/>
    <ds:schemaRef ds:uri="http://www.w3.org/XML/1998/namespace"/>
    <ds:schemaRef ds:uri="230e9df3-be65-4c73-a93b-d1236ebd677e"/>
    <ds:schemaRef ds:uri="543e3375-4853-4ccc-a3e2-1512ebb9cffd"/>
    <ds:schemaRef ds:uri="9e626b82-2e62-4b56-b4f0-2eb243f478f4"/>
    <ds:schemaRef ds:uri="http://schemas.microsoft.com/sharepoint/v3"/>
  </ds:schemaRefs>
</ds:datastoreItem>
</file>

<file path=customXml/itemProps2.xml><?xml version="1.0" encoding="utf-8"?>
<ds:datastoreItem xmlns:ds="http://schemas.openxmlformats.org/officeDocument/2006/customXml" ds:itemID="{A066925E-2CD5-43CB-8270-E35D60BDB427}"/>
</file>

<file path=customXml/itemProps3.xml><?xml version="1.0" encoding="utf-8"?>
<ds:datastoreItem xmlns:ds="http://schemas.openxmlformats.org/officeDocument/2006/customXml" ds:itemID="{38E339AF-67FC-4BA3-8B2E-038B3ED310D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1269</TotalTime>
  <Words>8477</Words>
  <Application>Microsoft Office PowerPoint</Application>
  <PresentationFormat>ワイド画面</PresentationFormat>
  <Paragraphs>645</Paragraphs>
  <Slides>61</Slides>
  <Notes>57</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61</vt:i4>
      </vt:variant>
    </vt:vector>
  </HeadingPairs>
  <TitlesOfParts>
    <vt:vector size="70" baseType="lpstr">
      <vt:lpstr>Helvetica Neue</vt:lpstr>
      <vt:lpstr>Meiryo UI</vt:lpstr>
      <vt:lpstr>Meiryo</vt:lpstr>
      <vt:lpstr>Meiryo</vt:lpstr>
      <vt:lpstr>Aptos</vt:lpstr>
      <vt:lpstr>Arial</vt:lpstr>
      <vt:lpstr>Univers</vt:lpstr>
      <vt:lpstr>Wingdings</vt:lpstr>
      <vt:lpstr>銀河</vt:lpstr>
      <vt:lpstr>生成AI業務利用セミナー （超基礎編） </vt:lpstr>
      <vt:lpstr>本資料について</vt:lpstr>
      <vt:lpstr>イントロダクション</vt:lpstr>
      <vt:lpstr>セミナー概要と目的</vt:lpstr>
      <vt:lpstr>生成AIとは何か</vt:lpstr>
      <vt:lpstr>生成AIの定義と特徴</vt:lpstr>
      <vt:lpstr>なぜ今、生成AIなのか</vt:lpstr>
      <vt:lpstr>導入の背景とメリット</vt:lpstr>
      <vt:lpstr>PowerPoint プレゼンテーション</vt:lpstr>
      <vt:lpstr>推奨される 生成AI利活用方法</vt:lpstr>
      <vt:lpstr>生成AI利用の 前提条件</vt:lpstr>
      <vt:lpstr>生成AIの ユースケース例</vt:lpstr>
      <vt:lpstr>プロンプトの 考え方</vt:lpstr>
      <vt:lpstr>AI利用時の 注意点</vt:lpstr>
      <vt:lpstr>ハンズオン</vt:lpstr>
      <vt:lpstr>プロンプトを 比較してみる</vt:lpstr>
      <vt:lpstr>プロンプト比較</vt:lpstr>
      <vt:lpstr>プロンプト比較 ～条件を追加してみる</vt:lpstr>
      <vt:lpstr>発表・共有</vt:lpstr>
      <vt:lpstr>推奨されない用途</vt:lpstr>
      <vt:lpstr>生成AIのNG利用</vt:lpstr>
      <vt:lpstr>個人用AIへの 業務データ入力</vt:lpstr>
      <vt:lpstr>AIの出力を そのまま外部利用</vt:lpstr>
      <vt:lpstr>機密・個人情報の 無制限入力</vt:lpstr>
      <vt:lpstr>判断に迷ったときの チェックポイント</vt:lpstr>
      <vt:lpstr>生成Aiって大丈夫？</vt:lpstr>
      <vt:lpstr>生成AI活用時の漏洩懸念（よく聞くもの）</vt:lpstr>
      <vt:lpstr>IPA10大脅威と AIセキュリティ</vt:lpstr>
      <vt:lpstr>AIセキュリティの 重要論点</vt:lpstr>
      <vt:lpstr>ハルシネーション とは何か？</vt:lpstr>
      <vt:lpstr>法律業務の事故事例</vt:lpstr>
      <vt:lpstr>シャドーAI</vt:lpstr>
      <vt:lpstr>シャドーAIと 情報持ち出しリスク</vt:lpstr>
      <vt:lpstr>　</vt:lpstr>
      <vt:lpstr>Microsoft Copilot の技術的安全性</vt:lpstr>
      <vt:lpstr>　</vt:lpstr>
      <vt:lpstr>　</vt:lpstr>
      <vt:lpstr>Microsoft Copilotは安心して業務利用可能です</vt:lpstr>
      <vt:lpstr>生成AIって大丈夫？まとめ</vt:lpstr>
      <vt:lpstr>ハンズオン</vt:lpstr>
      <vt:lpstr>本やインターネット資料 を分かりやすく要約</vt:lpstr>
      <vt:lpstr>プロンプト例</vt:lpstr>
      <vt:lpstr>まとめ</vt:lpstr>
      <vt:lpstr>セミナーの総括</vt:lpstr>
      <vt:lpstr>(Appendix) イースト株式会社 について</vt:lpstr>
      <vt:lpstr>PowerPoint プレゼンテーション</vt:lpstr>
      <vt:lpstr>PowerPoint プレゼンテーション</vt:lpstr>
      <vt:lpstr>PowerPoint プレゼンテーション</vt:lpstr>
      <vt:lpstr>PowerPoint プレゼンテーション</vt:lpstr>
      <vt:lpstr> </vt:lpstr>
      <vt:lpstr>PowerPoint プレゼンテーション</vt:lpstr>
      <vt:lpstr>（ご参考）AI上司</vt:lpstr>
      <vt:lpstr>AI上司について</vt:lpstr>
      <vt:lpstr>画面例： AI毛海直樹／イースト</vt:lpstr>
      <vt:lpstr>画面例： AI毛海直樹／イースト</vt:lpstr>
      <vt:lpstr>画面例： AI毛海直樹／イースト</vt:lpstr>
      <vt:lpstr>画面例： AI毛海直樹／イースト</vt:lpstr>
      <vt:lpstr>画面例： AI毛海直樹／イースト</vt:lpstr>
      <vt:lpstr>画面例： AI毛海直樹／イースト</vt:lpstr>
      <vt:lpstr>画面例： AI毛海直樹／イースト</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生成AI業務利用セミナー </dc:title>
  <cp:lastModifiedBy>EAST/毛海 直樹</cp:lastModifiedBy>
  <cp:revision>35</cp:revision>
  <dcterms:created xsi:type="dcterms:W3CDTF">2025-05-21T23:03:00Z</dcterms:created>
  <dcterms:modified xsi:type="dcterms:W3CDTF">2026-06-17T04:54:41Z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0x010100CB628B9BCA0988428013F702FFA4EB91</vt:lpwstr>
  </property>
  <property fmtid="{D5CDD505-2E9C-101B-9397-08002B2CF9AE}" pid="3" name="MediaServiceImageTags">
    <vt:lpwstr/>
  </property>
</Properties>
</file>